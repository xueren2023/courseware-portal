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83" r:id="rId2"/>
    <p:sldId id="282" r:id="rId3"/>
    <p:sldId id="279" r:id="rId4"/>
    <p:sldId id="258" r:id="rId5"/>
    <p:sldId id="259" r:id="rId6"/>
    <p:sldId id="285" r:id="rId7"/>
    <p:sldId id="260" r:id="rId8"/>
    <p:sldId id="261" r:id="rId9"/>
    <p:sldId id="284" r:id="rId10"/>
    <p:sldId id="262" r:id="rId11"/>
    <p:sldId id="263" r:id="rId12"/>
    <p:sldId id="286" r:id="rId13"/>
    <p:sldId id="264" r:id="rId14"/>
    <p:sldId id="265" r:id="rId15"/>
    <p:sldId id="266" r:id="rId16"/>
    <p:sldId id="267" r:id="rId17"/>
    <p:sldId id="287" r:id="rId18"/>
    <p:sldId id="275" r:id="rId19"/>
    <p:sldId id="278" r:id="rId20"/>
    <p:sldId id="277" r:id="rId21"/>
  </p:sldIdLst>
  <p:sldSz cx="9144000" cy="6858000" type="screen4x3"/>
  <p:notesSz cx="6858000" cy="9144000"/>
  <p:custShowLst>
    <p:custShow name="注" id="0">
      <p:sldLst/>
    </p:custShow>
  </p:custShow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43" autoAdjust="0"/>
    <p:restoredTop sz="90608" autoAdjust="0"/>
  </p:normalViewPr>
  <p:slideViewPr>
    <p:cSldViewPr>
      <p:cViewPr varScale="1">
        <p:scale>
          <a:sx n="86" d="100"/>
          <a:sy n="86" d="100"/>
        </p:scale>
        <p:origin x="1440" y="192"/>
      </p:cViewPr>
      <p:guideLst>
        <p:guide orient="horz" pos="480"/>
        <p:guide pos="3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CA518F6-C4EE-422C-8A59-E485651D2F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12FA61A-3A80-E946-2671-6158E1596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0E6F165-F9AA-D53D-4EDF-BFCD1DB6E33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CDC93D84-48D2-52C6-1E2C-4BD66F170D5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58F63604-5198-5605-0D99-FB39A6AA6F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08DA187F-9DA9-933D-78F8-FA5D96A28F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27A4E4F-375C-4396-A055-34BAE4F63C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7E1C62F2-E3B2-D660-4005-F9358C981B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0404C3E-5903-40D6-9E22-245EF9614CB0}" type="slidenum">
              <a:rPr lang="en-US" altLang="zh-CN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6EEA1263-C0C7-904B-B4C0-DD4045FDA0D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FA9392A-A22D-51C7-75EA-20BA0CFA1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运行时</a:t>
            </a:r>
            <a:r>
              <a:rPr lang="en-US" altLang="zh-CN"/>
              <a:t>, </a:t>
            </a:r>
            <a:r>
              <a:rPr lang="zh-CN" altLang="en-US"/>
              <a:t>点击“注”</a:t>
            </a:r>
            <a:r>
              <a:rPr lang="en-US" altLang="zh-CN"/>
              <a:t>, </a:t>
            </a:r>
            <a:r>
              <a:rPr lang="zh-CN" altLang="en-US"/>
              <a:t>或按钮“注”</a:t>
            </a:r>
            <a:r>
              <a:rPr lang="en-US" altLang="zh-CN"/>
              <a:t>, </a:t>
            </a:r>
            <a:r>
              <a:rPr lang="zh-CN" altLang="en-US"/>
              <a:t>运行计算该极限的过程</a:t>
            </a:r>
            <a:r>
              <a:rPr lang="en-US" altLang="zh-CN"/>
              <a:t>, </a:t>
            </a:r>
            <a:r>
              <a:rPr lang="zh-CN" altLang="en-US"/>
              <a:t>运行结束自动返回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>
            <a:extLst>
              <a:ext uri="{FF2B5EF4-FFF2-40B4-BE49-F238E27FC236}">
                <a16:creationId xmlns:a16="http://schemas.microsoft.com/office/drawing/2014/main" id="{45E5BBB4-E595-C830-3EA8-A2E750226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备注占位符 2">
            <a:extLst>
              <a:ext uri="{FF2B5EF4-FFF2-40B4-BE49-F238E27FC236}">
                <a16:creationId xmlns:a16="http://schemas.microsoft.com/office/drawing/2014/main" id="{7C239201-8328-9FFB-62CD-CD0B7311D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6627" name="灯片编号占位符 3">
            <a:extLst>
              <a:ext uri="{FF2B5EF4-FFF2-40B4-BE49-F238E27FC236}">
                <a16:creationId xmlns:a16="http://schemas.microsoft.com/office/drawing/2014/main" id="{CBDE94C8-4C9F-1DAF-6AC1-900B215D3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ED4ED85-E560-4DC2-99B6-922A257C6C3F}" type="slidenum">
              <a:rPr lang="en-US" altLang="zh-CN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E40BC1-B6A5-165B-B18B-4A91855C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7C3C63-6B5A-2B08-AD90-7FBFEB7B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46DE44-7670-E9F4-DDF1-75105593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7391B-C259-4A9D-922D-C2FA474CA2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7010297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4C807D-1A50-E938-E41A-56C07F5B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DF9DDD-CC0A-99B5-E922-8B3A35335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C5083-BCA9-C7F8-BCEC-D72FA0F4F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7BCEE-DA68-4D91-8EE7-3A6CDC0E6C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8556781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A7433-E572-0484-B2FE-5C1EC14C5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6B9A21-1368-F37B-696A-DFC55333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E4336D-9870-C9CC-CAD6-69FD5056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ACA3B-5FD2-4033-B62B-D0A23B774C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4624062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E8C80FF-8636-1EE8-4B19-BAD3AFBF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B3A852BC-3040-D237-8180-0F3C4E88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35DFFE4-06A6-6A22-1875-88320D63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484FE-427E-4571-B6D7-2CB339CD10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372242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1F94C290-8C3E-F86B-8316-8FDECAD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FB3D9BCA-A1EA-69D4-DEE1-B92DB31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CA1CF49-EA05-A955-1BBE-D2A6730B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F41E0-2A25-4699-9FC5-C84CCA972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318346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97D8AA0-EF4C-7EDF-48F3-DB305DAB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259083A2-03FA-6FC6-37D4-E61E5150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932163A-E15D-6F38-329E-159388CE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51446-4CF7-4B21-BE50-82DA3D1FBB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9605015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74A649C-E000-9751-F3C2-4903EB43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40E689C2-D080-9B24-8D24-0079FCF5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604F96B-FF0C-9A58-2554-748A0937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B7876-83E3-4203-B2AE-2130D90EF0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0753189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07444C8-70A7-6D83-9602-7F004FB9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F09579A-D58C-934A-7F72-E38BA98A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701FCA1-3BEB-184F-A7C9-4DF595C7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A3DA4-67E5-4FCD-BAEC-42518851CD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602842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D11924F-A42E-E0B7-81DC-59FC0375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8E214CC-3A2B-66BC-870A-2BBA7FE1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6EB1CB2-AB72-3714-358F-C10FA6AB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0405D-597E-42ED-9F19-E6434F8B38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148010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84A33-B6A4-999B-1311-9ACAC5D0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423A1-4422-3399-E90E-8B7741FF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D0159-5023-2C9C-9018-ADA2B8A4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214A6-B216-41AB-A40D-B21C983290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1318517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04B3A5-2A94-F43B-1A80-B669FBE0B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89715-7740-C601-91CA-23346DC0E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8C27D1-460E-201F-DCEE-91C94980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311FE-9B42-47ED-AA6B-F32C07A37F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6785852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04223F2A-AD4D-85D0-FBFD-7CC56319A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34A11CE0-E16C-7708-08AB-18776AA393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9FC4AE-C619-4FC5-8DE6-BE7392EE9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94EAFB-2816-569A-7807-A3C8D1783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15A56-94A1-ECE8-CD3F-5471A184A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B02975F-E7B3-406A-B4C7-672FBE7CCD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1" name="Group 7">
            <a:extLst>
              <a:ext uri="{FF2B5EF4-FFF2-40B4-BE49-F238E27FC236}">
                <a16:creationId xmlns:a16="http://schemas.microsoft.com/office/drawing/2014/main" id="{7DEAB4A6-2F27-4C7D-37B4-BF280C5BB5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8" y="6556375"/>
            <a:ext cx="9026525" cy="144463"/>
            <a:chOff x="45" y="4130"/>
            <a:chExt cx="5686" cy="91"/>
          </a:xfrm>
        </p:grpSpPr>
        <p:sp>
          <p:nvSpPr>
            <p:cNvPr id="1042" name="Line 8">
              <a:extLst>
                <a:ext uri="{FF2B5EF4-FFF2-40B4-BE49-F238E27FC236}">
                  <a16:creationId xmlns:a16="http://schemas.microsoft.com/office/drawing/2014/main" id="{194B934A-28F2-C7EF-2FE5-8AEA1B94B73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" y="4198"/>
              <a:ext cx="3582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Line 9">
              <a:extLst>
                <a:ext uri="{FF2B5EF4-FFF2-40B4-BE49-F238E27FC236}">
                  <a16:creationId xmlns:a16="http://schemas.microsoft.com/office/drawing/2014/main" id="{B3A8B5B5-863F-2634-41E4-EE71C08B3CE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" y="4221"/>
              <a:ext cx="3582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10">
              <a:extLst>
                <a:ext uri="{FF2B5EF4-FFF2-40B4-BE49-F238E27FC236}">
                  <a16:creationId xmlns:a16="http://schemas.microsoft.com/office/drawing/2014/main" id="{EB14C6B6-E310-D5D1-96A1-9CFEB27CC2E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3618" y="4130"/>
              <a:ext cx="63" cy="63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11">
              <a:extLst>
                <a:ext uri="{FF2B5EF4-FFF2-40B4-BE49-F238E27FC236}">
                  <a16:creationId xmlns:a16="http://schemas.microsoft.com/office/drawing/2014/main" id="{8B713C56-9E5A-8CD0-7FEF-C451660E835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3613" y="4153"/>
              <a:ext cx="63" cy="63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12">
              <a:extLst>
                <a:ext uri="{FF2B5EF4-FFF2-40B4-BE49-F238E27FC236}">
                  <a16:creationId xmlns:a16="http://schemas.microsoft.com/office/drawing/2014/main" id="{EDF1F9AC-64B4-AE76-8DD1-F50702B4EF2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672" y="4135"/>
              <a:ext cx="2040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Line 13">
              <a:extLst>
                <a:ext uri="{FF2B5EF4-FFF2-40B4-BE49-F238E27FC236}">
                  <a16:creationId xmlns:a16="http://schemas.microsoft.com/office/drawing/2014/main" id="{84C07443-6BB7-5423-8FEB-C5EB430A2A4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668" y="4159"/>
              <a:ext cx="2063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" name="Group 14">
            <a:extLst>
              <a:ext uri="{FF2B5EF4-FFF2-40B4-BE49-F238E27FC236}">
                <a16:creationId xmlns:a16="http://schemas.microsoft.com/office/drawing/2014/main" id="{564873AF-7B78-906B-D0AE-6E7B2C5C36C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463" y="125413"/>
            <a:ext cx="2879725" cy="68262"/>
            <a:chOff x="11" y="81"/>
            <a:chExt cx="1814" cy="43"/>
          </a:xfrm>
        </p:grpSpPr>
        <p:sp>
          <p:nvSpPr>
            <p:cNvPr id="1038" name="Line 15">
              <a:extLst>
                <a:ext uri="{FF2B5EF4-FFF2-40B4-BE49-F238E27FC236}">
                  <a16:creationId xmlns:a16="http://schemas.microsoft.com/office/drawing/2014/main" id="{F0F84CF4-00A0-8109-E37B-D32BDD17AB0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" y="81"/>
              <a:ext cx="1814" cy="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" name="Line 16">
              <a:extLst>
                <a:ext uri="{FF2B5EF4-FFF2-40B4-BE49-F238E27FC236}">
                  <a16:creationId xmlns:a16="http://schemas.microsoft.com/office/drawing/2014/main" id="{0FC938D4-F4C2-A216-C280-29A40EB8B2F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" y="95"/>
              <a:ext cx="1700" cy="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Line 17">
              <a:extLst>
                <a:ext uri="{FF2B5EF4-FFF2-40B4-BE49-F238E27FC236}">
                  <a16:creationId xmlns:a16="http://schemas.microsoft.com/office/drawing/2014/main" id="{3CDFEB1D-A296-DEF1-D8DD-FA450C2E605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" y="124"/>
              <a:ext cx="1474" cy="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Line 18">
              <a:extLst>
                <a:ext uri="{FF2B5EF4-FFF2-40B4-BE49-F238E27FC236}">
                  <a16:creationId xmlns:a16="http://schemas.microsoft.com/office/drawing/2014/main" id="{CAD7C0AA-2A68-616D-3452-3C3DBD3EA9C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" y="108"/>
              <a:ext cx="1587" cy="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3" name="Group 19">
            <a:extLst>
              <a:ext uri="{FF2B5EF4-FFF2-40B4-BE49-F238E27FC236}">
                <a16:creationId xmlns:a16="http://schemas.microsoft.com/office/drawing/2014/main" id="{8FC11981-B943-0B98-C49B-17E4E475085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25413" y="17463"/>
            <a:ext cx="74612" cy="2339975"/>
            <a:chOff x="79" y="11"/>
            <a:chExt cx="47" cy="1474"/>
          </a:xfrm>
        </p:grpSpPr>
        <p:sp>
          <p:nvSpPr>
            <p:cNvPr id="1034" name="Line 20">
              <a:extLst>
                <a:ext uri="{FF2B5EF4-FFF2-40B4-BE49-F238E27FC236}">
                  <a16:creationId xmlns:a16="http://schemas.microsoft.com/office/drawing/2014/main" id="{0FC48731-8D3E-D7D5-0E68-3AFBF7098FC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9" y="11"/>
              <a:ext cx="0" cy="1474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21">
              <a:extLst>
                <a:ext uri="{FF2B5EF4-FFF2-40B4-BE49-F238E27FC236}">
                  <a16:creationId xmlns:a16="http://schemas.microsoft.com/office/drawing/2014/main" id="{A494E93E-2F55-2827-CDC0-0A5256FAAC9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5" y="11"/>
              <a:ext cx="0" cy="136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Line 22">
              <a:extLst>
                <a:ext uri="{FF2B5EF4-FFF2-40B4-BE49-F238E27FC236}">
                  <a16:creationId xmlns:a16="http://schemas.microsoft.com/office/drawing/2014/main" id="{D02D356E-E778-AF6E-52B9-BE7FEA867A5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1" y="11"/>
              <a:ext cx="0" cy="1247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Line 23">
              <a:extLst>
                <a:ext uri="{FF2B5EF4-FFF2-40B4-BE49-F238E27FC236}">
                  <a16:creationId xmlns:a16="http://schemas.microsoft.com/office/drawing/2014/main" id="{5B9E7111-195D-1BEC-CBE4-C142AD3751B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26" y="11"/>
              <a:ext cx="0" cy="1134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emf"/><Relationship Id="rId18" Type="http://schemas.openxmlformats.org/officeDocument/2006/relationships/oleObject" Target="../embeddings/oleObject16.bin"/><Relationship Id="rId26" Type="http://schemas.openxmlformats.org/officeDocument/2006/relationships/oleObject" Target="../embeddings/oleObject20.bin"/><Relationship Id="rId39" Type="http://schemas.openxmlformats.org/officeDocument/2006/relationships/oleObject" Target="../embeddings/oleObject27.bin"/><Relationship Id="rId21" Type="http://schemas.openxmlformats.org/officeDocument/2006/relationships/image" Target="../media/image20.emf"/><Relationship Id="rId34" Type="http://schemas.openxmlformats.org/officeDocument/2006/relationships/oleObject" Target="../embeddings/oleObject24.bin"/><Relationship Id="rId42" Type="http://schemas.openxmlformats.org/officeDocument/2006/relationships/image" Target="../media/image30.emf"/><Relationship Id="rId47" Type="http://schemas.openxmlformats.org/officeDocument/2006/relationships/oleObject" Target="../embeddings/oleObject31.bin"/><Relationship Id="rId50" Type="http://schemas.openxmlformats.org/officeDocument/2006/relationships/oleObject" Target="../embeddings/oleObject33.bin"/><Relationship Id="rId7" Type="http://schemas.openxmlformats.org/officeDocument/2006/relationships/image" Target="../media/image13.e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29" Type="http://schemas.openxmlformats.org/officeDocument/2006/relationships/image" Target="../media/image24.emf"/><Relationship Id="rId11" Type="http://schemas.openxmlformats.org/officeDocument/2006/relationships/image" Target="../media/image15.emf"/><Relationship Id="rId24" Type="http://schemas.openxmlformats.org/officeDocument/2006/relationships/oleObject" Target="../embeddings/oleObject19.bin"/><Relationship Id="rId32" Type="http://schemas.openxmlformats.org/officeDocument/2006/relationships/oleObject" Target="../embeddings/oleObject23.bin"/><Relationship Id="rId37" Type="http://schemas.openxmlformats.org/officeDocument/2006/relationships/image" Target="../media/image28.emf"/><Relationship Id="rId40" Type="http://schemas.openxmlformats.org/officeDocument/2006/relationships/image" Target="../media/image29.emf"/><Relationship Id="rId45" Type="http://schemas.openxmlformats.org/officeDocument/2006/relationships/oleObject" Target="../embeddings/oleObject30.bin"/><Relationship Id="rId5" Type="http://schemas.openxmlformats.org/officeDocument/2006/relationships/image" Target="../media/image12.emf"/><Relationship Id="rId15" Type="http://schemas.openxmlformats.org/officeDocument/2006/relationships/image" Target="../media/image17.emf"/><Relationship Id="rId23" Type="http://schemas.openxmlformats.org/officeDocument/2006/relationships/image" Target="../media/image21.emf"/><Relationship Id="rId28" Type="http://schemas.openxmlformats.org/officeDocument/2006/relationships/oleObject" Target="../embeddings/oleObject21.bin"/><Relationship Id="rId36" Type="http://schemas.openxmlformats.org/officeDocument/2006/relationships/oleObject" Target="../embeddings/oleObject25.bin"/><Relationship Id="rId49" Type="http://schemas.openxmlformats.org/officeDocument/2006/relationships/image" Target="../media/image33.e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9.emf"/><Relationship Id="rId31" Type="http://schemas.openxmlformats.org/officeDocument/2006/relationships/image" Target="../media/image25.emf"/><Relationship Id="rId44" Type="http://schemas.openxmlformats.org/officeDocument/2006/relationships/image" Target="../media/image31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4.e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8.bin"/><Relationship Id="rId27" Type="http://schemas.openxmlformats.org/officeDocument/2006/relationships/image" Target="../media/image23.emf"/><Relationship Id="rId30" Type="http://schemas.openxmlformats.org/officeDocument/2006/relationships/oleObject" Target="../embeddings/oleObject22.bin"/><Relationship Id="rId35" Type="http://schemas.openxmlformats.org/officeDocument/2006/relationships/image" Target="../media/image27.emf"/><Relationship Id="rId43" Type="http://schemas.openxmlformats.org/officeDocument/2006/relationships/oleObject" Target="../embeddings/oleObject29.bin"/><Relationship Id="rId48" Type="http://schemas.openxmlformats.org/officeDocument/2006/relationships/oleObject" Target="../embeddings/oleObject32.bin"/><Relationship Id="rId8" Type="http://schemas.openxmlformats.org/officeDocument/2006/relationships/oleObject" Target="../embeddings/oleObject11.bin"/><Relationship Id="rId51" Type="http://schemas.openxmlformats.org/officeDocument/2006/relationships/image" Target="../media/image34.emf"/><Relationship Id="rId3" Type="http://schemas.openxmlformats.org/officeDocument/2006/relationships/image" Target="../media/image11.e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8.emf"/><Relationship Id="rId25" Type="http://schemas.openxmlformats.org/officeDocument/2006/relationships/image" Target="../media/image22.emf"/><Relationship Id="rId33" Type="http://schemas.openxmlformats.org/officeDocument/2006/relationships/image" Target="../media/image26.emf"/><Relationship Id="rId38" Type="http://schemas.openxmlformats.org/officeDocument/2006/relationships/oleObject" Target="../embeddings/oleObject26.bin"/><Relationship Id="rId46" Type="http://schemas.openxmlformats.org/officeDocument/2006/relationships/image" Target="../media/image32.emf"/><Relationship Id="rId20" Type="http://schemas.openxmlformats.org/officeDocument/2006/relationships/oleObject" Target="../embeddings/oleObject17.bin"/><Relationship Id="rId41" Type="http://schemas.openxmlformats.org/officeDocument/2006/relationships/oleObject" Target="../embeddings/oleObject2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emf"/><Relationship Id="rId18" Type="http://schemas.openxmlformats.org/officeDocument/2006/relationships/oleObject" Target="../embeddings/oleObject42.bin"/><Relationship Id="rId26" Type="http://schemas.openxmlformats.org/officeDocument/2006/relationships/oleObject" Target="../embeddings/oleObject46.bin"/><Relationship Id="rId3" Type="http://schemas.openxmlformats.org/officeDocument/2006/relationships/image" Target="../media/image35.emf"/><Relationship Id="rId21" Type="http://schemas.openxmlformats.org/officeDocument/2006/relationships/image" Target="../media/image44.emf"/><Relationship Id="rId7" Type="http://schemas.openxmlformats.org/officeDocument/2006/relationships/image" Target="../media/image37.e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2.emf"/><Relationship Id="rId25" Type="http://schemas.openxmlformats.org/officeDocument/2006/relationships/image" Target="../media/image46.emf"/><Relationship Id="rId33" Type="http://schemas.openxmlformats.org/officeDocument/2006/relationships/image" Target="../media/image50.e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29" Type="http://schemas.openxmlformats.org/officeDocument/2006/relationships/image" Target="../media/image48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9.emf"/><Relationship Id="rId24" Type="http://schemas.openxmlformats.org/officeDocument/2006/relationships/oleObject" Target="../embeddings/oleObject45.bin"/><Relationship Id="rId32" Type="http://schemas.openxmlformats.org/officeDocument/2006/relationships/oleObject" Target="../embeddings/oleObject49.bin"/><Relationship Id="rId5" Type="http://schemas.openxmlformats.org/officeDocument/2006/relationships/image" Target="../media/image36.emf"/><Relationship Id="rId15" Type="http://schemas.openxmlformats.org/officeDocument/2006/relationships/image" Target="../media/image41.emf"/><Relationship Id="rId23" Type="http://schemas.openxmlformats.org/officeDocument/2006/relationships/image" Target="../media/image45.emf"/><Relationship Id="rId28" Type="http://schemas.openxmlformats.org/officeDocument/2006/relationships/oleObject" Target="../embeddings/oleObject47.bin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43.emf"/><Relationship Id="rId31" Type="http://schemas.openxmlformats.org/officeDocument/2006/relationships/image" Target="../media/image49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8.emf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4.bin"/><Relationship Id="rId27" Type="http://schemas.openxmlformats.org/officeDocument/2006/relationships/image" Target="../media/image47.emf"/><Relationship Id="rId30" Type="http://schemas.openxmlformats.org/officeDocument/2006/relationships/oleObject" Target="../embeddings/oleObject48.bin"/><Relationship Id="rId8" Type="http://schemas.openxmlformats.org/officeDocument/2006/relationships/oleObject" Target="../embeddings/oleObject3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9.emf"/><Relationship Id="rId3" Type="http://schemas.openxmlformats.org/officeDocument/2006/relationships/image" Target="../media/image51.emf"/><Relationship Id="rId7" Type="http://schemas.openxmlformats.org/officeDocument/2006/relationships/image" Target="../media/image53.emf"/><Relationship Id="rId12" Type="http://schemas.openxmlformats.org/officeDocument/2006/relationships/image" Target="../media/image56.emf"/><Relationship Id="rId17" Type="http://schemas.openxmlformats.org/officeDocument/2006/relationships/oleObject" Target="../embeddings/oleObject57.bin"/><Relationship Id="rId2" Type="http://schemas.openxmlformats.org/officeDocument/2006/relationships/oleObject" Target="../embeddings/oleObject50.bin"/><Relationship Id="rId16" Type="http://schemas.openxmlformats.org/officeDocument/2006/relationships/image" Target="../media/image58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5.emf"/><Relationship Id="rId5" Type="http://schemas.openxmlformats.org/officeDocument/2006/relationships/image" Target="../media/image52.emf"/><Relationship Id="rId15" Type="http://schemas.openxmlformats.org/officeDocument/2006/relationships/oleObject" Target="../embeddings/oleObject56.bin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4.emf"/><Relationship Id="rId14" Type="http://schemas.openxmlformats.org/officeDocument/2006/relationships/image" Target="../media/image5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60.emf"/><Relationship Id="rId7" Type="http://schemas.openxmlformats.org/officeDocument/2006/relationships/image" Target="../media/image62.e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61.e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69.emf"/><Relationship Id="rId3" Type="http://schemas.openxmlformats.org/officeDocument/2006/relationships/image" Target="../media/image64.emf"/><Relationship Id="rId7" Type="http://schemas.openxmlformats.org/officeDocument/2006/relationships/image" Target="../media/image66.emf"/><Relationship Id="rId12" Type="http://schemas.openxmlformats.org/officeDocument/2006/relationships/oleObject" Target="../embeddings/oleObject67.bin"/><Relationship Id="rId17" Type="http://schemas.openxmlformats.org/officeDocument/2006/relationships/oleObject" Target="../embeddings/oleObject70.bin"/><Relationship Id="rId2" Type="http://schemas.openxmlformats.org/officeDocument/2006/relationships/oleObject" Target="../embeddings/oleObject62.bin"/><Relationship Id="rId16" Type="http://schemas.openxmlformats.org/officeDocument/2006/relationships/oleObject" Target="../embeddings/oleObject6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68.emf"/><Relationship Id="rId5" Type="http://schemas.openxmlformats.org/officeDocument/2006/relationships/image" Target="../media/image65.emf"/><Relationship Id="rId15" Type="http://schemas.openxmlformats.org/officeDocument/2006/relationships/image" Target="../media/image70.e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7.emf"/><Relationship Id="rId14" Type="http://schemas.openxmlformats.org/officeDocument/2006/relationships/oleObject" Target="../embeddings/oleObject68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6.bin"/><Relationship Id="rId18" Type="http://schemas.openxmlformats.org/officeDocument/2006/relationships/image" Target="../media/image78.emf"/><Relationship Id="rId26" Type="http://schemas.openxmlformats.org/officeDocument/2006/relationships/image" Target="../media/image82.emf"/><Relationship Id="rId21" Type="http://schemas.openxmlformats.org/officeDocument/2006/relationships/oleObject" Target="../embeddings/oleObject80.bin"/><Relationship Id="rId34" Type="http://schemas.openxmlformats.org/officeDocument/2006/relationships/image" Target="../media/image84.emf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5.e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33" Type="http://schemas.openxmlformats.org/officeDocument/2006/relationships/oleObject" Target="../embeddings/oleObject86.bin"/><Relationship Id="rId38" Type="http://schemas.openxmlformats.org/officeDocument/2006/relationships/image" Target="../media/image86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7.emf"/><Relationship Id="rId20" Type="http://schemas.openxmlformats.org/officeDocument/2006/relationships/image" Target="../media/image79.emf"/><Relationship Id="rId29" Type="http://schemas.openxmlformats.org/officeDocument/2006/relationships/oleObject" Target="../embeddings/oleObject84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.emf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81.emf"/><Relationship Id="rId32" Type="http://schemas.openxmlformats.org/officeDocument/2006/relationships/image" Target="../media/image29.emf"/><Relationship Id="rId37" Type="http://schemas.openxmlformats.org/officeDocument/2006/relationships/oleObject" Target="../embeddings/oleObject88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83.emf"/><Relationship Id="rId36" Type="http://schemas.openxmlformats.org/officeDocument/2006/relationships/image" Target="../media/image85.emf"/><Relationship Id="rId10" Type="http://schemas.openxmlformats.org/officeDocument/2006/relationships/image" Target="../media/image74.emf"/><Relationship Id="rId19" Type="http://schemas.openxmlformats.org/officeDocument/2006/relationships/oleObject" Target="../embeddings/oleObject79.bin"/><Relationship Id="rId31" Type="http://schemas.openxmlformats.org/officeDocument/2006/relationships/oleObject" Target="../embeddings/oleObject85.bin"/><Relationship Id="rId4" Type="http://schemas.openxmlformats.org/officeDocument/2006/relationships/image" Target="../media/image71.e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6.emf"/><Relationship Id="rId22" Type="http://schemas.openxmlformats.org/officeDocument/2006/relationships/image" Target="../media/image80.e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31.emf"/><Relationship Id="rId35" Type="http://schemas.openxmlformats.org/officeDocument/2006/relationships/oleObject" Target="../embeddings/oleObject87.bin"/><Relationship Id="rId8" Type="http://schemas.openxmlformats.org/officeDocument/2006/relationships/image" Target="../media/image73.emf"/><Relationship Id="rId3" Type="http://schemas.openxmlformats.org/officeDocument/2006/relationships/oleObject" Target="../embeddings/oleObject7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92.emf"/><Relationship Id="rId3" Type="http://schemas.openxmlformats.org/officeDocument/2006/relationships/image" Target="../media/image87.wmf"/><Relationship Id="rId7" Type="http://schemas.openxmlformats.org/officeDocument/2006/relationships/image" Target="../media/image89.emf"/><Relationship Id="rId12" Type="http://schemas.openxmlformats.org/officeDocument/2006/relationships/oleObject" Target="../embeddings/oleObject94.bin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91.emf"/><Relationship Id="rId5" Type="http://schemas.openxmlformats.org/officeDocument/2006/relationships/image" Target="../media/image88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9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98.emf"/><Relationship Id="rId18" Type="http://schemas.openxmlformats.org/officeDocument/2006/relationships/oleObject" Target="../embeddings/oleObject103.bin"/><Relationship Id="rId3" Type="http://schemas.openxmlformats.org/officeDocument/2006/relationships/image" Target="../media/image93.emf"/><Relationship Id="rId21" Type="http://schemas.openxmlformats.org/officeDocument/2006/relationships/image" Target="../media/image102.emf"/><Relationship Id="rId7" Type="http://schemas.openxmlformats.org/officeDocument/2006/relationships/image" Target="../media/image95.e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00.emf"/><Relationship Id="rId25" Type="http://schemas.openxmlformats.org/officeDocument/2006/relationships/image" Target="../media/image104.e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97.emf"/><Relationship Id="rId24" Type="http://schemas.openxmlformats.org/officeDocument/2006/relationships/oleObject" Target="../embeddings/oleObject106.bin"/><Relationship Id="rId5" Type="http://schemas.openxmlformats.org/officeDocument/2006/relationships/image" Target="../media/image94.emf"/><Relationship Id="rId15" Type="http://schemas.openxmlformats.org/officeDocument/2006/relationships/image" Target="../media/image99.emf"/><Relationship Id="rId23" Type="http://schemas.openxmlformats.org/officeDocument/2006/relationships/image" Target="../media/image103.emf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01.e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6.e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5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12.emf"/><Relationship Id="rId26" Type="http://schemas.openxmlformats.org/officeDocument/2006/relationships/oleObject" Target="../embeddings/oleObject118.bin"/><Relationship Id="rId39" Type="http://schemas.openxmlformats.org/officeDocument/2006/relationships/image" Target="../media/image123.emf"/><Relationship Id="rId21" Type="http://schemas.openxmlformats.org/officeDocument/2006/relationships/image" Target="../media/image114.emf"/><Relationship Id="rId34" Type="http://schemas.openxmlformats.org/officeDocument/2006/relationships/oleObject" Target="../embeddings/oleObject122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09.emf"/><Relationship Id="rId17" Type="http://schemas.openxmlformats.org/officeDocument/2006/relationships/oleObject" Target="../embeddings/oleObject114.bin"/><Relationship Id="rId25" Type="http://schemas.openxmlformats.org/officeDocument/2006/relationships/image" Target="../media/image116.emf"/><Relationship Id="rId33" Type="http://schemas.openxmlformats.org/officeDocument/2006/relationships/image" Target="../media/image120.emf"/><Relationship Id="rId38" Type="http://schemas.openxmlformats.org/officeDocument/2006/relationships/oleObject" Target="../embeddings/oleObject124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1.emf"/><Relationship Id="rId20" Type="http://schemas.openxmlformats.org/officeDocument/2006/relationships/oleObject" Target="../embeddings/oleObject115.bin"/><Relationship Id="rId29" Type="http://schemas.openxmlformats.org/officeDocument/2006/relationships/image" Target="../media/image118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6.emf"/><Relationship Id="rId11" Type="http://schemas.openxmlformats.org/officeDocument/2006/relationships/oleObject" Target="../embeddings/oleObject111.bin"/><Relationship Id="rId24" Type="http://schemas.openxmlformats.org/officeDocument/2006/relationships/oleObject" Target="../embeddings/oleObject117.bin"/><Relationship Id="rId32" Type="http://schemas.openxmlformats.org/officeDocument/2006/relationships/oleObject" Target="../embeddings/oleObject121.bin"/><Relationship Id="rId37" Type="http://schemas.openxmlformats.org/officeDocument/2006/relationships/image" Target="../media/image122.emf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23" Type="http://schemas.openxmlformats.org/officeDocument/2006/relationships/image" Target="../media/image115.emf"/><Relationship Id="rId28" Type="http://schemas.openxmlformats.org/officeDocument/2006/relationships/oleObject" Target="../embeddings/oleObject119.bin"/><Relationship Id="rId36" Type="http://schemas.openxmlformats.org/officeDocument/2006/relationships/oleObject" Target="../embeddings/oleObject123.bin"/><Relationship Id="rId10" Type="http://schemas.openxmlformats.org/officeDocument/2006/relationships/image" Target="../media/image108.emf"/><Relationship Id="rId19" Type="http://schemas.openxmlformats.org/officeDocument/2006/relationships/image" Target="../media/image113.png"/><Relationship Id="rId31" Type="http://schemas.openxmlformats.org/officeDocument/2006/relationships/image" Target="../media/image119.emf"/><Relationship Id="rId4" Type="http://schemas.openxmlformats.org/officeDocument/2006/relationships/image" Target="../media/image105.e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10.emf"/><Relationship Id="rId22" Type="http://schemas.openxmlformats.org/officeDocument/2006/relationships/oleObject" Target="../embeddings/oleObject116.bin"/><Relationship Id="rId27" Type="http://schemas.openxmlformats.org/officeDocument/2006/relationships/image" Target="../media/image117.emf"/><Relationship Id="rId30" Type="http://schemas.openxmlformats.org/officeDocument/2006/relationships/oleObject" Target="../embeddings/oleObject120.bin"/><Relationship Id="rId35" Type="http://schemas.openxmlformats.org/officeDocument/2006/relationships/image" Target="../media/image121.emf"/><Relationship Id="rId8" Type="http://schemas.openxmlformats.org/officeDocument/2006/relationships/image" Target="../media/image107.emf"/><Relationship Id="rId3" Type="http://schemas.openxmlformats.org/officeDocument/2006/relationships/oleObject" Target="../embeddings/oleObject10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29.emf"/><Relationship Id="rId18" Type="http://schemas.openxmlformats.org/officeDocument/2006/relationships/oleObject" Target="../embeddings/oleObject133.bin"/><Relationship Id="rId26" Type="http://schemas.openxmlformats.org/officeDocument/2006/relationships/image" Target="../media/image135.emf"/><Relationship Id="rId3" Type="http://schemas.openxmlformats.org/officeDocument/2006/relationships/image" Target="../media/image124.emf"/><Relationship Id="rId21" Type="http://schemas.openxmlformats.org/officeDocument/2006/relationships/image" Target="../media/image132.emf"/><Relationship Id="rId7" Type="http://schemas.openxmlformats.org/officeDocument/2006/relationships/image" Target="../media/image126.e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29.emf"/><Relationship Id="rId25" Type="http://schemas.openxmlformats.org/officeDocument/2006/relationships/image" Target="../media/image134.emf"/><Relationship Id="rId2" Type="http://schemas.openxmlformats.org/officeDocument/2006/relationships/oleObject" Target="../embeddings/oleObject125.bin"/><Relationship Id="rId16" Type="http://schemas.openxmlformats.org/officeDocument/2006/relationships/oleObject" Target="../embeddings/oleObject132.bin"/><Relationship Id="rId20" Type="http://schemas.openxmlformats.org/officeDocument/2006/relationships/oleObject" Target="../embeddings/oleObject134.bin"/><Relationship Id="rId29" Type="http://schemas.openxmlformats.org/officeDocument/2006/relationships/oleObject" Target="../embeddings/oleObject13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8.emf"/><Relationship Id="rId24" Type="http://schemas.openxmlformats.org/officeDocument/2006/relationships/oleObject" Target="../embeddings/oleObject136.bin"/><Relationship Id="rId5" Type="http://schemas.openxmlformats.org/officeDocument/2006/relationships/image" Target="../media/image125.emf"/><Relationship Id="rId15" Type="http://schemas.openxmlformats.org/officeDocument/2006/relationships/image" Target="../media/image130.emf"/><Relationship Id="rId23" Type="http://schemas.openxmlformats.org/officeDocument/2006/relationships/image" Target="../media/image133.emf"/><Relationship Id="rId28" Type="http://schemas.openxmlformats.org/officeDocument/2006/relationships/image" Target="../media/image137.e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31.e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7.emf"/><Relationship Id="rId14" Type="http://schemas.openxmlformats.org/officeDocument/2006/relationships/oleObject" Target="../embeddings/oleObject131.bin"/><Relationship Id="rId22" Type="http://schemas.openxmlformats.org/officeDocument/2006/relationships/oleObject" Target="../embeddings/oleObject135.bin"/><Relationship Id="rId27" Type="http://schemas.openxmlformats.org/officeDocument/2006/relationships/image" Target="../media/image13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43.emf"/><Relationship Id="rId18" Type="http://schemas.openxmlformats.org/officeDocument/2006/relationships/oleObject" Target="../embeddings/oleObject146.bin"/><Relationship Id="rId26" Type="http://schemas.openxmlformats.org/officeDocument/2006/relationships/oleObject" Target="../embeddings/oleObject150.bin"/><Relationship Id="rId3" Type="http://schemas.openxmlformats.org/officeDocument/2006/relationships/image" Target="../media/image138.emf"/><Relationship Id="rId21" Type="http://schemas.openxmlformats.org/officeDocument/2006/relationships/image" Target="../media/image147.emf"/><Relationship Id="rId7" Type="http://schemas.openxmlformats.org/officeDocument/2006/relationships/image" Target="../media/image140.e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45.emf"/><Relationship Id="rId25" Type="http://schemas.openxmlformats.org/officeDocument/2006/relationships/image" Target="../media/image149.e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20" Type="http://schemas.openxmlformats.org/officeDocument/2006/relationships/oleObject" Target="../embeddings/oleObject147.bin"/><Relationship Id="rId29" Type="http://schemas.openxmlformats.org/officeDocument/2006/relationships/image" Target="../media/image151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42.emf"/><Relationship Id="rId24" Type="http://schemas.openxmlformats.org/officeDocument/2006/relationships/oleObject" Target="../embeddings/oleObject149.bin"/><Relationship Id="rId5" Type="http://schemas.openxmlformats.org/officeDocument/2006/relationships/image" Target="../media/image139.emf"/><Relationship Id="rId15" Type="http://schemas.openxmlformats.org/officeDocument/2006/relationships/image" Target="../media/image144.emf"/><Relationship Id="rId23" Type="http://schemas.openxmlformats.org/officeDocument/2006/relationships/image" Target="../media/image148.emf"/><Relationship Id="rId28" Type="http://schemas.openxmlformats.org/officeDocument/2006/relationships/oleObject" Target="../embeddings/oleObject151.bin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46.e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41.emf"/><Relationship Id="rId14" Type="http://schemas.openxmlformats.org/officeDocument/2006/relationships/oleObject" Target="../embeddings/oleObject144.bin"/><Relationship Id="rId22" Type="http://schemas.openxmlformats.org/officeDocument/2006/relationships/oleObject" Target="../embeddings/oleObject148.bin"/><Relationship Id="rId27" Type="http://schemas.openxmlformats.org/officeDocument/2006/relationships/image" Target="../media/image15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57.emf"/><Relationship Id="rId18" Type="http://schemas.openxmlformats.org/officeDocument/2006/relationships/oleObject" Target="../embeddings/oleObject160.bin"/><Relationship Id="rId3" Type="http://schemas.openxmlformats.org/officeDocument/2006/relationships/image" Target="../media/image152.emf"/><Relationship Id="rId21" Type="http://schemas.openxmlformats.org/officeDocument/2006/relationships/image" Target="../media/image160.emf"/><Relationship Id="rId7" Type="http://schemas.openxmlformats.org/officeDocument/2006/relationships/image" Target="../media/image154.e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59.emf"/><Relationship Id="rId2" Type="http://schemas.openxmlformats.org/officeDocument/2006/relationships/oleObject" Target="../embeddings/oleObject152.bin"/><Relationship Id="rId16" Type="http://schemas.openxmlformats.org/officeDocument/2006/relationships/oleObject" Target="../embeddings/oleObject159.bin"/><Relationship Id="rId20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56.emf"/><Relationship Id="rId5" Type="http://schemas.openxmlformats.org/officeDocument/2006/relationships/image" Target="../media/image153.emf"/><Relationship Id="rId15" Type="http://schemas.openxmlformats.org/officeDocument/2006/relationships/image" Target="../media/image158.emf"/><Relationship Id="rId23" Type="http://schemas.openxmlformats.org/officeDocument/2006/relationships/image" Target="../media/image161.emf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48.emf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55.emf"/><Relationship Id="rId14" Type="http://schemas.openxmlformats.org/officeDocument/2006/relationships/oleObject" Target="../embeddings/oleObject158.bin"/><Relationship Id="rId22" Type="http://schemas.openxmlformats.org/officeDocument/2006/relationships/oleObject" Target="../embeddings/oleObject16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67.emf"/><Relationship Id="rId18" Type="http://schemas.openxmlformats.org/officeDocument/2006/relationships/oleObject" Target="../embeddings/oleObject171.bin"/><Relationship Id="rId3" Type="http://schemas.openxmlformats.org/officeDocument/2006/relationships/image" Target="../media/image162.emf"/><Relationship Id="rId7" Type="http://schemas.openxmlformats.org/officeDocument/2006/relationships/image" Target="../media/image164.e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69.emf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6.emf"/><Relationship Id="rId5" Type="http://schemas.openxmlformats.org/officeDocument/2006/relationships/image" Target="../media/image163.emf"/><Relationship Id="rId15" Type="http://schemas.openxmlformats.org/officeDocument/2006/relationships/image" Target="../media/image168.emf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70.e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65.emf"/><Relationship Id="rId14" Type="http://schemas.openxmlformats.org/officeDocument/2006/relationships/oleObject" Target="../embeddings/oleObject16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148.emf"/><Relationship Id="rId3" Type="http://schemas.openxmlformats.org/officeDocument/2006/relationships/image" Target="../media/image171.emf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177.bin"/><Relationship Id="rId17" Type="http://schemas.openxmlformats.org/officeDocument/2006/relationships/image" Target="../media/image177.emf"/><Relationship Id="rId2" Type="http://schemas.openxmlformats.org/officeDocument/2006/relationships/oleObject" Target="../embeddings/oleObject172.bin"/><Relationship Id="rId16" Type="http://schemas.openxmlformats.org/officeDocument/2006/relationships/oleObject" Target="../embeddings/oleObject17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76.emf"/><Relationship Id="rId10" Type="http://schemas.openxmlformats.org/officeDocument/2006/relationships/oleObject" Target="../embeddings/oleObject176.bin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178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emf"/><Relationship Id="rId18" Type="http://schemas.openxmlformats.org/officeDocument/2006/relationships/oleObject" Target="../embeddings/oleObject188.bin"/><Relationship Id="rId26" Type="http://schemas.openxmlformats.org/officeDocument/2006/relationships/oleObject" Target="../embeddings/oleObject192.bin"/><Relationship Id="rId3" Type="http://schemas.openxmlformats.org/officeDocument/2006/relationships/image" Target="../media/image178.emf"/><Relationship Id="rId21" Type="http://schemas.openxmlformats.org/officeDocument/2006/relationships/image" Target="../media/image187.emf"/><Relationship Id="rId7" Type="http://schemas.openxmlformats.org/officeDocument/2006/relationships/image" Target="../media/image180.emf"/><Relationship Id="rId12" Type="http://schemas.openxmlformats.org/officeDocument/2006/relationships/oleObject" Target="../embeddings/oleObject185.bin"/><Relationship Id="rId17" Type="http://schemas.openxmlformats.org/officeDocument/2006/relationships/image" Target="../media/image185.emf"/><Relationship Id="rId25" Type="http://schemas.openxmlformats.org/officeDocument/2006/relationships/image" Target="../media/image189.emf"/><Relationship Id="rId33" Type="http://schemas.openxmlformats.org/officeDocument/2006/relationships/image" Target="../media/image193.png"/><Relationship Id="rId2" Type="http://schemas.openxmlformats.org/officeDocument/2006/relationships/oleObject" Target="../embeddings/oleObject180.bin"/><Relationship Id="rId16" Type="http://schemas.openxmlformats.org/officeDocument/2006/relationships/oleObject" Target="../embeddings/oleObject187.bin"/><Relationship Id="rId20" Type="http://schemas.openxmlformats.org/officeDocument/2006/relationships/oleObject" Target="../embeddings/oleObject189.bin"/><Relationship Id="rId29" Type="http://schemas.openxmlformats.org/officeDocument/2006/relationships/image" Target="../media/image191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82.bin"/><Relationship Id="rId11" Type="http://schemas.openxmlformats.org/officeDocument/2006/relationships/image" Target="../media/image182.emf"/><Relationship Id="rId24" Type="http://schemas.openxmlformats.org/officeDocument/2006/relationships/oleObject" Target="../embeddings/oleObject191.bin"/><Relationship Id="rId32" Type="http://schemas.openxmlformats.org/officeDocument/2006/relationships/oleObject" Target="../embeddings/oleObject195.bin"/><Relationship Id="rId5" Type="http://schemas.openxmlformats.org/officeDocument/2006/relationships/image" Target="../media/image179.emf"/><Relationship Id="rId15" Type="http://schemas.openxmlformats.org/officeDocument/2006/relationships/image" Target="../media/image184.emf"/><Relationship Id="rId23" Type="http://schemas.openxmlformats.org/officeDocument/2006/relationships/image" Target="../media/image188.emf"/><Relationship Id="rId28" Type="http://schemas.openxmlformats.org/officeDocument/2006/relationships/oleObject" Target="../embeddings/oleObject193.bin"/><Relationship Id="rId10" Type="http://schemas.openxmlformats.org/officeDocument/2006/relationships/oleObject" Target="../embeddings/oleObject184.bin"/><Relationship Id="rId19" Type="http://schemas.openxmlformats.org/officeDocument/2006/relationships/image" Target="../media/image186.emf"/><Relationship Id="rId31" Type="http://schemas.openxmlformats.org/officeDocument/2006/relationships/image" Target="../media/image192.emf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81.emf"/><Relationship Id="rId14" Type="http://schemas.openxmlformats.org/officeDocument/2006/relationships/oleObject" Target="../embeddings/oleObject186.bin"/><Relationship Id="rId22" Type="http://schemas.openxmlformats.org/officeDocument/2006/relationships/oleObject" Target="../embeddings/oleObject190.bin"/><Relationship Id="rId27" Type="http://schemas.openxmlformats.org/officeDocument/2006/relationships/image" Target="../media/image190.emf"/><Relationship Id="rId30" Type="http://schemas.openxmlformats.org/officeDocument/2006/relationships/oleObject" Target="../embeddings/oleObject194.bin"/><Relationship Id="rId8" Type="http://schemas.openxmlformats.org/officeDocument/2006/relationships/oleObject" Target="../embeddings/oleObject18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45.emf"/><Relationship Id="rId18" Type="http://schemas.openxmlformats.org/officeDocument/2006/relationships/image" Target="../media/image48.emf"/><Relationship Id="rId3" Type="http://schemas.openxmlformats.org/officeDocument/2006/relationships/image" Target="../media/image194.emf"/><Relationship Id="rId7" Type="http://schemas.openxmlformats.org/officeDocument/2006/relationships/image" Target="../media/image196.emf"/><Relationship Id="rId12" Type="http://schemas.openxmlformats.org/officeDocument/2006/relationships/oleObject" Target="../embeddings/oleObject201.bin"/><Relationship Id="rId17" Type="http://schemas.openxmlformats.org/officeDocument/2006/relationships/oleObject" Target="../embeddings/oleObject203.bin"/><Relationship Id="rId2" Type="http://schemas.openxmlformats.org/officeDocument/2006/relationships/oleObject" Target="../embeddings/oleObject196.bin"/><Relationship Id="rId16" Type="http://schemas.openxmlformats.org/officeDocument/2006/relationships/image" Target="../media/image4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44.emf"/><Relationship Id="rId5" Type="http://schemas.openxmlformats.org/officeDocument/2006/relationships/image" Target="../media/image195.emf"/><Relationship Id="rId15" Type="http://schemas.openxmlformats.org/officeDocument/2006/relationships/image" Target="../media/image198.emf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197.emf"/><Relationship Id="rId14" Type="http://schemas.openxmlformats.org/officeDocument/2006/relationships/oleObject" Target="../embeddings/oleObject20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7" Type="http://schemas.openxmlformats.org/officeDocument/2006/relationships/image" Target="../media/image201.emf"/><Relationship Id="rId2" Type="http://schemas.openxmlformats.org/officeDocument/2006/relationships/oleObject" Target="../embeddings/oleObject20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06.bin"/><Relationship Id="rId5" Type="http://schemas.openxmlformats.org/officeDocument/2006/relationships/image" Target="../media/image200.emf"/><Relationship Id="rId4" Type="http://schemas.openxmlformats.org/officeDocument/2006/relationships/oleObject" Target="../embeddings/oleObject20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84.emf"/><Relationship Id="rId3" Type="http://schemas.openxmlformats.org/officeDocument/2006/relationships/image" Target="../media/image202.emf"/><Relationship Id="rId7" Type="http://schemas.openxmlformats.org/officeDocument/2006/relationships/image" Target="../media/image204.emf"/><Relationship Id="rId12" Type="http://schemas.openxmlformats.org/officeDocument/2006/relationships/oleObject" Target="../embeddings/oleObject212.bin"/><Relationship Id="rId2" Type="http://schemas.openxmlformats.org/officeDocument/2006/relationships/oleObject" Target="../embeddings/oleObject207.bin"/><Relationship Id="rId16" Type="http://schemas.openxmlformats.org/officeDocument/2006/relationships/image" Target="../media/image20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206.emf"/><Relationship Id="rId5" Type="http://schemas.openxmlformats.org/officeDocument/2006/relationships/image" Target="../media/image203.emf"/><Relationship Id="rId15" Type="http://schemas.openxmlformats.org/officeDocument/2006/relationships/oleObject" Target="../embeddings/oleObject214.bin"/><Relationship Id="rId10" Type="http://schemas.openxmlformats.org/officeDocument/2006/relationships/oleObject" Target="../embeddings/oleObject211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205.emf"/><Relationship Id="rId14" Type="http://schemas.openxmlformats.org/officeDocument/2006/relationships/oleObject" Target="../embeddings/oleObject2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矩形 2">
            <a:extLst>
              <a:ext uri="{FF2B5EF4-FFF2-40B4-BE49-F238E27FC236}">
                <a16:creationId xmlns:a16="http://schemas.microsoft.com/office/drawing/2014/main" id="{E144A74D-519E-A81D-EBDD-609C48B36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90525"/>
            <a:ext cx="25923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6</a:t>
            </a:r>
            <a:endParaRPr lang="zh-CN" altLang="en-US" sz="6000">
              <a:latin typeface="Calibri" panose="020F0502020204030204" pitchFamily="34" charset="0"/>
            </a:endParaRPr>
          </a:p>
        </p:txBody>
      </p:sp>
      <p:sp>
        <p:nvSpPr>
          <p:cNvPr id="14338" name="矩形 3">
            <a:extLst>
              <a:ext uri="{FF2B5EF4-FFF2-40B4-BE49-F238E27FC236}">
                <a16:creationId xmlns:a16="http://schemas.microsoft.com/office/drawing/2014/main" id="{784C103B-907A-87BC-EE3D-0B11B6CF5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1223963"/>
            <a:ext cx="11556369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Existence Criteria and Two Important Limits and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Two Important Limits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339" name="矩形 4">
            <a:extLst>
              <a:ext uri="{FF2B5EF4-FFF2-40B4-BE49-F238E27FC236}">
                <a16:creationId xmlns:a16="http://schemas.microsoft.com/office/drawing/2014/main" id="{B38EE1D2-C792-402B-B5C2-F0D102ACB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139950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4340" name="矩形 6">
            <a:extLst>
              <a:ext uri="{FF2B5EF4-FFF2-40B4-BE49-F238E27FC236}">
                <a16:creationId xmlns:a16="http://schemas.microsoft.com/office/drawing/2014/main" id="{587E3F68-007C-1F61-6AD5-DF6DEEA2D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638" y="2973388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4341" name="矩形 7">
            <a:extLst>
              <a:ext uri="{FF2B5EF4-FFF2-40B4-BE49-F238E27FC236}">
                <a16:creationId xmlns:a16="http://schemas.microsoft.com/office/drawing/2014/main" id="{24772A63-00E9-86EA-419E-5602A3CC5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19" y="390525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Calibri" panose="020F0502020204030204" pitchFamily="34" charset="0"/>
              </a:rPr>
              <a:t>Chapter 1</a:t>
            </a:r>
            <a:endParaRPr lang="zh-CN" altLang="en-US" sz="18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14342" name="图片 8" descr="卡通人物&#10;&#10;描述已自动生成">
            <a:extLst>
              <a:ext uri="{FF2B5EF4-FFF2-40B4-BE49-F238E27FC236}">
                <a16:creationId xmlns:a16="http://schemas.microsoft.com/office/drawing/2014/main" id="{228B2C61-30C9-5596-0E24-297BC1570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700588"/>
            <a:ext cx="194310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矩形 9">
            <a:extLst>
              <a:ext uri="{FF2B5EF4-FFF2-40B4-BE49-F238E27FC236}">
                <a16:creationId xmlns:a16="http://schemas.microsoft.com/office/drawing/2014/main" id="{3E4F7D7C-2EE0-9092-BC24-60FE6D8ED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152775"/>
            <a:ext cx="503237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/>
              <a:t>I. functionlimit and sequencelimit</a:t>
            </a:r>
            <a:endParaRPr lang="zh-CN" altLang="en-US" sz="3200"/>
          </a:p>
        </p:txBody>
      </p:sp>
      <p:sp>
        <p:nvSpPr>
          <p:cNvPr id="14344" name="矩形 10">
            <a:extLst>
              <a:ext uri="{FF2B5EF4-FFF2-40B4-BE49-F238E27FC236}">
                <a16:creationId xmlns:a16="http://schemas.microsoft.com/office/drawing/2014/main" id="{7DE94E84-E46A-C6A4-83DB-0E85F0E98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4724400"/>
            <a:ext cx="43107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/>
              <a:t>II. Two Important Limits</a:t>
            </a:r>
            <a:endParaRPr lang="zh-CN" altLang="en-US" sz="3200"/>
          </a:p>
        </p:txBody>
      </p:sp>
      <p:sp>
        <p:nvSpPr>
          <p:cNvPr id="14345" name="矩形 11">
            <a:extLst>
              <a:ext uri="{FF2B5EF4-FFF2-40B4-BE49-F238E27FC236}">
                <a16:creationId xmlns:a16="http://schemas.microsoft.com/office/drawing/2014/main" id="{608CDE2B-11FD-79D2-F6CF-AC603E838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3838575"/>
            <a:ext cx="56781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/>
              <a:t>'s relation and squeezecriterion</a:t>
            </a:r>
            <a:endParaRPr lang="zh-CN" altLang="en-US" sz="3200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D62BC2D-03AC-6768-A043-50421E7DD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13" y="471488"/>
            <a:ext cx="8370887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zh-CN" sz="3200" b="1">
                <a:ea typeface="楷体_GB2312" pitchFamily="49" charset="-122"/>
              </a:rPr>
              <a:t>I. functionlimit and sequencelimit's relation and squeezecriterion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2874CD91-DF8F-C16F-28C6-07B76E44E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33488"/>
            <a:ext cx="5638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 b="1"/>
              <a:t>1. functionlimit and sequencelimit's relation</a:t>
            </a:r>
            <a:endParaRPr lang="zh-CN" altLang="en-US" sz="2400" b="1"/>
          </a:p>
        </p:txBody>
      </p:sp>
      <p:sp>
        <p:nvSpPr>
          <p:cNvPr id="63493" name="Text Box 5">
            <a:extLst>
              <a:ext uri="{FF2B5EF4-FFF2-40B4-BE49-F238E27FC236}">
                <a16:creationId xmlns:a16="http://schemas.microsoft.com/office/drawing/2014/main" id="{AF1AEA69-CB1F-6C49-F40D-CB20B6588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1981200"/>
            <a:ext cx="16002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Theorem1.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63494" name="Object 6">
            <a:extLst>
              <a:ext uri="{FF2B5EF4-FFF2-40B4-BE49-F238E27FC236}">
                <a16:creationId xmlns:a16="http://schemas.microsoft.com/office/drawing/2014/main" id="{5DC4C2E5-606F-5DFD-30EF-0DF21BCF4C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113" y="2693988"/>
          <a:ext cx="22209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2693988"/>
                        <a:ext cx="22209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Line 7">
            <a:extLst>
              <a:ext uri="{FF2B5EF4-FFF2-40B4-BE49-F238E27FC236}">
                <a16:creationId xmlns:a16="http://schemas.microsoft.com/office/drawing/2014/main" id="{1F7FF558-4E93-C838-E529-9214C2288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913063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6" name="Line 8">
            <a:extLst>
              <a:ext uri="{FF2B5EF4-FFF2-40B4-BE49-F238E27FC236}">
                <a16:creationId xmlns:a16="http://schemas.microsoft.com/office/drawing/2014/main" id="{CFB17085-7109-26CC-D30A-6DB8E35875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0861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3497" name="Object 9">
            <a:extLst>
              <a:ext uri="{FF2B5EF4-FFF2-40B4-BE49-F238E27FC236}">
                <a16:creationId xmlns:a16="http://schemas.microsoft.com/office/drawing/2014/main" id="{3189DD07-C3FA-FA18-83CC-BD4D9B687D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3000" y="2770188"/>
          <a:ext cx="12049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2770188"/>
                        <a:ext cx="12049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10">
            <a:extLst>
              <a:ext uri="{FF2B5EF4-FFF2-40B4-BE49-F238E27FC236}">
                <a16:creationId xmlns:a16="http://schemas.microsoft.com/office/drawing/2014/main" id="{B6F2ECAD-6C03-CB9C-587F-584CD3818E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2050" y="2747963"/>
          <a:ext cx="13636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2747963"/>
                        <a:ext cx="13636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9" name="Text Box 11">
            <a:extLst>
              <a:ext uri="{FF2B5EF4-FFF2-40B4-BE49-F238E27FC236}">
                <a16:creationId xmlns:a16="http://schemas.microsoft.com/office/drawing/2014/main" id="{67F6D994-402A-B29E-2C5B-CF63A035B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6313" y="2784475"/>
            <a:ext cx="1524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has Definition,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63500" name="Object 12">
            <a:extLst>
              <a:ext uri="{FF2B5EF4-FFF2-40B4-BE49-F238E27FC236}">
                <a16:creationId xmlns:a16="http://schemas.microsoft.com/office/drawing/2014/main" id="{9CF46E02-6ACA-3EA8-388A-33BADBBEEC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6713" y="3665538"/>
          <a:ext cx="28241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13" y="3665538"/>
                        <a:ext cx="28241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1" name="Object 13">
            <a:extLst>
              <a:ext uri="{FF2B5EF4-FFF2-40B4-BE49-F238E27FC236}">
                <a16:creationId xmlns:a16="http://schemas.microsoft.com/office/drawing/2014/main" id="{934E32B0-CEFF-5927-E8BD-E8FD17E0AA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8550" y="3619500"/>
          <a:ext cx="2347913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3619500"/>
                        <a:ext cx="2347913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2" name="Text Box 14">
            <a:extLst>
              <a:ext uri="{FF2B5EF4-FFF2-40B4-BE49-F238E27FC236}">
                <a16:creationId xmlns:a16="http://schemas.microsoft.com/office/drawing/2014/main" id="{060C8A86-AF40-4382-D8A0-41427779C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4991100"/>
            <a:ext cx="30622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for definiteness , onlydiscuss</a:t>
            </a:r>
            <a:endParaRPr lang="zh-CN" altLang="en-US" sz="2400"/>
          </a:p>
        </p:txBody>
      </p:sp>
      <p:sp>
        <p:nvSpPr>
          <p:cNvPr id="63503" name="Text Box 15">
            <a:extLst>
              <a:ext uri="{FF2B5EF4-FFF2-40B4-BE49-F238E27FC236}">
                <a16:creationId xmlns:a16="http://schemas.microsoft.com/office/drawing/2014/main" id="{CEC4B3A8-5B26-C4B5-E59F-382ED24F8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5" y="4991100"/>
            <a:ext cx="17033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's case.</a:t>
            </a:r>
          </a:p>
        </p:txBody>
      </p:sp>
      <p:graphicFrame>
        <p:nvGraphicFramePr>
          <p:cNvPr id="63504" name="Object 16">
            <a:extLst>
              <a:ext uri="{FF2B5EF4-FFF2-40B4-BE49-F238E27FC236}">
                <a16:creationId xmlns:a16="http://schemas.microsoft.com/office/drawing/2014/main" id="{83D2A627-C8EE-3C10-722B-61A20B22F2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0275" y="4905375"/>
          <a:ext cx="1174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75" y="4905375"/>
                        <a:ext cx="1174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5" name="Text Box 17">
            <a:extLst>
              <a:ext uri="{FF2B5EF4-FFF2-40B4-BE49-F238E27FC236}">
                <a16:creationId xmlns:a16="http://schemas.microsoft.com/office/drawing/2014/main" id="{88556881-D49A-2CF7-3058-E77C72A72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3" y="3671888"/>
            <a:ext cx="685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has</a:t>
            </a:r>
            <a:endParaRPr lang="zh-CN" altLang="en-US" sz="2400"/>
          </a:p>
        </p:txBody>
      </p:sp>
      <p:graphicFrame>
        <p:nvGraphicFramePr>
          <p:cNvPr id="63506" name="Object 18">
            <a:extLst>
              <a:ext uri="{FF2B5EF4-FFF2-40B4-BE49-F238E27FC236}">
                <a16:creationId xmlns:a16="http://schemas.microsoft.com/office/drawing/2014/main" id="{99937A5C-4AA8-1085-A6D4-4972B3E84D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4763" y="2770188"/>
          <a:ext cx="10144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3" y="2770188"/>
                        <a:ext cx="10144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C7A1E23-9243-C320-E07D-272B29A2058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5913" y="3501667"/>
            <a:ext cx="974498" cy="400110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41B20F-D3BC-E6AA-6D26-5A53951AC16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52752" y="4237038"/>
            <a:ext cx="1466042" cy="523220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utoUpdateAnimBg="0"/>
      <p:bldP spid="63493" grpId="0" autoUpdateAnimBg="0"/>
      <p:bldP spid="63499" grpId="0" autoUpdateAnimBg="0"/>
      <p:bldP spid="63502" grpId="0" autoUpdateAnimBg="0"/>
      <p:bldP spid="63503" grpId="0" autoUpdateAnimBg="0"/>
      <p:bldP spid="6350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3" name="Rectangle 9">
            <a:extLst>
              <a:ext uri="{FF2B5EF4-FFF2-40B4-BE49-F238E27FC236}">
                <a16:creationId xmlns:a16="http://schemas.microsoft.com/office/drawing/2014/main" id="{D0FA6856-7CAD-24AE-24A5-C2E9A59E9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93700"/>
            <a:ext cx="1270000" cy="5207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Theorem1.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6386" name="Object 10">
            <a:extLst>
              <a:ext uri="{FF2B5EF4-FFF2-40B4-BE49-F238E27FC236}">
                <a16:creationId xmlns:a16="http://schemas.microsoft.com/office/drawing/2014/main" id="{07FDD018-989E-3049-181E-24C3ECA3B5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1500" y="381000"/>
          <a:ext cx="2044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381000"/>
                        <a:ext cx="20447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Line 11">
            <a:extLst>
              <a:ext uri="{FF2B5EF4-FFF2-40B4-BE49-F238E27FC236}">
                <a16:creationId xmlns:a16="http://schemas.microsoft.com/office/drawing/2014/main" id="{F77E2395-A0EC-27D9-B7BB-CC1945CE6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533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12">
            <a:extLst>
              <a:ext uri="{FF2B5EF4-FFF2-40B4-BE49-F238E27FC236}">
                <a16:creationId xmlns:a16="http://schemas.microsoft.com/office/drawing/2014/main" id="{4BBB8D40-9783-A0CD-EDF9-172E7B2423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3825" y="65563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389" name="Object 13">
            <a:extLst>
              <a:ext uri="{FF2B5EF4-FFF2-40B4-BE49-F238E27FC236}">
                <a16:creationId xmlns:a16="http://schemas.microsoft.com/office/drawing/2014/main" id="{9CD89D77-0991-7D11-A708-18FFC294C5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393700"/>
          <a:ext cx="1003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93700"/>
                        <a:ext cx="1003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4">
            <a:extLst>
              <a:ext uri="{FF2B5EF4-FFF2-40B4-BE49-F238E27FC236}">
                <a16:creationId xmlns:a16="http://schemas.microsoft.com/office/drawing/2014/main" id="{14198F43-C894-916A-A0A1-D435C91E03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0600" y="381000"/>
          <a:ext cx="2159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381000"/>
                        <a:ext cx="2159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Text Box 15">
            <a:extLst>
              <a:ext uri="{FF2B5EF4-FFF2-40B4-BE49-F238E27FC236}">
                <a16:creationId xmlns:a16="http://schemas.microsoft.com/office/drawing/2014/main" id="{9CD56606-37D1-C91D-CB09-9594D9B4C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1052513"/>
            <a:ext cx="1281113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has Definition,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16392" name="Object 17">
            <a:extLst>
              <a:ext uri="{FF2B5EF4-FFF2-40B4-BE49-F238E27FC236}">
                <a16:creationId xmlns:a16="http://schemas.microsoft.com/office/drawing/2014/main" id="{08230CD1-93E6-4FC9-68E4-472234AC9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000" y="1069975"/>
          <a:ext cx="2755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069975"/>
                        <a:ext cx="2755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Text Box 18">
            <a:extLst>
              <a:ext uri="{FF2B5EF4-FFF2-40B4-BE49-F238E27FC236}">
                <a16:creationId xmlns:a16="http://schemas.microsoft.com/office/drawing/2014/main" id="{8E3AF095-49FC-1BB3-6D98-B7A8D3D48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900" y="1077913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sp>
        <p:nvSpPr>
          <p:cNvPr id="47126" name="Text Box 22">
            <a:extLst>
              <a:ext uri="{FF2B5EF4-FFF2-40B4-BE49-F238E27FC236}">
                <a16:creationId xmlns:a16="http://schemas.microsoft.com/office/drawing/2014/main" id="{99DFF74E-DA5E-B5D5-82B8-D1D27F10E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1825625"/>
            <a:ext cx="609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47127" name="Object 23">
            <a:extLst>
              <a:ext uri="{FF2B5EF4-FFF2-40B4-BE49-F238E27FC236}">
                <a16:creationId xmlns:a16="http://schemas.microsoft.com/office/drawing/2014/main" id="{4950AFDD-62A1-854B-5145-D4AF7ED324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4000" y="1814513"/>
          <a:ext cx="2159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1814513"/>
                        <a:ext cx="2159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8" name="Text Box 24">
            <a:extLst>
              <a:ext uri="{FF2B5EF4-FFF2-40B4-BE49-F238E27FC236}">
                <a16:creationId xmlns:a16="http://schemas.microsoft.com/office/drawing/2014/main" id="{42AFCDCE-8443-2D6B-E4A0-676B3E79F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814513"/>
            <a:ext cx="762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47129" name="Object 25">
            <a:extLst>
              <a:ext uri="{FF2B5EF4-FFF2-40B4-BE49-F238E27FC236}">
                <a16:creationId xmlns:a16="http://schemas.microsoft.com/office/drawing/2014/main" id="{10586475-3EEE-8BB9-4ACD-7E285E429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7975" y="1882775"/>
          <a:ext cx="114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975" y="1882775"/>
                        <a:ext cx="1143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0" name="Object 26">
            <a:extLst>
              <a:ext uri="{FF2B5EF4-FFF2-40B4-BE49-F238E27FC236}">
                <a16:creationId xmlns:a16="http://schemas.microsoft.com/office/drawing/2014/main" id="{32B70211-6A84-771B-DEF8-A45A9B1746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1882775"/>
          <a:ext cx="1130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882775"/>
                        <a:ext cx="1130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1" name="Text Box 27">
            <a:extLst>
              <a:ext uri="{FF2B5EF4-FFF2-40B4-BE49-F238E27FC236}">
                <a16:creationId xmlns:a16="http://schemas.microsoft.com/office/drawing/2014/main" id="{8B0E3172-7CF1-5D9D-7507-3C08A13E1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1824038"/>
            <a:ext cx="609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aphicFrame>
        <p:nvGraphicFramePr>
          <p:cNvPr id="47132" name="Object 28">
            <a:extLst>
              <a:ext uri="{FF2B5EF4-FFF2-40B4-BE49-F238E27FC236}">
                <a16:creationId xmlns:a16="http://schemas.microsoft.com/office/drawing/2014/main" id="{D0E41145-754E-A22C-5323-6F980262F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4775" y="2584450"/>
          <a:ext cx="2590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2584450"/>
                        <a:ext cx="2590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3" name="Text Box 29">
            <a:extLst>
              <a:ext uri="{FF2B5EF4-FFF2-40B4-BE49-F238E27FC236}">
                <a16:creationId xmlns:a16="http://schemas.microsoft.com/office/drawing/2014/main" id="{444E7F40-0921-110B-6806-F20E6AF73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650" y="2554288"/>
            <a:ext cx="685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has</a:t>
            </a:r>
            <a:endParaRPr lang="zh-CN" altLang="en-US" sz="2400"/>
          </a:p>
        </p:txBody>
      </p:sp>
      <p:graphicFrame>
        <p:nvGraphicFramePr>
          <p:cNvPr id="47134" name="Object 30">
            <a:extLst>
              <a:ext uri="{FF2B5EF4-FFF2-40B4-BE49-F238E27FC236}">
                <a16:creationId xmlns:a16="http://schemas.microsoft.com/office/drawing/2014/main" id="{901C579D-637E-D952-EEE2-CD1260A57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2013" y="2578100"/>
          <a:ext cx="208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013" y="2578100"/>
                        <a:ext cx="2082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5" name="Object 31">
            <a:extLst>
              <a:ext uri="{FF2B5EF4-FFF2-40B4-BE49-F238E27FC236}">
                <a16:creationId xmlns:a16="http://schemas.microsoft.com/office/drawing/2014/main" id="{133507BE-D257-37A9-8FBD-CEBC3167CB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294063"/>
          <a:ext cx="1066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94063"/>
                        <a:ext cx="1066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6" name="Object 32">
            <a:extLst>
              <a:ext uri="{FF2B5EF4-FFF2-40B4-BE49-F238E27FC236}">
                <a16:creationId xmlns:a16="http://schemas.microsoft.com/office/drawing/2014/main" id="{28FAFD76-0CF6-58F9-A5BA-A90287F59D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8200" y="3275013"/>
          <a:ext cx="2159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3275013"/>
                        <a:ext cx="2159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7" name="Text Box 33">
            <a:extLst>
              <a:ext uri="{FF2B5EF4-FFF2-40B4-BE49-F238E27FC236}">
                <a16:creationId xmlns:a16="http://schemas.microsoft.com/office/drawing/2014/main" id="{C80FA8B3-F193-7564-C791-8A4D538CD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275013"/>
            <a:ext cx="2133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has Definition , and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47138" name="Object 34">
            <a:extLst>
              <a:ext uri="{FF2B5EF4-FFF2-40B4-BE49-F238E27FC236}">
                <a16:creationId xmlns:a16="http://schemas.microsoft.com/office/drawing/2014/main" id="{D2208029-5641-5E1C-F351-5502E5195C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4700" y="3248025"/>
          <a:ext cx="2755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3248025"/>
                        <a:ext cx="2755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9" name="Text Box 35">
            <a:extLst>
              <a:ext uri="{FF2B5EF4-FFF2-40B4-BE49-F238E27FC236}">
                <a16:creationId xmlns:a16="http://schemas.microsoft.com/office/drawing/2014/main" id="{5321B7A0-B3CE-0C22-C839-F7CCD6ED2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24288"/>
            <a:ext cx="1752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>
                <a:latin typeface="+mn-ea"/>
                <a:ea typeface="+mn-ea"/>
              </a:rPr>
              <a:t>对 </a:t>
            </a:r>
            <a:r>
              <a:rPr lang="en-US" altLang="zh-CN" sz="2400">
                <a:latin typeface="+mn-ea"/>
                <a:ea typeface="+mn-ea"/>
              </a:rPr>
              <a:t>on </a:t>
            </a:r>
            <a:r>
              <a:rPr lang="zh-CN" altLang="en-US" sz="2400">
                <a:latin typeface="+mn-ea"/>
                <a:ea typeface="+mn-ea"/>
              </a:rPr>
              <a:t>述  </a:t>
            </a:r>
            <a:r>
              <a:rPr lang="en-US" altLang="zh-CN" sz="2400">
                <a:latin typeface="+mn-ea"/>
                <a:ea typeface="+mn-ea"/>
              </a:rPr>
              <a:t>,</a:t>
            </a:r>
            <a:endParaRPr lang="en-US" altLang="zh-CN" sz="2400" i="1" dirty="0">
              <a:latin typeface="+mn-ea"/>
              <a:ea typeface="+mn-ea"/>
            </a:endParaRPr>
          </a:p>
        </p:txBody>
      </p:sp>
      <p:graphicFrame>
        <p:nvGraphicFramePr>
          <p:cNvPr id="47141" name="Object 37">
            <a:extLst>
              <a:ext uri="{FF2B5EF4-FFF2-40B4-BE49-F238E27FC236}">
                <a16:creationId xmlns:a16="http://schemas.microsoft.com/office/drawing/2014/main" id="{CFA8F504-7034-27AC-D2D7-E63F808CA8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1088" y="3917950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088" y="3917950"/>
                        <a:ext cx="889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2" name="Text Box 38">
            <a:extLst>
              <a:ext uri="{FF2B5EF4-FFF2-40B4-BE49-F238E27FC236}">
                <a16:creationId xmlns:a16="http://schemas.microsoft.com/office/drawing/2014/main" id="{6616371B-F8F2-0E8C-C980-D6D9623E7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2463" y="3827463"/>
            <a:ext cx="1371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when , has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47143" name="Object 39">
            <a:extLst>
              <a:ext uri="{FF2B5EF4-FFF2-40B4-BE49-F238E27FC236}">
                <a16:creationId xmlns:a16="http://schemas.microsoft.com/office/drawing/2014/main" id="{E29F5622-5117-0314-565B-3FAFB3918F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3867150"/>
          <a:ext cx="236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867150"/>
                        <a:ext cx="2362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4" name="Text Box 40">
            <a:extLst>
              <a:ext uri="{FF2B5EF4-FFF2-40B4-BE49-F238E27FC236}">
                <a16:creationId xmlns:a16="http://schemas.microsoft.com/office/drawing/2014/main" id="{9399FD60-1055-7023-F741-2FF526375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4532313"/>
            <a:ext cx="1295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thus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47145" name="Object 41">
            <a:extLst>
              <a:ext uri="{FF2B5EF4-FFF2-40B4-BE49-F238E27FC236}">
                <a16:creationId xmlns:a16="http://schemas.microsoft.com/office/drawing/2014/main" id="{7996B9F5-B14F-8016-E075-C0DCAE60C5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1013" y="4597400"/>
          <a:ext cx="8890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4597400"/>
                        <a:ext cx="8890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6" name="Text Box 42">
            <a:extLst>
              <a:ext uri="{FF2B5EF4-FFF2-40B4-BE49-F238E27FC236}">
                <a16:creationId xmlns:a16="http://schemas.microsoft.com/office/drawing/2014/main" id="{3D16A53B-8B80-AC2C-6BD7-A865B7673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4491038"/>
            <a:ext cx="7350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</a:t>
            </a:r>
            <a:endParaRPr lang="zh-CN" altLang="en-US" sz="2400"/>
          </a:p>
        </p:txBody>
      </p:sp>
      <p:graphicFrame>
        <p:nvGraphicFramePr>
          <p:cNvPr id="47147" name="Object 43">
            <a:extLst>
              <a:ext uri="{FF2B5EF4-FFF2-40B4-BE49-F238E27FC236}">
                <a16:creationId xmlns:a16="http://schemas.microsoft.com/office/drawing/2014/main" id="{468D7264-3F17-AB76-5E2E-772F1252CD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5650" y="4543425"/>
          <a:ext cx="224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650" y="4543425"/>
                        <a:ext cx="224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8" name="Text Box 44">
            <a:extLst>
              <a:ext uri="{FF2B5EF4-FFF2-40B4-BE49-F238E27FC236}">
                <a16:creationId xmlns:a16="http://schemas.microsoft.com/office/drawing/2014/main" id="{6302F85E-73BA-3050-A86C-89AA55685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513" y="5078413"/>
            <a:ext cx="68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47149" name="Object 45">
            <a:extLst>
              <a:ext uri="{FF2B5EF4-FFF2-40B4-BE49-F238E27FC236}">
                <a16:creationId xmlns:a16="http://schemas.microsoft.com/office/drawing/2014/main" id="{A2AF3102-98D0-BB7F-55F0-5B1D828965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5" y="5080000"/>
          <a:ext cx="2197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5080000"/>
                        <a:ext cx="2197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3" name="Text Box 49">
            <a:extLst>
              <a:ext uri="{FF2B5EF4-FFF2-40B4-BE49-F238E27FC236}">
                <a16:creationId xmlns:a16="http://schemas.microsoft.com/office/drawing/2014/main" id="{8F1D46A5-DDF7-4310-CE98-148229B9F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805488"/>
            <a:ext cx="3962400" cy="8302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can use</a:t>
            </a:r>
            <a:r>
              <a:rPr lang="zh-CN" altLang="en-US" sz="2400">
                <a:latin typeface="+mn-ea"/>
                <a:ea typeface="+mn-ea"/>
              </a:rPr>
              <a:t>反</a:t>
            </a:r>
            <a:r>
              <a:rPr lang="en-US" altLang="zh-CN" sz="2400">
                <a:latin typeface="+mn-ea"/>
                <a:ea typeface="+mn-ea"/>
              </a:rPr>
              <a:t>Proof</a:t>
            </a:r>
            <a:r>
              <a:rPr lang="zh-CN" altLang="en-US" sz="2400">
                <a:latin typeface="+mn-ea"/>
                <a:ea typeface="+mn-ea"/>
              </a:rPr>
              <a:t>法</a:t>
            </a:r>
            <a:r>
              <a:rPr lang="en-US" altLang="zh-CN" sz="2400">
                <a:latin typeface="+mn-ea"/>
                <a:ea typeface="+mn-ea"/>
              </a:rPr>
              <a:t>Proof. (</a:t>
            </a:r>
            <a:r>
              <a:rPr lang="zh-CN" altLang="en-US" sz="2400">
                <a:latin typeface="+mn-ea"/>
                <a:ea typeface="+mn-ea"/>
              </a:rPr>
              <a:t>略</a:t>
            </a:r>
            <a:r>
              <a:rPr lang="en-US" altLang="zh-CN" sz="2400">
                <a:latin typeface="+mn-ea"/>
                <a:ea typeface="+mn-ea"/>
              </a:rPr>
              <a:t>) ( or one44</a:t>
            </a:r>
            <a:r>
              <a:rPr lang="zh-CN" altLang="en-US" sz="2400">
                <a:latin typeface="+mn-ea"/>
                <a:ea typeface="+mn-ea"/>
              </a:rPr>
              <a:t>页</a:t>
            </a:r>
            <a:r>
              <a:rPr lang="en-US" altLang="zh-CN" sz="2400">
                <a:latin typeface="+mn-ea"/>
                <a:ea typeface="+mn-ea"/>
              </a:rPr>
              <a:t>Theorem6)</a:t>
            </a:r>
            <a:endParaRPr lang="en-US" altLang="zh-CN" sz="2400" dirty="0">
              <a:solidFill>
                <a:schemeClr val="accent2"/>
              </a:solidFill>
              <a:latin typeface="+mn-lt"/>
              <a:ea typeface="+mn-ea"/>
            </a:endParaRPr>
          </a:p>
        </p:txBody>
      </p:sp>
      <p:graphicFrame>
        <p:nvGraphicFramePr>
          <p:cNvPr id="16418" name="Object 50">
            <a:extLst>
              <a:ext uri="{FF2B5EF4-FFF2-40B4-BE49-F238E27FC236}">
                <a16:creationId xmlns:a16="http://schemas.microsoft.com/office/drawing/2014/main" id="{9FFAC876-3ADA-89AC-0E3E-83DF2805F7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8275" y="1082675"/>
          <a:ext cx="2222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0" imgH="0" progId="Equation.3">
                  <p:embed/>
                </p:oleObj>
              </mc:Choice>
              <mc:Fallback>
                <p:oleObj name="Equation" r:id="rId34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1082675"/>
                        <a:ext cx="2222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9" name="Text Box 51">
            <a:extLst>
              <a:ext uri="{FF2B5EF4-FFF2-40B4-BE49-F238E27FC236}">
                <a16:creationId xmlns:a16="http://schemas.microsoft.com/office/drawing/2014/main" id="{F77DF455-740C-E392-560A-C3425BFBB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077913"/>
            <a:ext cx="720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has</a:t>
            </a:r>
            <a:endParaRPr lang="zh-CN" altLang="en-US" sz="2400"/>
          </a:p>
        </p:txBody>
      </p:sp>
      <p:sp>
        <p:nvSpPr>
          <p:cNvPr id="47156" name="Text Box 52">
            <a:extLst>
              <a:ext uri="{FF2B5EF4-FFF2-40B4-BE49-F238E27FC236}">
                <a16:creationId xmlns:a16="http://schemas.microsoft.com/office/drawing/2014/main" id="{406E75FA-C7E2-16D2-0768-2859CB95D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68488"/>
            <a:ext cx="91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sp>
        <p:nvSpPr>
          <p:cNvPr id="47179" name="Text Box 75">
            <a:extLst>
              <a:ext uri="{FF2B5EF4-FFF2-40B4-BE49-F238E27FC236}">
                <a16:creationId xmlns:a16="http://schemas.microsoft.com/office/drawing/2014/main" id="{BBED4156-8B3F-FED2-EBFA-046670F35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824288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pSp>
        <p:nvGrpSpPr>
          <p:cNvPr id="47226" name="Group 122">
            <a:extLst>
              <a:ext uri="{FF2B5EF4-FFF2-40B4-BE49-F238E27FC236}">
                <a16:creationId xmlns:a16="http://schemas.microsoft.com/office/drawing/2014/main" id="{6C17793F-5DCE-6F51-EF37-F3EA224E7BBD}"/>
              </a:ext>
            </a:extLst>
          </p:cNvPr>
          <p:cNvGrpSpPr>
            <a:grpSpLocks/>
          </p:cNvGrpSpPr>
          <p:nvPr/>
        </p:nvGrpSpPr>
        <p:grpSpPr bwMode="auto">
          <a:xfrm>
            <a:off x="6470650" y="5029200"/>
            <a:ext cx="1312863" cy="514350"/>
            <a:chOff x="4083" y="3216"/>
            <a:chExt cx="827" cy="324"/>
          </a:xfrm>
        </p:grpSpPr>
        <p:sp>
          <p:nvSpPr>
            <p:cNvPr id="16462" name="Line 77">
              <a:extLst>
                <a:ext uri="{FF2B5EF4-FFF2-40B4-BE49-F238E27FC236}">
                  <a16:creationId xmlns:a16="http://schemas.microsoft.com/office/drawing/2014/main" id="{01BAD518-7646-351B-0CF7-D2BDF746C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" y="3216"/>
              <a:ext cx="2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3" name="Line 78">
              <a:extLst>
                <a:ext uri="{FF2B5EF4-FFF2-40B4-BE49-F238E27FC236}">
                  <a16:creationId xmlns:a16="http://schemas.microsoft.com/office/drawing/2014/main" id="{14A4613B-B926-F47D-9B17-99816202B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" y="3540"/>
              <a:ext cx="2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4" name="Rectangle 3">
              <a:extLst>
                <a:ext uri="{FF2B5EF4-FFF2-40B4-BE49-F238E27FC236}">
                  <a16:creationId xmlns:a16="http://schemas.microsoft.com/office/drawing/2014/main" id="{5CDA9F94-6B55-86D1-D1B0-F8C9165BB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216"/>
              <a:ext cx="575" cy="324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rgbClr val="3366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163" name="Group 59">
            <a:extLst>
              <a:ext uri="{FF2B5EF4-FFF2-40B4-BE49-F238E27FC236}">
                <a16:creationId xmlns:a16="http://schemas.microsoft.com/office/drawing/2014/main" id="{BF2143CF-EDA9-A6FC-4173-69E4DA50D8BA}"/>
              </a:ext>
            </a:extLst>
          </p:cNvPr>
          <p:cNvGrpSpPr>
            <a:grpSpLocks/>
          </p:cNvGrpSpPr>
          <p:nvPr/>
        </p:nvGrpSpPr>
        <p:grpSpPr bwMode="auto">
          <a:xfrm>
            <a:off x="6470650" y="5029200"/>
            <a:ext cx="284163" cy="514350"/>
            <a:chOff x="4080" y="3264"/>
            <a:chExt cx="240" cy="432"/>
          </a:xfrm>
        </p:grpSpPr>
        <p:sp>
          <p:nvSpPr>
            <p:cNvPr id="16459" name="Line 60">
              <a:extLst>
                <a:ext uri="{FF2B5EF4-FFF2-40B4-BE49-F238E27FC236}">
                  <a16:creationId xmlns:a16="http://schemas.microsoft.com/office/drawing/2014/main" id="{127CA2FA-6586-9710-A8EC-A96B85EBA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3264"/>
              <a:ext cx="0" cy="432"/>
            </a:xfrm>
            <a:prstGeom prst="line">
              <a:avLst/>
            </a:prstGeom>
            <a:noFill/>
            <a:ln w="28575">
              <a:solidFill>
                <a:srgbClr val="00FF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60" name="Object 61">
              <a:extLst>
                <a:ext uri="{FF2B5EF4-FFF2-40B4-BE49-F238E27FC236}">
                  <a16:creationId xmlns:a16="http://schemas.microsoft.com/office/drawing/2014/main" id="{0F82DCD4-DF4B-0AFA-78CF-EB1F4C2768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5" y="3456"/>
            <a:ext cx="21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0" imgH="0" progId="Equation.3">
                    <p:embed/>
                  </p:oleObj>
                </mc:Choice>
                <mc:Fallback>
                  <p:oleObj name="Equation" r:id="rId36" imgW="0" imgH="0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3456"/>
                          <a:ext cx="215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61" name="Object 62">
              <a:extLst>
                <a:ext uri="{FF2B5EF4-FFF2-40B4-BE49-F238E27FC236}">
                  <a16:creationId xmlns:a16="http://schemas.microsoft.com/office/drawing/2014/main" id="{0E66BCAF-AD24-C8BF-30C4-B3DAB9043D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5" y="3264"/>
            <a:ext cx="21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0" imgH="0" progId="Equation.3">
                    <p:embed/>
                  </p:oleObj>
                </mc:Choice>
                <mc:Fallback>
                  <p:oleObj name="Equation" r:id="rId38" imgW="0" imgH="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3264"/>
                          <a:ext cx="215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08" name="Group 4">
            <a:extLst>
              <a:ext uri="{FF2B5EF4-FFF2-40B4-BE49-F238E27FC236}">
                <a16:creationId xmlns:a16="http://schemas.microsoft.com/office/drawing/2014/main" id="{4ABF7B55-BBAE-F863-1226-4B77F564DCDD}"/>
              </a:ext>
            </a:extLst>
          </p:cNvPr>
          <p:cNvGrpSpPr>
            <a:grpSpLocks/>
          </p:cNvGrpSpPr>
          <p:nvPr/>
        </p:nvGrpSpPr>
        <p:grpSpPr bwMode="auto">
          <a:xfrm>
            <a:off x="6184900" y="4572000"/>
            <a:ext cx="2197100" cy="1538288"/>
            <a:chOff x="3840" y="2880"/>
            <a:chExt cx="1847" cy="1291"/>
          </a:xfrm>
        </p:grpSpPr>
        <p:sp>
          <p:nvSpPr>
            <p:cNvPr id="16455" name="Line 5">
              <a:extLst>
                <a:ext uri="{FF2B5EF4-FFF2-40B4-BE49-F238E27FC236}">
                  <a16:creationId xmlns:a16="http://schemas.microsoft.com/office/drawing/2014/main" id="{18DC86CF-0892-45BA-1632-D9622F2A7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93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6" name="Line 6">
              <a:extLst>
                <a:ext uri="{FF2B5EF4-FFF2-40B4-BE49-F238E27FC236}">
                  <a16:creationId xmlns:a16="http://schemas.microsoft.com/office/drawing/2014/main" id="{7CF78D4E-96E3-9CC4-FC06-8C971A0839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88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57" name="Object 7">
              <a:extLst>
                <a:ext uri="{FF2B5EF4-FFF2-40B4-BE49-F238E27FC236}">
                  <a16:creationId xmlns:a16="http://schemas.microsoft.com/office/drawing/2014/main" id="{9C77265D-B63E-09FB-06BC-106C8ADD29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72" y="3936"/>
            <a:ext cx="21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0" imgH="0" progId="Equation.3">
                    <p:embed/>
                  </p:oleObj>
                </mc:Choice>
                <mc:Fallback>
                  <p:oleObj name="Equation" r:id="rId39" imgW="0" imgH="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3936"/>
                          <a:ext cx="21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58" name="Object 8">
              <a:extLst>
                <a:ext uri="{FF2B5EF4-FFF2-40B4-BE49-F238E27FC236}">
                  <a16:creationId xmlns:a16="http://schemas.microsoft.com/office/drawing/2014/main" id="{5F3A9519-B047-6E81-7B47-15A6ADC315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0" y="2890"/>
            <a:ext cx="23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0" imgH="0" progId="Equation.3">
                    <p:embed/>
                  </p:oleObj>
                </mc:Choice>
                <mc:Fallback>
                  <p:oleObj name="Equation" r:id="rId41" imgW="0" imgH="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890"/>
                          <a:ext cx="237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57" name="Group 53">
            <a:extLst>
              <a:ext uri="{FF2B5EF4-FFF2-40B4-BE49-F238E27FC236}">
                <a16:creationId xmlns:a16="http://schemas.microsoft.com/office/drawing/2014/main" id="{19E2169F-BD25-7623-620B-811009DB4A91}"/>
              </a:ext>
            </a:extLst>
          </p:cNvPr>
          <p:cNvGrpSpPr>
            <a:grpSpLocks/>
          </p:cNvGrpSpPr>
          <p:nvPr/>
        </p:nvGrpSpPr>
        <p:grpSpPr bwMode="auto">
          <a:xfrm>
            <a:off x="6870700" y="5029200"/>
            <a:ext cx="912813" cy="800100"/>
            <a:chOff x="4416" y="3264"/>
            <a:chExt cx="768" cy="672"/>
          </a:xfrm>
        </p:grpSpPr>
        <p:sp>
          <p:nvSpPr>
            <p:cNvPr id="16453" name="Line 54">
              <a:extLst>
                <a:ext uri="{FF2B5EF4-FFF2-40B4-BE49-F238E27FC236}">
                  <a16:creationId xmlns:a16="http://schemas.microsoft.com/office/drawing/2014/main" id="{5598828C-94B6-9E25-506C-F482A40A5A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326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4" name="Line 55">
              <a:extLst>
                <a:ext uri="{FF2B5EF4-FFF2-40B4-BE49-F238E27FC236}">
                  <a16:creationId xmlns:a16="http://schemas.microsoft.com/office/drawing/2014/main" id="{1546705B-138E-1172-A4A0-45226A4F6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326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160" name="Group 56">
            <a:extLst>
              <a:ext uri="{FF2B5EF4-FFF2-40B4-BE49-F238E27FC236}">
                <a16:creationId xmlns:a16="http://schemas.microsoft.com/office/drawing/2014/main" id="{804F499A-693D-DFDC-CCEF-BF8F2478E7F0}"/>
              </a:ext>
            </a:extLst>
          </p:cNvPr>
          <p:cNvGrpSpPr>
            <a:grpSpLocks/>
          </p:cNvGrpSpPr>
          <p:nvPr/>
        </p:nvGrpSpPr>
        <p:grpSpPr bwMode="auto">
          <a:xfrm>
            <a:off x="6154738" y="5086350"/>
            <a:ext cx="327025" cy="333375"/>
            <a:chOff x="3792" y="3312"/>
            <a:chExt cx="274" cy="279"/>
          </a:xfrm>
        </p:grpSpPr>
        <p:sp>
          <p:nvSpPr>
            <p:cNvPr id="16451" name="Oval 57">
              <a:extLst>
                <a:ext uri="{FF2B5EF4-FFF2-40B4-BE49-F238E27FC236}">
                  <a16:creationId xmlns:a16="http://schemas.microsoft.com/office/drawing/2014/main" id="{FC13C5FE-CB09-BA41-C7F1-D19D2E67B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456"/>
              <a:ext cx="34" cy="3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6452" name="Object 58">
              <a:extLst>
                <a:ext uri="{FF2B5EF4-FFF2-40B4-BE49-F238E27FC236}">
                  <a16:creationId xmlns:a16="http://schemas.microsoft.com/office/drawing/2014/main" id="{8F832E48-6FF9-FA7B-A6B3-800031B8BA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" y="3312"/>
            <a:ext cx="25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0" imgH="0" progId="Equation.3">
                    <p:embed/>
                  </p:oleObj>
                </mc:Choice>
                <mc:Fallback>
                  <p:oleObj name="Equation" r:id="rId43" imgW="0" imgH="0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312"/>
                          <a:ext cx="258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67" name="Group 63">
            <a:extLst>
              <a:ext uri="{FF2B5EF4-FFF2-40B4-BE49-F238E27FC236}">
                <a16:creationId xmlns:a16="http://schemas.microsoft.com/office/drawing/2014/main" id="{B162F39F-3085-8F27-893F-7C74AF3C974D}"/>
              </a:ext>
            </a:extLst>
          </p:cNvPr>
          <p:cNvGrpSpPr>
            <a:grpSpLocks/>
          </p:cNvGrpSpPr>
          <p:nvPr/>
        </p:nvGrpSpPr>
        <p:grpSpPr bwMode="auto">
          <a:xfrm>
            <a:off x="6870700" y="5816600"/>
            <a:ext cx="912813" cy="371475"/>
            <a:chOff x="4416" y="3924"/>
            <a:chExt cx="768" cy="312"/>
          </a:xfrm>
        </p:grpSpPr>
        <p:sp>
          <p:nvSpPr>
            <p:cNvPr id="16448" name="Line 64">
              <a:extLst>
                <a:ext uri="{FF2B5EF4-FFF2-40B4-BE49-F238E27FC236}">
                  <a16:creationId xmlns:a16="http://schemas.microsoft.com/office/drawing/2014/main" id="{A7D97DE9-5B3A-5BA1-34D3-C696DA295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936"/>
              <a:ext cx="76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49" name="Object 65">
              <a:extLst>
                <a:ext uri="{FF2B5EF4-FFF2-40B4-BE49-F238E27FC236}">
                  <a16:creationId xmlns:a16="http://schemas.microsoft.com/office/drawing/2014/main" id="{F918ED61-000A-F94E-5944-47F638F977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4" y="3936"/>
            <a:ext cx="23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0" imgH="0" progId="Equation.3">
                    <p:embed/>
                  </p:oleObj>
                </mc:Choice>
                <mc:Fallback>
                  <p:oleObj name="Equation" r:id="rId45" imgW="0" imgH="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936"/>
                          <a:ext cx="23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50" name="Object 66">
              <a:extLst>
                <a:ext uri="{FF2B5EF4-FFF2-40B4-BE49-F238E27FC236}">
                  <a16:creationId xmlns:a16="http://schemas.microsoft.com/office/drawing/2014/main" id="{8EE7D782-27B6-6752-D99A-97E8EEBB6A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7" y="3924"/>
            <a:ext cx="23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0" imgH="0" progId="Equation.3">
                    <p:embed/>
                  </p:oleObj>
                </mc:Choice>
                <mc:Fallback>
                  <p:oleObj name="Equation" r:id="rId47" imgW="0" imgH="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7" y="3924"/>
                          <a:ext cx="23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171" name="Oval 67">
            <a:extLst>
              <a:ext uri="{FF2B5EF4-FFF2-40B4-BE49-F238E27FC236}">
                <a16:creationId xmlns:a16="http://schemas.microsoft.com/office/drawing/2014/main" id="{0FF7CD95-DF50-253F-5840-296EA005E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5799138"/>
            <a:ext cx="49212" cy="4921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72" name="Oval 68">
            <a:extLst>
              <a:ext uri="{FF2B5EF4-FFF2-40B4-BE49-F238E27FC236}">
                <a16:creationId xmlns:a16="http://schemas.microsoft.com/office/drawing/2014/main" id="{CF2938DF-A956-C7A3-998A-E2B00920F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799138"/>
            <a:ext cx="49213" cy="4921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73" name="Oval 69">
            <a:extLst>
              <a:ext uri="{FF2B5EF4-FFF2-40B4-BE49-F238E27FC236}">
                <a16:creationId xmlns:a16="http://schemas.microsoft.com/office/drawing/2014/main" id="{0668025D-CFF9-A6EC-25DD-D83BC4A1D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4863" y="5799138"/>
            <a:ext cx="49212" cy="4921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75" name="Oval 71">
            <a:extLst>
              <a:ext uri="{FF2B5EF4-FFF2-40B4-BE49-F238E27FC236}">
                <a16:creationId xmlns:a16="http://schemas.microsoft.com/office/drawing/2014/main" id="{6D23BA5C-A6F8-DAF7-F35D-A17CDD348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150" y="5799138"/>
            <a:ext cx="47625" cy="4921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83" name="Freeform 79">
            <a:extLst>
              <a:ext uri="{FF2B5EF4-FFF2-40B4-BE49-F238E27FC236}">
                <a16:creationId xmlns:a16="http://schemas.microsoft.com/office/drawing/2014/main" id="{819A4C7C-F55B-B7BB-1AFB-C83DFBBFE304}"/>
              </a:ext>
            </a:extLst>
          </p:cNvPr>
          <p:cNvSpPr>
            <a:spLocks/>
          </p:cNvSpPr>
          <p:nvPr/>
        </p:nvSpPr>
        <p:spPr bwMode="auto">
          <a:xfrm>
            <a:off x="6640513" y="4867275"/>
            <a:ext cx="1600200" cy="585788"/>
          </a:xfrm>
          <a:custGeom>
            <a:avLst/>
            <a:gdLst>
              <a:gd name="T0" fmla="*/ 0 w 1200"/>
              <a:gd name="T1" fmla="*/ 2147483646 h 624"/>
              <a:gd name="T2" fmla="*/ 2147483646 w 1200"/>
              <a:gd name="T3" fmla="*/ 2147483646 h 624"/>
              <a:gd name="T4" fmla="*/ 2147483646 w 1200"/>
              <a:gd name="T5" fmla="*/ 2147483646 h 624"/>
              <a:gd name="T6" fmla="*/ 2147483646 w 1200"/>
              <a:gd name="T7" fmla="*/ 2147483646 h 624"/>
              <a:gd name="T8" fmla="*/ 2147483646 w 1200"/>
              <a:gd name="T9" fmla="*/ 0 h 6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" h="624">
                <a:moveTo>
                  <a:pt x="0" y="624"/>
                </a:moveTo>
                <a:cubicBezTo>
                  <a:pt x="28" y="520"/>
                  <a:pt x="56" y="416"/>
                  <a:pt x="144" y="384"/>
                </a:cubicBezTo>
                <a:cubicBezTo>
                  <a:pt x="232" y="352"/>
                  <a:pt x="408" y="448"/>
                  <a:pt x="528" y="432"/>
                </a:cubicBezTo>
                <a:cubicBezTo>
                  <a:pt x="648" y="416"/>
                  <a:pt x="752" y="360"/>
                  <a:pt x="864" y="288"/>
                </a:cubicBezTo>
                <a:cubicBezTo>
                  <a:pt x="976" y="216"/>
                  <a:pt x="1088" y="108"/>
                  <a:pt x="1200" y="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74" name="Oval 70">
            <a:extLst>
              <a:ext uri="{FF2B5EF4-FFF2-40B4-BE49-F238E27FC236}">
                <a16:creationId xmlns:a16="http://schemas.microsoft.com/office/drawing/2014/main" id="{64CBB1E1-F305-DDF7-7BB4-922529CBC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700" y="5799138"/>
            <a:ext cx="49213" cy="4921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7186" name="Object 82">
            <a:extLst>
              <a:ext uri="{FF2B5EF4-FFF2-40B4-BE49-F238E27FC236}">
                <a16:creationId xmlns:a16="http://schemas.microsoft.com/office/drawing/2014/main" id="{20812A7D-FA24-9789-09FE-EA673F98F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1075" y="3887788"/>
          <a:ext cx="78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0" imgH="0" progId="Equation.3">
                  <p:embed/>
                </p:oleObj>
              </mc:Choice>
              <mc:Fallback>
                <p:oleObj name="Equation" r:id="rId48" imgW="0" imgH="0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075" y="3887788"/>
                        <a:ext cx="787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91" name="Group 87">
            <a:extLst>
              <a:ext uri="{FF2B5EF4-FFF2-40B4-BE49-F238E27FC236}">
                <a16:creationId xmlns:a16="http://schemas.microsoft.com/office/drawing/2014/main" id="{1FD7EEC0-37A1-5CE2-4382-9607C61E5691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1722438"/>
            <a:ext cx="1071562" cy="425450"/>
            <a:chOff x="765" y="884"/>
            <a:chExt cx="675" cy="268"/>
          </a:xfrm>
        </p:grpSpPr>
        <p:sp>
          <p:nvSpPr>
            <p:cNvPr id="16446" name="Text Box 84">
              <a:extLst>
                <a:ext uri="{FF2B5EF4-FFF2-40B4-BE49-F238E27FC236}">
                  <a16:creationId xmlns:a16="http://schemas.microsoft.com/office/drawing/2014/main" id="{E151A293-06A7-1299-231E-1C4BFBB8D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" y="884"/>
              <a:ext cx="67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“      ”</a:t>
              </a:r>
            </a:p>
          </p:txBody>
        </p:sp>
        <p:sp>
          <p:nvSpPr>
            <p:cNvPr id="16447" name="AutoShape 83">
              <a:extLst>
                <a:ext uri="{FF2B5EF4-FFF2-40B4-BE49-F238E27FC236}">
                  <a16:creationId xmlns:a16="http://schemas.microsoft.com/office/drawing/2014/main" id="{97939C49-27D7-9EC9-D252-BE7D4903C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056"/>
              <a:ext cx="336" cy="96"/>
            </a:xfrm>
            <a:prstGeom prst="rightArrow">
              <a:avLst>
                <a:gd name="adj1" fmla="val 50000"/>
                <a:gd name="adj2" fmla="val 875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192" name="Group 88">
            <a:extLst>
              <a:ext uri="{FF2B5EF4-FFF2-40B4-BE49-F238E27FC236}">
                <a16:creationId xmlns:a16="http://schemas.microsoft.com/office/drawing/2014/main" id="{97A7322A-A952-958C-3D13-12F6B420CCB2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5715000"/>
            <a:ext cx="1524000" cy="519113"/>
            <a:chOff x="1584" y="912"/>
            <a:chExt cx="960" cy="327"/>
          </a:xfrm>
        </p:grpSpPr>
        <p:sp>
          <p:nvSpPr>
            <p:cNvPr id="16444" name="Text Box 86">
              <a:extLst>
                <a:ext uri="{FF2B5EF4-FFF2-40B4-BE49-F238E27FC236}">
                  <a16:creationId xmlns:a16="http://schemas.microsoft.com/office/drawing/2014/main" id="{8BBB5692-6483-1524-1D22-FB64317A6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912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“        ”</a:t>
              </a:r>
            </a:p>
          </p:txBody>
        </p:sp>
        <p:sp>
          <p:nvSpPr>
            <p:cNvPr id="16445" name="AutoShape 85">
              <a:extLst>
                <a:ext uri="{FF2B5EF4-FFF2-40B4-BE49-F238E27FC236}">
                  <a16:creationId xmlns:a16="http://schemas.microsoft.com/office/drawing/2014/main" id="{841EA819-DA27-9607-8DDD-E072DC534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104"/>
              <a:ext cx="336" cy="95"/>
            </a:xfrm>
            <a:prstGeom prst="leftArrow">
              <a:avLst>
                <a:gd name="adj1" fmla="val 50000"/>
                <a:gd name="adj2" fmla="val 8842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437" name="Line 89">
            <a:extLst>
              <a:ext uri="{FF2B5EF4-FFF2-40B4-BE49-F238E27FC236}">
                <a16:creationId xmlns:a16="http://schemas.microsoft.com/office/drawing/2014/main" id="{5318C32F-3249-6772-8D8A-B73C8D8D6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375" y="1676400"/>
            <a:ext cx="827722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7227" name="Group 123">
            <a:extLst>
              <a:ext uri="{FF2B5EF4-FFF2-40B4-BE49-F238E27FC236}">
                <a16:creationId xmlns:a16="http://schemas.microsoft.com/office/drawing/2014/main" id="{D518521C-3124-3808-5D17-7D69F75E828D}"/>
              </a:ext>
            </a:extLst>
          </p:cNvPr>
          <p:cNvGrpSpPr>
            <a:grpSpLocks/>
          </p:cNvGrpSpPr>
          <p:nvPr/>
        </p:nvGrpSpPr>
        <p:grpSpPr bwMode="auto">
          <a:xfrm>
            <a:off x="7234238" y="5257800"/>
            <a:ext cx="331787" cy="981075"/>
            <a:chOff x="4557" y="3355"/>
            <a:chExt cx="209" cy="618"/>
          </a:xfrm>
        </p:grpSpPr>
        <p:grpSp>
          <p:nvGrpSpPr>
            <p:cNvPr id="16439" name="Group 72">
              <a:extLst>
                <a:ext uri="{FF2B5EF4-FFF2-40B4-BE49-F238E27FC236}">
                  <a16:creationId xmlns:a16="http://schemas.microsoft.com/office/drawing/2014/main" id="{81DFCE21-7C25-9D6B-75A2-94160405B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7" y="3683"/>
              <a:ext cx="209" cy="290"/>
              <a:chOff x="4713" y="3886"/>
              <a:chExt cx="279" cy="386"/>
            </a:xfrm>
          </p:grpSpPr>
          <p:graphicFrame>
            <p:nvGraphicFramePr>
              <p:cNvPr id="16442" name="Object 73">
                <a:extLst>
                  <a:ext uri="{FF2B5EF4-FFF2-40B4-BE49-F238E27FC236}">
                    <a16:creationId xmlns:a16="http://schemas.microsoft.com/office/drawing/2014/main" id="{624AF555-92CC-7140-5AE3-AAE6DC2D36D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13" y="3886"/>
              <a:ext cx="279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0" imgW="0" imgH="0" progId="Equation.3">
                      <p:embed/>
                    </p:oleObj>
                  </mc:Choice>
                  <mc:Fallback>
                    <p:oleObj name="Equation" r:id="rId50" imgW="0" imgH="0" progId="Equation.3">
                      <p:embed/>
                      <p:pic>
                        <p:nvPicPr>
                          <p:cNvPr id="0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3" y="3886"/>
                            <a:ext cx="279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43" name="Oval 74">
                <a:extLst>
                  <a:ext uri="{FF2B5EF4-FFF2-40B4-BE49-F238E27FC236}">
                    <a16:creationId xmlns:a16="http://schemas.microsoft.com/office/drawing/2014/main" id="{4BD69F0B-E887-6994-0ABF-5FE42BD20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3912"/>
                <a:ext cx="34" cy="3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6440" name="Line 81">
              <a:extLst>
                <a:ext uri="{FF2B5EF4-FFF2-40B4-BE49-F238E27FC236}">
                  <a16:creationId xmlns:a16="http://schemas.microsoft.com/office/drawing/2014/main" id="{A241DF1E-DD2B-4290-EB2A-D2510B915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9" y="3361"/>
              <a:ext cx="0" cy="3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1" name="Oval 80">
              <a:extLst>
                <a:ext uri="{FF2B5EF4-FFF2-40B4-BE49-F238E27FC236}">
                  <a16:creationId xmlns:a16="http://schemas.microsoft.com/office/drawing/2014/main" id="{24FA7D90-8E0D-692E-57D7-1A0E43BDB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3355"/>
              <a:ext cx="32" cy="32"/>
            </a:xfrm>
            <a:prstGeom prst="ellipse">
              <a:avLst/>
            </a:prstGeom>
            <a:solidFill>
              <a:srgbClr val="0033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4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6" grpId="0" autoUpdateAnimBg="0"/>
      <p:bldP spid="47128" grpId="0" autoUpdateAnimBg="0"/>
      <p:bldP spid="47131" grpId="0" autoUpdateAnimBg="0"/>
      <p:bldP spid="47133" grpId="0" autoUpdateAnimBg="0"/>
      <p:bldP spid="47137" grpId="0" autoUpdateAnimBg="0"/>
      <p:bldP spid="47139" grpId="0" autoUpdateAnimBg="0"/>
      <p:bldP spid="47142" grpId="0" autoUpdateAnimBg="0"/>
      <p:bldP spid="47144" grpId="0" autoUpdateAnimBg="0"/>
      <p:bldP spid="47146" grpId="0" autoUpdateAnimBg="0"/>
      <p:bldP spid="47148" grpId="0" autoUpdateAnimBg="0"/>
      <p:bldP spid="47153" grpId="0" autoUpdateAnimBg="0"/>
      <p:bldP spid="47156" grpId="0" autoUpdateAnimBg="0"/>
      <p:bldP spid="4717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EE1405F-CF24-9BF7-A436-E5061AFAD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439738"/>
            <a:ext cx="1295400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Theorem1.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7410" name="Object 4">
            <a:extLst>
              <a:ext uri="{FF2B5EF4-FFF2-40B4-BE49-F238E27FC236}">
                <a16:creationId xmlns:a16="http://schemas.microsoft.com/office/drawing/2014/main" id="{4C180906-9EDA-1B1E-32C3-3F1283ED05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9850" y="455613"/>
          <a:ext cx="2057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455613"/>
                        <a:ext cx="2057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Line 5">
            <a:extLst>
              <a:ext uri="{FF2B5EF4-FFF2-40B4-BE49-F238E27FC236}">
                <a16:creationId xmlns:a16="http://schemas.microsoft.com/office/drawing/2014/main" id="{2E7712E0-DBE7-DA34-AFC9-219364E3DA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Line 6">
            <a:extLst>
              <a:ext uri="{FF2B5EF4-FFF2-40B4-BE49-F238E27FC236}">
                <a16:creationId xmlns:a16="http://schemas.microsoft.com/office/drawing/2014/main" id="{C6D2D381-F49D-89F3-8A15-4AB1B0BFDC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72072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13" name="Object 7">
            <a:extLst>
              <a:ext uri="{FF2B5EF4-FFF2-40B4-BE49-F238E27FC236}">
                <a16:creationId xmlns:a16="http://schemas.microsoft.com/office/drawing/2014/main" id="{FC09BCDA-CD62-349D-C137-A74490CB27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461963"/>
          <a:ext cx="101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61963"/>
                        <a:ext cx="1016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8">
            <a:extLst>
              <a:ext uri="{FF2B5EF4-FFF2-40B4-BE49-F238E27FC236}">
                <a16:creationId xmlns:a16="http://schemas.microsoft.com/office/drawing/2014/main" id="{594F1A95-C742-BABB-3646-16FBD0C094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461963"/>
          <a:ext cx="220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61963"/>
                        <a:ext cx="2209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9">
            <a:extLst>
              <a:ext uri="{FF2B5EF4-FFF2-40B4-BE49-F238E27FC236}">
                <a16:creationId xmlns:a16="http://schemas.microsoft.com/office/drawing/2014/main" id="{16E20E38-2519-6DC2-A79A-A0DD23D9E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963" y="438150"/>
            <a:ext cx="1295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has Definition</a:t>
            </a:r>
            <a:endParaRPr lang="zh-CN" altLang="en-US" sz="2400"/>
          </a:p>
        </p:txBody>
      </p:sp>
      <p:graphicFrame>
        <p:nvGraphicFramePr>
          <p:cNvPr id="17416" name="Object 11">
            <a:extLst>
              <a:ext uri="{FF2B5EF4-FFF2-40B4-BE49-F238E27FC236}">
                <a16:creationId xmlns:a16="http://schemas.microsoft.com/office/drawing/2014/main" id="{D96766BD-7451-D345-322A-A1A4822326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319213"/>
          <a:ext cx="2819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319213"/>
                        <a:ext cx="2819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12">
            <a:extLst>
              <a:ext uri="{FF2B5EF4-FFF2-40B4-BE49-F238E27FC236}">
                <a16:creationId xmlns:a16="http://schemas.microsoft.com/office/drawing/2014/main" id="{D3CE45C9-9DAC-A8BC-D11E-82EF2DC86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4900" y="1319213"/>
            <a:ext cx="990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17418" name="Object 14">
            <a:extLst>
              <a:ext uri="{FF2B5EF4-FFF2-40B4-BE49-F238E27FC236}">
                <a16:creationId xmlns:a16="http://schemas.microsoft.com/office/drawing/2014/main" id="{78A4448A-E3A1-89F9-11C3-EC850A49A9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4900" y="1295400"/>
          <a:ext cx="2260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1295400"/>
                        <a:ext cx="2260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Text Box 15">
            <a:extLst>
              <a:ext uri="{FF2B5EF4-FFF2-40B4-BE49-F238E27FC236}">
                <a16:creationId xmlns:a16="http://schemas.microsoft.com/office/drawing/2014/main" id="{4481E7E5-3FAD-10F9-B89E-1688EBDCC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308100"/>
            <a:ext cx="685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has</a:t>
            </a:r>
            <a:endParaRPr lang="zh-CN" altLang="en-US" sz="2400"/>
          </a:p>
        </p:txBody>
      </p:sp>
      <p:sp>
        <p:nvSpPr>
          <p:cNvPr id="4118" name="Text Box 22">
            <a:extLst>
              <a:ext uri="{FF2B5EF4-FFF2-40B4-BE49-F238E27FC236}">
                <a16:creationId xmlns:a16="http://schemas.microsoft.com/office/drawing/2014/main" id="{BA6B98E6-C7A3-9B25-042A-E59062990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28888"/>
            <a:ext cx="6934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400" b="1">
                <a:solidFill>
                  <a:schemeClr val="tx2"/>
                </a:solidFill>
                <a:latin typeface="+mn-ea"/>
                <a:ea typeface="+mn-ea"/>
              </a:rPr>
              <a:t>Note: thisTheorem</a:t>
            </a:r>
            <a:r>
              <a:rPr lang="zh-CN" altLang="en-GB" sz="2400" b="1">
                <a:solidFill>
                  <a:schemeClr val="tx2"/>
                </a:solidFill>
                <a:latin typeface="+mn-ea"/>
                <a:ea typeface="+mn-ea"/>
              </a:rPr>
              <a:t>常 </a:t>
            </a:r>
            <a:r>
              <a:rPr lang="en-GB" altLang="zh-CN" sz="2400" b="1">
                <a:solidFill>
                  <a:schemeClr val="tx2"/>
                </a:solidFill>
                <a:latin typeface="+mn-ea"/>
                <a:ea typeface="+mn-ea"/>
              </a:rPr>
              <a:t>use</a:t>
            </a:r>
            <a:r>
              <a:rPr lang="zh-CN" altLang="en-GB" sz="2400" b="1">
                <a:solidFill>
                  <a:schemeClr val="tx2"/>
                </a:solidFill>
                <a:latin typeface="+mn-ea"/>
                <a:ea typeface="+mn-ea"/>
              </a:rPr>
              <a:t>于</a:t>
            </a:r>
            <a:r>
              <a:rPr lang="en-GB" altLang="zh-CN" sz="2400" b="1">
                <a:solidFill>
                  <a:schemeClr val="tx2"/>
                </a:solidFill>
                <a:latin typeface="+mn-ea"/>
                <a:ea typeface="+mn-ea"/>
              </a:rPr>
              <a:t>determinefunctionlimit not existence .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4119" name="Text Box 23">
            <a:extLst>
              <a:ext uri="{FF2B5EF4-FFF2-40B4-BE49-F238E27FC236}">
                <a16:creationId xmlns:a16="http://schemas.microsoft.com/office/drawing/2014/main" id="{F5696FBD-D5A7-F22A-D422-AA9F34D9D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214688"/>
            <a:ext cx="25273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法</a:t>
            </a: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1 </a:t>
            </a:r>
            <a:r>
              <a:rPr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找一 </a:t>
            </a: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sequence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4120" name="Object 24">
            <a:extLst>
              <a:ext uri="{FF2B5EF4-FFF2-40B4-BE49-F238E27FC236}">
                <a16:creationId xmlns:a16="http://schemas.microsoft.com/office/drawing/2014/main" id="{0817E21A-727F-1B70-A040-2EE99F1EB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276600"/>
          <a:ext cx="83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276600"/>
                        <a:ext cx="838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1" name="Object 25">
            <a:extLst>
              <a:ext uri="{FF2B5EF4-FFF2-40B4-BE49-F238E27FC236}">
                <a16:creationId xmlns:a16="http://schemas.microsoft.com/office/drawing/2014/main" id="{1E5D3BC7-6188-386B-AAC4-0201016667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3276600"/>
          <a:ext cx="1244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276600"/>
                        <a:ext cx="1244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3" name="Object 27">
            <a:extLst>
              <a:ext uri="{FF2B5EF4-FFF2-40B4-BE49-F238E27FC236}">
                <a16:creationId xmlns:a16="http://schemas.microsoft.com/office/drawing/2014/main" id="{5CBBE892-C89A-69D6-61B2-14544E9B90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3271838"/>
          <a:ext cx="322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271838"/>
                        <a:ext cx="322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" name="Text Box 31">
            <a:extLst>
              <a:ext uri="{FF2B5EF4-FFF2-40B4-BE49-F238E27FC236}">
                <a16:creationId xmlns:a16="http://schemas.microsoft.com/office/drawing/2014/main" id="{D01206F0-E340-31BF-AD5F-B73FECF0C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3917950"/>
            <a:ext cx="15240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not existence .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4126" name="Object 30">
            <a:extLst>
              <a:ext uri="{FF2B5EF4-FFF2-40B4-BE49-F238E27FC236}">
                <a16:creationId xmlns:a16="http://schemas.microsoft.com/office/drawing/2014/main" id="{FF902F1A-66B3-8B7B-F6C7-1834191DAC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775" y="3925888"/>
          <a:ext cx="18288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3925888"/>
                        <a:ext cx="18288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3" name="Text Box 37">
            <a:extLst>
              <a:ext uri="{FF2B5EF4-FFF2-40B4-BE49-F238E27FC236}">
                <a16:creationId xmlns:a16="http://schemas.microsoft.com/office/drawing/2014/main" id="{2253C9A8-1F5D-2547-6745-CBE3478EC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14888"/>
            <a:ext cx="251777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GB" sz="2400" b="1">
                <a:solidFill>
                  <a:schemeClr val="tx2"/>
                </a:solidFill>
                <a:latin typeface="+mn-ea"/>
                <a:ea typeface="+mn-ea"/>
              </a:rPr>
              <a:t>法</a:t>
            </a:r>
            <a:r>
              <a:rPr lang="en-GB" altLang="zh-CN" sz="2400" b="1">
                <a:solidFill>
                  <a:schemeClr val="tx2"/>
                </a:solidFill>
                <a:latin typeface="+mn-ea"/>
                <a:ea typeface="+mn-ea"/>
              </a:rPr>
              <a:t>2 </a:t>
            </a:r>
            <a:r>
              <a:rPr lang="zh-CN" altLang="en-GB" sz="2400" b="1">
                <a:solidFill>
                  <a:schemeClr val="tx2"/>
                </a:solidFill>
                <a:latin typeface="+mn-ea"/>
                <a:ea typeface="+mn-ea"/>
              </a:rPr>
              <a:t>找</a:t>
            </a:r>
            <a:r>
              <a:rPr lang="en-GB" altLang="zh-CN" sz="2400" b="1">
                <a:solidFill>
                  <a:schemeClr val="tx2"/>
                </a:solidFill>
                <a:latin typeface="+mn-ea"/>
                <a:ea typeface="+mn-ea"/>
              </a:rPr>
              <a:t>twotends to</a:t>
            </a:r>
            <a:endParaRPr lang="zh-CN" altLang="en-US" sz="2400" dirty="0">
              <a:latin typeface="+mn-lt"/>
              <a:ea typeface="+mn-ea"/>
            </a:endParaRPr>
          </a:p>
        </p:txBody>
      </p:sp>
      <p:graphicFrame>
        <p:nvGraphicFramePr>
          <p:cNvPr id="4134" name="Object 38">
            <a:extLst>
              <a:ext uri="{FF2B5EF4-FFF2-40B4-BE49-F238E27FC236}">
                <a16:creationId xmlns:a16="http://schemas.microsoft.com/office/drawing/2014/main" id="{C91F4F32-352D-F760-FEAB-C033B7417F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6213" y="4797425"/>
          <a:ext cx="34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213" y="4797425"/>
                        <a:ext cx="342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5" name="Text Box 39">
            <a:extLst>
              <a:ext uri="{FF2B5EF4-FFF2-40B4-BE49-F238E27FC236}">
                <a16:creationId xmlns:a16="http://schemas.microsoft.com/office/drawing/2014/main" id="{CC2308B6-67E7-4CC3-9D9A-C92544826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2613" y="4840288"/>
            <a:ext cx="22209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's not </a:t>
            </a:r>
            <a:r>
              <a:rPr lang="zh-CN" altLang="en-US" sz="2400"/>
              <a:t>同</a:t>
            </a:r>
            <a:r>
              <a:rPr lang="en-US" altLang="zh-CN" sz="2400"/>
              <a:t>sequence</a:t>
            </a:r>
            <a:endParaRPr lang="zh-CN" altLang="en-US" sz="2400"/>
          </a:p>
        </p:txBody>
      </p:sp>
      <p:graphicFrame>
        <p:nvGraphicFramePr>
          <p:cNvPr id="4136" name="Object 40">
            <a:extLst>
              <a:ext uri="{FF2B5EF4-FFF2-40B4-BE49-F238E27FC236}">
                <a16:creationId xmlns:a16="http://schemas.microsoft.com/office/drawing/2014/main" id="{10EF32F5-64A0-50C3-8582-FBACE76083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3938" y="4827588"/>
          <a:ext cx="698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4827588"/>
                        <a:ext cx="698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" name="Text Box 41">
            <a:extLst>
              <a:ext uri="{FF2B5EF4-FFF2-40B4-BE49-F238E27FC236}">
                <a16:creationId xmlns:a16="http://schemas.microsoft.com/office/drawing/2014/main" id="{CB81301A-97B0-CDA4-DD62-74D7A1DE2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8463" y="4833938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4138" name="Object 42">
            <a:extLst>
              <a:ext uri="{FF2B5EF4-FFF2-40B4-BE49-F238E27FC236}">
                <a16:creationId xmlns:a16="http://schemas.microsoft.com/office/drawing/2014/main" id="{47B4E66F-5813-59D9-D066-C3F4049AE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8050" y="4827588"/>
          <a:ext cx="82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4827588"/>
                        <a:ext cx="825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9" name="Text Box 43">
            <a:extLst>
              <a:ext uri="{FF2B5EF4-FFF2-40B4-BE49-F238E27FC236}">
                <a16:creationId xmlns:a16="http://schemas.microsoft.com/office/drawing/2014/main" id="{581DAAA7-4B7F-A193-17FC-C2E54982F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838700"/>
            <a:ext cx="762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graphicFrame>
        <p:nvGraphicFramePr>
          <p:cNvPr id="4140" name="Object 44">
            <a:extLst>
              <a:ext uri="{FF2B5EF4-FFF2-40B4-BE49-F238E27FC236}">
                <a16:creationId xmlns:a16="http://schemas.microsoft.com/office/drawing/2014/main" id="{95EE766B-418C-D695-EDC7-80445FF3AF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486400"/>
          <a:ext cx="1549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486400"/>
                        <a:ext cx="1549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1" name="Object 45">
            <a:extLst>
              <a:ext uri="{FF2B5EF4-FFF2-40B4-BE49-F238E27FC236}">
                <a16:creationId xmlns:a16="http://schemas.microsoft.com/office/drawing/2014/main" id="{81543BBE-24E5-9A54-4837-3054E195B9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486400"/>
          <a:ext cx="1841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486400"/>
                        <a:ext cx="1841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5" name="Object 59">
            <a:extLst>
              <a:ext uri="{FF2B5EF4-FFF2-40B4-BE49-F238E27FC236}">
                <a16:creationId xmlns:a16="http://schemas.microsoft.com/office/drawing/2014/main" id="{BE5DFE00-99F6-E775-AA75-5A0577F5FE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1588" y="1089025"/>
          <a:ext cx="874712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588" y="1089025"/>
                        <a:ext cx="874712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8" name="Object 62">
            <a:extLst>
              <a:ext uri="{FF2B5EF4-FFF2-40B4-BE49-F238E27FC236}">
                <a16:creationId xmlns:a16="http://schemas.microsoft.com/office/drawing/2014/main" id="{EC6CBDED-32B7-B691-070D-2562DC2C70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2100" y="1765300"/>
          <a:ext cx="1435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1765300"/>
                        <a:ext cx="1435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8" name="Line 66">
            <a:extLst>
              <a:ext uri="{FF2B5EF4-FFF2-40B4-BE49-F238E27FC236}">
                <a16:creationId xmlns:a16="http://schemas.microsoft.com/office/drawing/2014/main" id="{300D674E-C6FF-2DEA-8463-27A4573A0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438400"/>
            <a:ext cx="9144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8" grpId="0" autoUpdateAnimBg="0"/>
      <p:bldP spid="4119" grpId="0" autoUpdateAnimBg="0"/>
      <p:bldP spid="4127" grpId="0" build="p" autoUpdateAnimBg="0" advAuto="0"/>
      <p:bldP spid="4133" grpId="0" build="p" autoUpdateAnimBg="0"/>
      <p:bldP spid="4135" grpId="0" build="p" autoUpdateAnimBg="0" advAuto="0"/>
      <p:bldP spid="4137" grpId="0" autoUpdateAnimBg="0"/>
      <p:bldP spid="413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130C5B8-2A0D-DB12-A205-80C6ACF01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20700"/>
            <a:ext cx="1584325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Example1. Proof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8434" name="Object 4">
            <a:extLst>
              <a:ext uri="{FF2B5EF4-FFF2-40B4-BE49-F238E27FC236}">
                <a16:creationId xmlns:a16="http://schemas.microsoft.com/office/drawing/2014/main" id="{F65AA0AB-DDAC-C8D7-E0FE-5944C002A0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68300"/>
          <a:ext cx="1308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68300"/>
                        <a:ext cx="1308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5">
            <a:extLst>
              <a:ext uri="{FF2B5EF4-FFF2-40B4-BE49-F238E27FC236}">
                <a16:creationId xmlns:a16="http://schemas.microsoft.com/office/drawing/2014/main" id="{56ED3945-2D9F-D491-338D-9BE7BDF67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71500"/>
            <a:ext cx="1600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not existence .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5837835B-DDCE-4DEB-E8D5-3DC4B37C0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325563"/>
            <a:ext cx="40322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 b="1">
                <a:solidFill>
                  <a:schemeClr val="tx2"/>
                </a:solidFill>
              </a:rPr>
              <a:t>Proof: taketwotends to 0 's sequence</a:t>
            </a:r>
            <a:endParaRPr lang="zh-CN" altLang="en-US" sz="2400"/>
          </a:p>
        </p:txBody>
      </p:sp>
      <p:graphicFrame>
        <p:nvGraphicFramePr>
          <p:cNvPr id="5127" name="Object 7">
            <a:extLst>
              <a:ext uri="{FF2B5EF4-FFF2-40B4-BE49-F238E27FC236}">
                <a16:creationId xmlns:a16="http://schemas.microsoft.com/office/drawing/2014/main" id="{5C3A9075-8BC1-9F20-F6FC-BE06744880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200" y="1892300"/>
          <a:ext cx="1422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1892300"/>
                        <a:ext cx="1422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Text Box 8">
            <a:extLst>
              <a:ext uri="{FF2B5EF4-FFF2-40B4-BE49-F238E27FC236}">
                <a16:creationId xmlns:a16="http://schemas.microsoft.com/office/drawing/2014/main" id="{2D211814-2D4C-0194-33B6-EACD769AA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300" y="2100263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5129" name="Object 9">
            <a:extLst>
              <a:ext uri="{FF2B5EF4-FFF2-40B4-BE49-F238E27FC236}">
                <a16:creationId xmlns:a16="http://schemas.microsoft.com/office/drawing/2014/main" id="{0F4EA726-7FB3-00E8-D234-0421938AC5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3500" y="1905000"/>
          <a:ext cx="1955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0" y="1905000"/>
                        <a:ext cx="19558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Text Box 10">
            <a:extLst>
              <a:ext uri="{FF2B5EF4-FFF2-40B4-BE49-F238E27FC236}">
                <a16:creationId xmlns:a16="http://schemas.microsoft.com/office/drawing/2014/main" id="{E00F5451-EC3E-1194-8AB4-C0AC6C3CD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38" y="3198813"/>
            <a:ext cx="990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has</a:t>
            </a:r>
            <a:endParaRPr lang="zh-CN" altLang="en-US" sz="2400"/>
          </a:p>
        </p:txBody>
      </p:sp>
      <p:graphicFrame>
        <p:nvGraphicFramePr>
          <p:cNvPr id="5131" name="Object 11">
            <a:extLst>
              <a:ext uri="{FF2B5EF4-FFF2-40B4-BE49-F238E27FC236}">
                <a16:creationId xmlns:a16="http://schemas.microsoft.com/office/drawing/2014/main" id="{8B96BDBA-F113-2BBF-AAC1-CFE6E647DB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8288" y="3022600"/>
          <a:ext cx="1536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288" y="3022600"/>
                        <a:ext cx="1536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Object 12">
            <a:extLst>
              <a:ext uri="{FF2B5EF4-FFF2-40B4-BE49-F238E27FC236}">
                <a16:creationId xmlns:a16="http://schemas.microsoft.com/office/drawing/2014/main" id="{9ED077A3-FD0A-BF69-44E2-D1F70EB14B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4488" y="4073525"/>
          <a:ext cx="1536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4073525"/>
                        <a:ext cx="1536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Text Box 13">
            <a:extLst>
              <a:ext uri="{FF2B5EF4-FFF2-40B4-BE49-F238E27FC236}">
                <a16:creationId xmlns:a16="http://schemas.microsoft.com/office/drawing/2014/main" id="{BAB3FF95-EFE9-A56C-0CEF-755106B4B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40363"/>
            <a:ext cx="2362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fromTheorem 1 </a:t>
            </a:r>
            <a:r>
              <a:rPr lang="zh-CN" altLang="en-US" sz="2400"/>
              <a:t>知</a:t>
            </a:r>
          </a:p>
        </p:txBody>
      </p:sp>
      <p:graphicFrame>
        <p:nvGraphicFramePr>
          <p:cNvPr id="5134" name="Object 14">
            <a:extLst>
              <a:ext uri="{FF2B5EF4-FFF2-40B4-BE49-F238E27FC236}">
                <a16:creationId xmlns:a16="http://schemas.microsoft.com/office/drawing/2014/main" id="{15082915-F273-097B-61EC-487DC0DE76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0288" y="5259388"/>
          <a:ext cx="1308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5259388"/>
                        <a:ext cx="1308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Text Box 15">
            <a:extLst>
              <a:ext uri="{FF2B5EF4-FFF2-40B4-BE49-F238E27FC236}">
                <a16:creationId xmlns:a16="http://schemas.microsoft.com/office/drawing/2014/main" id="{F4F176B6-6BF6-FC12-9F2F-C7FF8221C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5454650"/>
            <a:ext cx="160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not existence .</a:t>
            </a:r>
          </a:p>
        </p:txBody>
      </p:sp>
      <p:graphicFrame>
        <p:nvGraphicFramePr>
          <p:cNvPr id="5136" name="Object 16">
            <a:extLst>
              <a:ext uri="{FF2B5EF4-FFF2-40B4-BE49-F238E27FC236}">
                <a16:creationId xmlns:a16="http://schemas.microsoft.com/office/drawing/2014/main" id="{20A6943F-F233-3100-C642-801501F021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133600"/>
          <a:ext cx="1943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133600"/>
                        <a:ext cx="1943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7" name="Object 17">
            <a:extLst>
              <a:ext uri="{FF2B5EF4-FFF2-40B4-BE49-F238E27FC236}">
                <a16:creationId xmlns:a16="http://schemas.microsoft.com/office/drawing/2014/main" id="{8EF27E66-FAFA-6D23-D0CE-63D550CDB5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9438" y="3249613"/>
          <a:ext cx="2616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438" y="3249613"/>
                        <a:ext cx="2616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Object 18">
            <a:extLst>
              <a:ext uri="{FF2B5EF4-FFF2-40B4-BE49-F238E27FC236}">
                <a16:creationId xmlns:a16="http://schemas.microsoft.com/office/drawing/2014/main" id="{879E8EAE-C2C4-8783-2C97-09F587A2C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0875" y="4276725"/>
          <a:ext cx="32861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75" y="4276725"/>
                        <a:ext cx="32861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utoUpdateAnimBg="0"/>
      <p:bldP spid="5128" grpId="0" autoUpdateAnimBg="0"/>
      <p:bldP spid="5130" grpId="0" autoUpdateAnimBg="0"/>
      <p:bldP spid="5133" grpId="0" autoUpdateAnimBg="0"/>
      <p:bldP spid="513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8EA2F-9808-C1BC-A249-B7DDC1BE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5599113" cy="6873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>
                <a:latin typeface="+mn-ea"/>
                <a:ea typeface="+mn-ea"/>
              </a:rPr>
              <a:t>2. sequencelimitexistence's squeezecriterion</a:t>
            </a:r>
            <a:endParaRPr kumimoji="1" lang="zh-CN" altLang="en-US" sz="2800" dirty="0">
              <a:latin typeface="+mn-ea"/>
              <a:ea typeface="+mn-ea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CA3747C-FEFF-CF8D-540D-918DCD07F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1268413"/>
            <a:ext cx="4291012" cy="5429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latin typeface="+mn-ea"/>
                <a:ea typeface="+mn-ea"/>
              </a:rPr>
              <a:t>squeezecriterion (criterion1)(p46)</a:t>
            </a:r>
            <a:endParaRPr kumimoji="1" lang="zh-CN" altLang="en-US" sz="280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0304F85-FE59-5C0E-B625-0A8AEFB57B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076450"/>
          <a:ext cx="44465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076450"/>
                        <a:ext cx="444658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55E68B9-0847-C0B7-8918-624FF92D6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951163"/>
          <a:ext cx="31162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951163"/>
                        <a:ext cx="3116262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E4BAFD88-6622-94F3-FA23-7690BDE2E8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3675" y="2116138"/>
          <a:ext cx="465138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675" y="2116138"/>
                        <a:ext cx="465138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7">
            <a:extLst>
              <a:ext uri="{FF2B5EF4-FFF2-40B4-BE49-F238E27FC236}">
                <a16:creationId xmlns:a16="http://schemas.microsoft.com/office/drawing/2014/main" id="{58DE40EE-B058-D3C1-E716-C5BA4C697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2520950"/>
            <a:ext cx="900112" cy="152400"/>
          </a:xfrm>
          <a:prstGeom prst="rightArrow">
            <a:avLst>
              <a:gd name="adj1" fmla="val 50000"/>
              <a:gd name="adj2" fmla="val 14765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D4A3B091-261C-3A7D-B847-E16037AFB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8925" y="2393950"/>
          <a:ext cx="14652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8925" y="2393950"/>
                        <a:ext cx="146526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96DF6C-6FF9-3C5E-6678-62257E261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487363"/>
            <a:ext cx="5029200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b="1">
                <a:latin typeface="+mn-ea"/>
                <a:ea typeface="+mn-ea"/>
              </a:rPr>
              <a:t>3. functionlimitexistence's squeezecriterion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8134DF4C-56B0-7379-1BF6-82752E912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08100"/>
            <a:ext cx="1066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Theorem2.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6149" name="Object 5">
            <a:extLst>
              <a:ext uri="{FF2B5EF4-FFF2-40B4-BE49-F238E27FC236}">
                <a16:creationId xmlns:a16="http://schemas.microsoft.com/office/drawing/2014/main" id="{6A12F555-CC16-244A-8233-54949E9F9C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098550"/>
          <a:ext cx="26924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1098550"/>
                        <a:ext cx="26924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9">
            <a:extLst>
              <a:ext uri="{FF2B5EF4-FFF2-40B4-BE49-F238E27FC236}">
                <a16:creationId xmlns:a16="http://schemas.microsoft.com/office/drawing/2014/main" id="{97751005-04D4-855A-6AD3-ACF48C6672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6650" y="2397125"/>
          <a:ext cx="3746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2397125"/>
                        <a:ext cx="3746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86" name="Group 42">
            <a:extLst>
              <a:ext uri="{FF2B5EF4-FFF2-40B4-BE49-F238E27FC236}">
                <a16:creationId xmlns:a16="http://schemas.microsoft.com/office/drawing/2014/main" id="{A21A4152-804D-47C7-F896-ED9955320246}"/>
              </a:ext>
            </a:extLst>
          </p:cNvPr>
          <p:cNvGrpSpPr>
            <a:grpSpLocks/>
          </p:cNvGrpSpPr>
          <p:nvPr/>
        </p:nvGrpSpPr>
        <p:grpSpPr bwMode="auto">
          <a:xfrm>
            <a:off x="4635500" y="1366838"/>
            <a:ext cx="2908300" cy="411162"/>
            <a:chOff x="3016" y="861"/>
            <a:chExt cx="1832" cy="259"/>
          </a:xfrm>
        </p:grpSpPr>
        <p:graphicFrame>
          <p:nvGraphicFramePr>
            <p:cNvPr id="20494" name="Object 8">
              <a:extLst>
                <a:ext uri="{FF2B5EF4-FFF2-40B4-BE49-F238E27FC236}">
                  <a16:creationId xmlns:a16="http://schemas.microsoft.com/office/drawing/2014/main" id="{833BD024-E422-E45D-9CF5-C4D8A95D7E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6" y="864"/>
            <a:ext cx="183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864"/>
                          <a:ext cx="183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5" name="Object 10">
              <a:extLst>
                <a:ext uri="{FF2B5EF4-FFF2-40B4-BE49-F238E27FC236}">
                  <a16:creationId xmlns:a16="http://schemas.microsoft.com/office/drawing/2014/main" id="{92F6B965-BC3F-D23C-31CA-39546F1C4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861"/>
            <a:ext cx="46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0" imgH="0" progId="Equation.3">
                    <p:embed/>
                  </p:oleObj>
                </mc:Choice>
                <mc:Fallback>
                  <p:oleObj name="Equation" r:id="rId8" imgW="0" imgH="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861"/>
                          <a:ext cx="46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58" name="Object 14">
            <a:extLst>
              <a:ext uri="{FF2B5EF4-FFF2-40B4-BE49-F238E27FC236}">
                <a16:creationId xmlns:a16="http://schemas.microsoft.com/office/drawing/2014/main" id="{07DBC39C-8A2E-AAF1-74D6-C4FF114D16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3188" y="3505200"/>
          <a:ext cx="2057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3505200"/>
                        <a:ext cx="2057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0" name="Object 16">
            <a:extLst>
              <a:ext uri="{FF2B5EF4-FFF2-40B4-BE49-F238E27FC236}">
                <a16:creationId xmlns:a16="http://schemas.microsoft.com/office/drawing/2014/main" id="{D79CE2B5-E4D1-F4A3-4B90-68ECB034D8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1828800"/>
          <a:ext cx="199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1828800"/>
                        <a:ext cx="199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" name="Object 20">
            <a:extLst>
              <a:ext uri="{FF2B5EF4-FFF2-40B4-BE49-F238E27FC236}">
                <a16:creationId xmlns:a16="http://schemas.microsoft.com/office/drawing/2014/main" id="{123DE40E-8CC8-DC5F-9CDD-095E89E371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9338" y="3068638"/>
          <a:ext cx="877887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3068638"/>
                        <a:ext cx="877887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5" name="Object 21">
            <a:extLst>
              <a:ext uri="{FF2B5EF4-FFF2-40B4-BE49-F238E27FC236}">
                <a16:creationId xmlns:a16="http://schemas.microsoft.com/office/drawing/2014/main" id="{4A89532B-EBB7-82B7-8C56-94C1E70A24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8138" y="3068638"/>
          <a:ext cx="877887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138" y="3068638"/>
                        <a:ext cx="877887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6" name="Object 22">
            <a:extLst>
              <a:ext uri="{FF2B5EF4-FFF2-40B4-BE49-F238E27FC236}">
                <a16:creationId xmlns:a16="http://schemas.microsoft.com/office/drawing/2014/main" id="{D75C203D-55FE-1711-B8A1-76C300E008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4114800"/>
          <a:ext cx="877888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114800"/>
                        <a:ext cx="877888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7" name="Text Box 23">
            <a:extLst>
              <a:ext uri="{FF2B5EF4-FFF2-40B4-BE49-F238E27FC236}">
                <a16:creationId xmlns:a16="http://schemas.microsoft.com/office/drawing/2014/main" id="{80EFE8B0-ADDF-87F8-910A-1BA38789F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311275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sp>
        <p:nvSpPr>
          <p:cNvPr id="6169" name="Text Box 25">
            <a:extLst>
              <a:ext uri="{FF2B5EF4-FFF2-40B4-BE49-F238E27FC236}">
                <a16:creationId xmlns:a16="http://schemas.microsoft.com/office/drawing/2014/main" id="{DFD9C3C6-4D2D-C9B1-E462-DD0CF0A22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800600"/>
            <a:ext cx="6172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400">
                <a:latin typeface="+mn-ea"/>
                <a:ea typeface="+mn-ea"/>
              </a:rPr>
              <a:t>(</a:t>
            </a:r>
            <a:r>
              <a:rPr lang="zh-CN" altLang="en-GB" sz="2400">
                <a:latin typeface="+mn-ea"/>
                <a:ea typeface="+mn-ea"/>
              </a:rPr>
              <a:t>利 </a:t>
            </a:r>
            <a:r>
              <a:rPr lang="en-GB" altLang="zh-CN" sz="2400">
                <a:latin typeface="+mn-ea"/>
                <a:ea typeface="+mn-ea"/>
              </a:rPr>
              <a:t>usesequence's squeezecriterion and Theorem1 canProof)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6187" name="AutoShape 43">
            <a:extLst>
              <a:ext uri="{FF2B5EF4-FFF2-40B4-BE49-F238E27FC236}">
                <a16:creationId xmlns:a16="http://schemas.microsoft.com/office/drawing/2014/main" id="{68EBDD00-021F-30A6-6AE3-CFB04C6DE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657600"/>
            <a:ext cx="1295400" cy="152400"/>
          </a:xfrm>
          <a:prstGeom prst="rightArrow">
            <a:avLst>
              <a:gd name="adj1" fmla="val 50000"/>
              <a:gd name="adj2" fmla="val 2125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utoUpdateAnimBg="0"/>
      <p:bldP spid="6167" grpId="0" autoUpdateAnimBg="0"/>
      <p:bldP spid="616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10" name="Object 42">
            <a:extLst>
              <a:ext uri="{FF2B5EF4-FFF2-40B4-BE49-F238E27FC236}">
                <a16:creationId xmlns:a16="http://schemas.microsoft.com/office/drawing/2014/main" id="{0BA97A80-BF23-64EF-2DDC-72BA59FB0E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4800600"/>
          <a:ext cx="2324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800600"/>
                        <a:ext cx="2324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2" name="Text Box 24">
            <a:extLst>
              <a:ext uri="{FF2B5EF4-FFF2-40B4-BE49-F238E27FC236}">
                <a16:creationId xmlns:a16="http://schemas.microsoft.com/office/drawing/2014/main" id="{8149E19A-975B-7A5D-9A5E-2A3588237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2465388"/>
            <a:ext cx="29178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circular sector formAOB's </a:t>
            </a:r>
            <a:r>
              <a:rPr lang="zh-CN" altLang="en-US" sz="2400"/>
              <a:t>面 </a:t>
            </a:r>
            <a:r>
              <a:rPr lang="en-US" altLang="zh-CN" sz="2400"/>
              <a:t>product</a:t>
            </a:r>
            <a:endParaRPr lang="zh-CN" altLang="en-US" sz="2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925F67C2-6E98-3E9D-2322-BF27F8E5B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4267200" cy="533400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II. Two Important Limits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F1588FFD-99B1-A529-B203-4534A4B9E5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2175" y="838200"/>
          <a:ext cx="215582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838200"/>
                        <a:ext cx="2155825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5">
            <a:extLst>
              <a:ext uri="{FF2B5EF4-FFF2-40B4-BE49-F238E27FC236}">
                <a16:creationId xmlns:a16="http://schemas.microsoft.com/office/drawing/2014/main" id="{A3AC06E6-7553-0F42-BCA9-9E050F9A9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3" y="1839913"/>
            <a:ext cx="1371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Proof: </a:t>
            </a:r>
            <a:r>
              <a:rPr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当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7194" name="Text Box 26">
            <a:extLst>
              <a:ext uri="{FF2B5EF4-FFF2-40B4-BE49-F238E27FC236}">
                <a16:creationId xmlns:a16="http://schemas.microsoft.com/office/drawing/2014/main" id="{1C2FCF88-C5C7-5F1F-D478-16DAB6287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3224213"/>
            <a:ext cx="5413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7195" name="Object 27">
            <a:extLst>
              <a:ext uri="{FF2B5EF4-FFF2-40B4-BE49-F238E27FC236}">
                <a16:creationId xmlns:a16="http://schemas.microsoft.com/office/drawing/2014/main" id="{E8487F70-FE9E-BDF9-645E-43476956A7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4100" y="3200400"/>
          <a:ext cx="118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3200400"/>
                        <a:ext cx="1181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9" name="Object 31">
            <a:extLst>
              <a:ext uri="{FF2B5EF4-FFF2-40B4-BE49-F238E27FC236}">
                <a16:creationId xmlns:a16="http://schemas.microsoft.com/office/drawing/2014/main" id="{57EC746C-2450-3B05-5630-827FC8A5E4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2825" y="3175000"/>
          <a:ext cx="419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5" y="3175000"/>
                        <a:ext cx="419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0" name="Object 32">
            <a:extLst>
              <a:ext uri="{FF2B5EF4-FFF2-40B4-BE49-F238E27FC236}">
                <a16:creationId xmlns:a16="http://schemas.microsoft.com/office/drawing/2014/main" id="{C607398A-9830-506E-729A-E3789B9824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1300" y="3176588"/>
          <a:ext cx="1206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3176588"/>
                        <a:ext cx="1206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2" name="Object 34">
            <a:extLst>
              <a:ext uri="{FF2B5EF4-FFF2-40B4-BE49-F238E27FC236}">
                <a16:creationId xmlns:a16="http://schemas.microsoft.com/office/drawing/2014/main" id="{505F313F-8D8C-FEAB-342F-540D7535DB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4038600"/>
          <a:ext cx="4292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038600"/>
                        <a:ext cx="4292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3" name="Object 35">
            <a:extLst>
              <a:ext uri="{FF2B5EF4-FFF2-40B4-BE49-F238E27FC236}">
                <a16:creationId xmlns:a16="http://schemas.microsoft.com/office/drawing/2014/main" id="{93DE2DA9-F928-04BE-A57D-59322BBD16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798638"/>
          <a:ext cx="1447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798638"/>
                        <a:ext cx="1447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4" name="Text Box 36">
            <a:extLst>
              <a:ext uri="{FF2B5EF4-FFF2-40B4-BE49-F238E27FC236}">
                <a16:creationId xmlns:a16="http://schemas.microsoft.com/office/drawing/2014/main" id="{93A99733-160B-0205-E280-F8496001C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766888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</a:t>
            </a:r>
            <a:endParaRPr lang="zh-CN" altLang="en-US" sz="2400"/>
          </a:p>
        </p:txBody>
      </p:sp>
      <p:graphicFrame>
        <p:nvGraphicFramePr>
          <p:cNvPr id="7213" name="Object 45">
            <a:extLst>
              <a:ext uri="{FF2B5EF4-FFF2-40B4-BE49-F238E27FC236}">
                <a16:creationId xmlns:a16="http://schemas.microsoft.com/office/drawing/2014/main" id="{0AC0DECF-3FB0-2417-7892-737C59D292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700" y="4953000"/>
          <a:ext cx="1765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4953000"/>
                        <a:ext cx="1765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8" name="Object 60">
            <a:extLst>
              <a:ext uri="{FF2B5EF4-FFF2-40B4-BE49-F238E27FC236}">
                <a16:creationId xmlns:a16="http://schemas.microsoft.com/office/drawing/2014/main" id="{EDDBEFC1-0318-82D7-6950-13191EDE74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000" y="5784850"/>
          <a:ext cx="2209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5784850"/>
                        <a:ext cx="2209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0" name="Object 62">
            <a:extLst>
              <a:ext uri="{FF2B5EF4-FFF2-40B4-BE49-F238E27FC236}">
                <a16:creationId xmlns:a16="http://schemas.microsoft.com/office/drawing/2014/main" id="{658CA61D-4F96-7D28-AC2F-56FC41342C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2200" y="5562600"/>
          <a:ext cx="2159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5562600"/>
                        <a:ext cx="2159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9" name="Text Box 41">
            <a:extLst>
              <a:ext uri="{FF2B5EF4-FFF2-40B4-BE49-F238E27FC236}">
                <a16:creationId xmlns:a16="http://schemas.microsoft.com/office/drawing/2014/main" id="{7AB611A5-51B1-82A7-BA0D-E2B734C90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113" y="4983163"/>
            <a:ext cx="152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clearly has</a:t>
            </a:r>
            <a:endParaRPr lang="zh-CN" altLang="en-US" sz="2400"/>
          </a:p>
        </p:txBody>
      </p:sp>
      <p:sp>
        <p:nvSpPr>
          <p:cNvPr id="7265" name="Text Box 97">
            <a:extLst>
              <a:ext uri="{FF2B5EF4-FFF2-40B4-BE49-F238E27FC236}">
                <a16:creationId xmlns:a16="http://schemas.microsoft.com/office/drawing/2014/main" id="{C14D5638-2DD8-367D-6E33-B49A435BF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2468563"/>
            <a:ext cx="2566988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solidFill>
                  <a:schemeClr val="tx2"/>
                </a:solidFill>
                <a:latin typeface="+mn-ea"/>
              </a:rPr>
              <a:t>△ AOB 's </a:t>
            </a:r>
            <a:r>
              <a:rPr lang="zh-CN" altLang="en-US" sz="2400">
                <a:solidFill>
                  <a:schemeClr val="tx2"/>
                </a:solidFill>
                <a:latin typeface="+mn-ea"/>
              </a:rPr>
              <a:t>面 </a:t>
            </a:r>
            <a:r>
              <a:rPr lang="en-US" altLang="zh-CN" sz="2400">
                <a:solidFill>
                  <a:schemeClr val="tx2"/>
                </a:solidFill>
                <a:latin typeface="+mn-ea"/>
              </a:rPr>
              <a:t>product</a:t>
            </a:r>
            <a:r>
              <a:rPr lang="zh-CN" altLang="en-US" sz="2400">
                <a:solidFill>
                  <a:schemeClr val="tx2"/>
                </a:solidFill>
                <a:latin typeface="+mn-ea"/>
              </a:rPr>
              <a:t>＜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7266" name="Text Box 98">
            <a:extLst>
              <a:ext uri="{FF2B5EF4-FFF2-40B4-BE49-F238E27FC236}">
                <a16:creationId xmlns:a16="http://schemas.microsoft.com/office/drawing/2014/main" id="{5D49B45C-1463-3B91-AAA8-EEE0009E3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063" y="2438400"/>
            <a:ext cx="306387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>
                <a:solidFill>
                  <a:schemeClr val="tx2"/>
                </a:solidFill>
                <a:latin typeface="+mn-ea"/>
                <a:ea typeface="+mn-ea"/>
              </a:rPr>
              <a:t>＜△</a:t>
            </a:r>
            <a:r>
              <a:rPr lang="en-US" altLang="zh-CN" sz="2400">
                <a:solidFill>
                  <a:schemeClr val="tx2"/>
                </a:solidFill>
                <a:latin typeface="+mn-ea"/>
                <a:ea typeface="+mn-ea"/>
              </a:rPr>
              <a:t>AOD's </a:t>
            </a:r>
            <a:r>
              <a:rPr lang="zh-CN" altLang="en-US" sz="2400">
                <a:solidFill>
                  <a:schemeClr val="tx2"/>
                </a:solidFill>
                <a:latin typeface="+mn-ea"/>
                <a:ea typeface="+mn-ea"/>
              </a:rPr>
              <a:t>面 </a:t>
            </a:r>
            <a:r>
              <a:rPr lang="en-US" altLang="zh-CN" sz="2400">
                <a:solidFill>
                  <a:schemeClr val="tx2"/>
                </a:solidFill>
                <a:latin typeface="+mn-ea"/>
                <a:ea typeface="+mn-ea"/>
              </a:rPr>
              <a:t>product</a:t>
            </a:r>
            <a:endParaRPr lang="zh-CN" altLang="en-US" sz="24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7193" name="Line 25">
            <a:extLst>
              <a:ext uri="{FF2B5EF4-FFF2-40B4-BE49-F238E27FC236}">
                <a16:creationId xmlns:a16="http://schemas.microsoft.com/office/drawing/2014/main" id="{D52B33E2-DA39-58F2-B088-E83ACF3C5764}"/>
              </a:ext>
            </a:extLst>
          </p:cNvPr>
          <p:cNvSpPr>
            <a:spLocks noChangeShapeType="1"/>
          </p:cNvSpPr>
          <p:nvPr/>
        </p:nvSpPr>
        <p:spPr bwMode="auto">
          <a:xfrm rot="120000">
            <a:off x="7542213" y="852488"/>
            <a:ext cx="258762" cy="54927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264" name="Group 96">
            <a:extLst>
              <a:ext uri="{FF2B5EF4-FFF2-40B4-BE49-F238E27FC236}">
                <a16:creationId xmlns:a16="http://schemas.microsoft.com/office/drawing/2014/main" id="{5C08BE5E-2DFA-9668-3C4B-7E160CBA0663}"/>
              </a:ext>
            </a:extLst>
          </p:cNvPr>
          <p:cNvGrpSpPr>
            <a:grpSpLocks/>
          </p:cNvGrpSpPr>
          <p:nvPr/>
        </p:nvGrpSpPr>
        <p:grpSpPr bwMode="auto">
          <a:xfrm>
            <a:off x="7523163" y="381000"/>
            <a:ext cx="617537" cy="1030288"/>
            <a:chOff x="5184" y="4"/>
            <a:chExt cx="432" cy="721"/>
          </a:xfrm>
        </p:grpSpPr>
        <p:sp>
          <p:nvSpPr>
            <p:cNvPr id="21543" name="Line 9">
              <a:extLst>
                <a:ext uri="{FF2B5EF4-FFF2-40B4-BE49-F238E27FC236}">
                  <a16:creationId xmlns:a16="http://schemas.microsoft.com/office/drawing/2014/main" id="{9C5D74F8-B589-FD13-E40C-F78BB7C55F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36"/>
              <a:ext cx="199" cy="1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4" name="Line 10">
              <a:extLst>
                <a:ext uri="{FF2B5EF4-FFF2-40B4-BE49-F238E27FC236}">
                  <a16:creationId xmlns:a16="http://schemas.microsoft.com/office/drawing/2014/main" id="{925B24B7-CE7A-2436-C276-AAA66C9BA6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6" y="136"/>
              <a:ext cx="0" cy="589"/>
            </a:xfrm>
            <a:prstGeom prst="line">
              <a:avLst/>
            </a:prstGeom>
            <a:noFill/>
            <a:ln w="9525">
              <a:solidFill>
                <a:srgbClr val="00FF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45" name="Object 22">
              <a:extLst>
                <a:ext uri="{FF2B5EF4-FFF2-40B4-BE49-F238E27FC236}">
                  <a16:creationId xmlns:a16="http://schemas.microsoft.com/office/drawing/2014/main" id="{34F1FE48-2311-26AA-180F-84A5CB4318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55" y="4"/>
            <a:ext cx="261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0" imgH="0" progId="Equation.3">
                    <p:embed/>
                  </p:oleObj>
                </mc:Choice>
                <mc:Fallback>
                  <p:oleObj name="Equation" r:id="rId23" imgW="0" imgH="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5" y="4"/>
                          <a:ext cx="261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62" name="Group 94">
            <a:extLst>
              <a:ext uri="{FF2B5EF4-FFF2-40B4-BE49-F238E27FC236}">
                <a16:creationId xmlns:a16="http://schemas.microsoft.com/office/drawing/2014/main" id="{12EEE391-E701-7DDD-DC3C-0B54DD5520BB}"/>
              </a:ext>
            </a:extLst>
          </p:cNvPr>
          <p:cNvGrpSpPr>
            <a:grpSpLocks/>
          </p:cNvGrpSpPr>
          <p:nvPr/>
        </p:nvGrpSpPr>
        <p:grpSpPr bwMode="auto">
          <a:xfrm>
            <a:off x="7386638" y="850900"/>
            <a:ext cx="339725" cy="938213"/>
            <a:chOff x="5088" y="333"/>
            <a:chExt cx="238" cy="657"/>
          </a:xfrm>
        </p:grpSpPr>
        <p:sp>
          <p:nvSpPr>
            <p:cNvPr id="21541" name="Line 12">
              <a:extLst>
                <a:ext uri="{FF2B5EF4-FFF2-40B4-BE49-F238E27FC236}">
                  <a16:creationId xmlns:a16="http://schemas.microsoft.com/office/drawing/2014/main" id="{4F9E704E-80B5-1C77-4DB1-9A1625937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" y="333"/>
              <a:ext cx="0" cy="40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42" name="Object 14">
              <a:extLst>
                <a:ext uri="{FF2B5EF4-FFF2-40B4-BE49-F238E27FC236}">
                  <a16:creationId xmlns:a16="http://schemas.microsoft.com/office/drawing/2014/main" id="{2995D1EE-495A-6494-9B17-D7CC5C352E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713"/>
            <a:ext cx="238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0" imgH="0" progId="Equation.3">
                    <p:embed/>
                  </p:oleObj>
                </mc:Choice>
                <mc:Fallback>
                  <p:oleObj name="Equation" r:id="rId25" imgW="0" imgH="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713"/>
                          <a:ext cx="238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63" name="Group 95">
            <a:extLst>
              <a:ext uri="{FF2B5EF4-FFF2-40B4-BE49-F238E27FC236}">
                <a16:creationId xmlns:a16="http://schemas.microsoft.com/office/drawing/2014/main" id="{C65177C2-310C-44D4-EB85-7BE45E05E702}"/>
              </a:ext>
            </a:extLst>
          </p:cNvPr>
          <p:cNvGrpSpPr>
            <a:grpSpLocks/>
          </p:cNvGrpSpPr>
          <p:nvPr/>
        </p:nvGrpSpPr>
        <p:grpSpPr bwMode="auto">
          <a:xfrm>
            <a:off x="6153150" y="415925"/>
            <a:ext cx="2000250" cy="1833563"/>
            <a:chOff x="4224" y="28"/>
            <a:chExt cx="1401" cy="1284"/>
          </a:xfrm>
        </p:grpSpPr>
        <p:graphicFrame>
          <p:nvGraphicFramePr>
            <p:cNvPr id="21531" name="Object 16">
              <a:extLst>
                <a:ext uri="{FF2B5EF4-FFF2-40B4-BE49-F238E27FC236}">
                  <a16:creationId xmlns:a16="http://schemas.microsoft.com/office/drawing/2014/main" id="{D6C9BC71-FB09-0CBB-A789-4F8F52BB36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4" y="28"/>
            <a:ext cx="24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0" imgH="0" progId="Equation.3">
                    <p:embed/>
                  </p:oleObj>
                </mc:Choice>
                <mc:Fallback>
                  <p:oleObj name="Equation" r:id="rId27" imgW="0" imgH="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4" y="28"/>
                          <a:ext cx="24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32" name="Group 93">
              <a:extLst>
                <a:ext uri="{FF2B5EF4-FFF2-40B4-BE49-F238E27FC236}">
                  <a16:creationId xmlns:a16="http://schemas.microsoft.com/office/drawing/2014/main" id="{50D12545-29EC-C0C4-EC89-03DE03C5E2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65"/>
              <a:ext cx="1401" cy="1147"/>
              <a:chOff x="4224" y="165"/>
              <a:chExt cx="1401" cy="1147"/>
            </a:xfrm>
          </p:grpSpPr>
          <p:sp>
            <p:nvSpPr>
              <p:cNvPr id="21533" name="Oval 6">
                <a:extLst>
                  <a:ext uri="{FF2B5EF4-FFF2-40B4-BE49-F238E27FC236}">
                    <a16:creationId xmlns:a16="http://schemas.microsoft.com/office/drawing/2014/main" id="{A92B6996-C11F-B9EC-86F5-310D1B365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65"/>
                <a:ext cx="1145" cy="114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1534" name="Object 15">
                <a:extLst>
                  <a:ext uri="{FF2B5EF4-FFF2-40B4-BE49-F238E27FC236}">
                    <a16:creationId xmlns:a16="http://schemas.microsoft.com/office/drawing/2014/main" id="{23CA31A6-8BEC-109B-40C3-E45F410A44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76" y="621"/>
              <a:ext cx="249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0" imgH="0" progId="Equation.3">
                      <p:embed/>
                    </p:oleObj>
                  </mc:Choice>
                  <mc:Fallback>
                    <p:oleObj name="Equation" r:id="rId29" imgW="0" imgH="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6" y="621"/>
                            <a:ext cx="249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35" name="Object 19">
                <a:extLst>
                  <a:ext uri="{FF2B5EF4-FFF2-40B4-BE49-F238E27FC236}">
                    <a16:creationId xmlns:a16="http://schemas.microsoft.com/office/drawing/2014/main" id="{C7CCF1D2-04F0-CB82-9257-E12E3CFA6B5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82" y="566"/>
              <a:ext cx="211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0" imgH="0" progId="Equation.3">
                      <p:embed/>
                    </p:oleObj>
                  </mc:Choice>
                  <mc:Fallback>
                    <p:oleObj name="Equation" r:id="rId31" imgW="0" imgH="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82" y="566"/>
                            <a:ext cx="211" cy="2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36" name="Object 28">
                <a:extLst>
                  <a:ext uri="{FF2B5EF4-FFF2-40B4-BE49-F238E27FC236}">
                    <a16:creationId xmlns:a16="http://schemas.microsoft.com/office/drawing/2014/main" id="{4C6A9BA2-D563-C24F-6719-20B387E0195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10" y="297"/>
              <a:ext cx="164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0" imgH="0" progId="Equation.3">
                      <p:embed/>
                    </p:oleObj>
                  </mc:Choice>
                  <mc:Fallback>
                    <p:oleObj name="Equation" r:id="rId33" imgW="0" imgH="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10" y="297"/>
                            <a:ext cx="164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37" name="Line 69">
                <a:extLst>
                  <a:ext uri="{FF2B5EF4-FFF2-40B4-BE49-F238E27FC236}">
                    <a16:creationId xmlns:a16="http://schemas.microsoft.com/office/drawing/2014/main" id="{3F6A87CC-E18C-9FC8-D754-1A5A9A12E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321"/>
                <a:ext cx="404" cy="4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8" name="Arc 11">
                <a:extLst>
                  <a:ext uri="{FF2B5EF4-FFF2-40B4-BE49-F238E27FC236}">
                    <a16:creationId xmlns:a16="http://schemas.microsoft.com/office/drawing/2014/main" id="{16AAEA35-95F6-886F-1B00-740AFF722E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0" y="500"/>
                <a:ext cx="391" cy="242"/>
              </a:xfrm>
              <a:custGeom>
                <a:avLst/>
                <a:gdLst>
                  <a:gd name="T0" fmla="*/ 0 w 21600"/>
                  <a:gd name="T1" fmla="*/ 0 h 13733"/>
                  <a:gd name="T2" fmla="*/ 0 w 21600"/>
                  <a:gd name="T3" fmla="*/ 0 h 13733"/>
                  <a:gd name="T4" fmla="*/ 0 w 21600"/>
                  <a:gd name="T5" fmla="*/ 0 h 137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3733" fill="none" extrusionOk="0">
                    <a:moveTo>
                      <a:pt x="16672" y="-1"/>
                    </a:moveTo>
                    <a:cubicBezTo>
                      <a:pt x="19857" y="3867"/>
                      <a:pt x="21600" y="8722"/>
                      <a:pt x="21600" y="13733"/>
                    </a:cubicBezTo>
                  </a:path>
                  <a:path w="21600" h="13733" stroke="0" extrusionOk="0">
                    <a:moveTo>
                      <a:pt x="16672" y="-1"/>
                    </a:moveTo>
                    <a:cubicBezTo>
                      <a:pt x="19857" y="3867"/>
                      <a:pt x="21600" y="8722"/>
                      <a:pt x="21600" y="13733"/>
                    </a:cubicBezTo>
                    <a:lnTo>
                      <a:pt x="0" y="13733"/>
                    </a:lnTo>
                    <a:lnTo>
                      <a:pt x="16672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39" name="Object 13">
                <a:extLst>
                  <a:ext uri="{FF2B5EF4-FFF2-40B4-BE49-F238E27FC236}">
                    <a16:creationId xmlns:a16="http://schemas.microsoft.com/office/drawing/2014/main" id="{D0690B10-4D60-59B3-43C1-05B50B3B5B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33" y="739"/>
              <a:ext cx="235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5" imgW="0" imgH="0" progId="Equation.3">
                      <p:embed/>
                    </p:oleObj>
                  </mc:Choice>
                  <mc:Fallback>
                    <p:oleObj name="Equation" r:id="rId35" imgW="0" imgH="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3" y="739"/>
                            <a:ext cx="235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40" name="Line 7">
                <a:extLst>
                  <a:ext uri="{FF2B5EF4-FFF2-40B4-BE49-F238E27FC236}">
                    <a16:creationId xmlns:a16="http://schemas.microsoft.com/office/drawing/2014/main" id="{27028068-1F10-886C-9956-01D6C7C25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3" y="739"/>
                <a:ext cx="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430" name="Rectangle 262">
            <a:extLst>
              <a:ext uri="{FF2B5EF4-FFF2-40B4-BE49-F238E27FC236}">
                <a16:creationId xmlns:a16="http://schemas.microsoft.com/office/drawing/2014/main" id="{81DAB350-E9F6-0046-647F-8E69A41FD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2743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211" name="Object 43">
            <a:extLst>
              <a:ext uri="{FF2B5EF4-FFF2-40B4-BE49-F238E27FC236}">
                <a16:creationId xmlns:a16="http://schemas.microsoft.com/office/drawing/2014/main" id="{27326BDD-8353-A050-75A0-0736381A41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8100" y="3810000"/>
          <a:ext cx="2298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0" imgH="0" progId="Equation.3">
                  <p:embed/>
                </p:oleObj>
              </mc:Choice>
              <mc:Fallback>
                <p:oleObj name="Equation" r:id="rId37" imgW="0" imgH="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3810000"/>
                        <a:ext cx="2298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1" name="Rectangle 263">
            <a:extLst>
              <a:ext uri="{FF2B5EF4-FFF2-40B4-BE49-F238E27FC236}">
                <a16:creationId xmlns:a16="http://schemas.microsoft.com/office/drawing/2014/main" id="{47C00AB8-6E49-DC0E-23C8-333A9CF70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4044950"/>
            <a:ext cx="11049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hence has</a:t>
            </a:r>
            <a:endParaRPr lang="zh-CN" altLang="en-US" sz="2400"/>
          </a:p>
        </p:txBody>
      </p:sp>
      <p:sp>
        <p:nvSpPr>
          <p:cNvPr id="7472" name="AutoShape 304">
            <a:hlinkClick r:id="" action="ppaction://customshow?id=0&amp;return=true" highlightClick="1"/>
            <a:extLst>
              <a:ext uri="{FF2B5EF4-FFF2-40B4-BE49-F238E27FC236}">
                <a16:creationId xmlns:a16="http://schemas.microsoft.com/office/drawing/2014/main" id="{FD321428-289C-931A-7F9E-2D0F7F90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488" y="5880100"/>
            <a:ext cx="381000" cy="304800"/>
          </a:xfrm>
          <a:prstGeom prst="actionButtonBlank">
            <a:avLst/>
          </a:prstGeom>
          <a:solidFill>
            <a:srgbClr val="0033CC"/>
          </a:solidFill>
          <a:ln w="9525">
            <a:solidFill>
              <a:srgbClr val="00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rgbClr val="FFFF00"/>
                </a:solidFill>
              </a:rPr>
              <a:t>Note</a:t>
            </a:r>
            <a:endParaRPr lang="zh-CN" altLang="en-US" sz="2000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2" grpId="0" autoUpdateAnimBg="0"/>
      <p:bldP spid="7173" grpId="0" autoUpdateAnimBg="0"/>
      <p:bldP spid="7194" grpId="0" autoUpdateAnimBg="0"/>
      <p:bldP spid="7204" grpId="0" autoUpdateAnimBg="0"/>
      <p:bldP spid="7209" grpId="0" autoUpdateAnimBg="0"/>
      <p:bldP spid="7265" grpId="0" autoUpdateAnimBg="0"/>
      <p:bldP spid="7266" grpId="0" autoUpdateAnimBg="0"/>
      <p:bldP spid="7431" grpId="0" animBg="1" autoUpdateAnimBg="0"/>
      <p:bldP spid="7472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1BFE9-77B1-D25B-9D3E-4312A614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919163" cy="76041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1" lang="en-US" altLang="zh-CN" sz="3200" b="1">
                <a:latin typeface="+mn-ea"/>
                <a:ea typeface="+mn-ea"/>
              </a:rPr>
              <a:t>Note</a:t>
            </a:r>
            <a:endParaRPr kumimoji="1" lang="zh-CN" altLang="en-US" sz="3200" b="1" dirty="0">
              <a:latin typeface="+mn-ea"/>
              <a:ea typeface="+mn-ea"/>
            </a:endParaRPr>
          </a:p>
        </p:txBody>
      </p:sp>
      <p:graphicFrame>
        <p:nvGraphicFramePr>
          <p:cNvPr id="23554" name="对象 2">
            <a:extLst>
              <a:ext uri="{FF2B5EF4-FFF2-40B4-BE49-F238E27FC236}">
                <a16:creationId xmlns:a16="http://schemas.microsoft.com/office/drawing/2014/main" id="{AA95DF11-CE32-BFD5-A13A-E837982A12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184275"/>
          <a:ext cx="158432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184275"/>
                        <a:ext cx="158432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矩形 3">
            <a:extLst>
              <a:ext uri="{FF2B5EF4-FFF2-40B4-BE49-F238E27FC236}">
                <a16:creationId xmlns:a16="http://schemas.microsoft.com/office/drawing/2014/main" id="{F553A71B-163A-F73F-F2A7-1DE66EEA9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3716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sp>
        <p:nvSpPr>
          <p:cNvPr id="23556" name="矩形 4">
            <a:extLst>
              <a:ext uri="{FF2B5EF4-FFF2-40B4-BE49-F238E27FC236}">
                <a16:creationId xmlns:a16="http://schemas.microsoft.com/office/drawing/2014/main" id="{D88902AA-5C62-D592-61C2-18E4D3139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362075"/>
            <a:ext cx="6397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</a:t>
            </a:r>
            <a:endParaRPr lang="zh-CN" altLang="en-US" sz="2400"/>
          </a:p>
        </p:txBody>
      </p:sp>
      <p:graphicFrame>
        <p:nvGraphicFramePr>
          <p:cNvPr id="23557" name="对象 5">
            <a:extLst>
              <a:ext uri="{FF2B5EF4-FFF2-40B4-BE49-F238E27FC236}">
                <a16:creationId xmlns:a16="http://schemas.microsoft.com/office/drawing/2014/main" id="{0327BE3A-5C2D-512D-8727-9F89FB9D45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205038"/>
          <a:ext cx="33845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205038"/>
                        <a:ext cx="33845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9">
            <a:extLst>
              <a:ext uri="{FF2B5EF4-FFF2-40B4-BE49-F238E27FC236}">
                <a16:creationId xmlns:a16="http://schemas.microsoft.com/office/drawing/2014/main" id="{19D1669C-7B12-7F3F-72B8-DE04C5CF56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1725" y="2578100"/>
          <a:ext cx="1435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725" y="2578100"/>
                        <a:ext cx="1435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对象 7">
            <a:extLst>
              <a:ext uri="{FF2B5EF4-FFF2-40B4-BE49-F238E27FC236}">
                <a16:creationId xmlns:a16="http://schemas.microsoft.com/office/drawing/2014/main" id="{9FDDF6B2-D64A-D1DC-C5E0-B473390697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617788"/>
          <a:ext cx="1296988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0" imgH="0" progId="">
                  <p:embed/>
                </p:oleObj>
              </mc:Choice>
              <mc:Fallback>
                <p:oleObj r:id="rId8" imgW="0" imgH="0" progId="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617788"/>
                        <a:ext cx="1296988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1">
            <a:extLst>
              <a:ext uri="{FF2B5EF4-FFF2-40B4-BE49-F238E27FC236}">
                <a16:creationId xmlns:a16="http://schemas.microsoft.com/office/drawing/2014/main" id="{BAB0242D-7F34-FC58-228E-B464F73ED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552700"/>
          <a:ext cx="723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552700"/>
                        <a:ext cx="723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2">
            <a:extLst>
              <a:ext uri="{FF2B5EF4-FFF2-40B4-BE49-F238E27FC236}">
                <a16:creationId xmlns:a16="http://schemas.microsoft.com/office/drawing/2014/main" id="{7AB24554-A4E4-1DF5-B083-AB6393836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0700" y="3892550"/>
          <a:ext cx="3187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3892550"/>
                        <a:ext cx="3187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783ABE60-AF7A-ED33-9A6B-A1AD8E0A3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92113"/>
            <a:ext cx="1600200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Example2. find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4578" name="Object 5">
            <a:extLst>
              <a:ext uri="{FF2B5EF4-FFF2-40B4-BE49-F238E27FC236}">
                <a16:creationId xmlns:a16="http://schemas.microsoft.com/office/drawing/2014/main" id="{231DE374-3CD7-C831-82D2-40C661BD62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1800" y="252413"/>
          <a:ext cx="1435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252413"/>
                        <a:ext cx="1435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6">
            <a:extLst>
              <a:ext uri="{FF2B5EF4-FFF2-40B4-BE49-F238E27FC236}">
                <a16:creationId xmlns:a16="http://schemas.microsoft.com/office/drawing/2014/main" id="{22E0BBF8-4F50-9BA2-874B-1775E457C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1470025"/>
            <a:ext cx="1066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Solution: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BEF1C17E-20D3-8600-3347-37FA950D74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8250" y="1274763"/>
          <a:ext cx="1346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1274763"/>
                        <a:ext cx="1346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D930836C-3039-3BB7-8620-60E77D47BC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1295400"/>
          <a:ext cx="2692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295400"/>
                        <a:ext cx="2692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>
            <a:extLst>
              <a:ext uri="{FF2B5EF4-FFF2-40B4-BE49-F238E27FC236}">
                <a16:creationId xmlns:a16="http://schemas.microsoft.com/office/drawing/2014/main" id="{7221BD00-54F6-AB4B-5084-F2FE2D2D98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2336800"/>
          <a:ext cx="1600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336800"/>
                        <a:ext cx="1600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>
            <a:extLst>
              <a:ext uri="{FF2B5EF4-FFF2-40B4-BE49-F238E27FC236}">
                <a16:creationId xmlns:a16="http://schemas.microsoft.com/office/drawing/2014/main" id="{C78B4050-84AF-08BD-23A4-A82F11A31F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5300" y="2349500"/>
          <a:ext cx="1485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2349500"/>
                        <a:ext cx="1485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>
            <a:extLst>
              <a:ext uri="{FF2B5EF4-FFF2-40B4-BE49-F238E27FC236}">
                <a16:creationId xmlns:a16="http://schemas.microsoft.com/office/drawing/2014/main" id="{1DAE8E64-D31C-78D3-F9CB-30E4A8EDA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590800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590800"/>
                        <a:ext cx="431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Text Box 12">
            <a:extLst>
              <a:ext uri="{FF2B5EF4-FFF2-40B4-BE49-F238E27FC236}">
                <a16:creationId xmlns:a16="http://schemas.microsoft.com/office/drawing/2014/main" id="{52DCE663-FF3B-FAA3-136A-A1A723BF4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32188"/>
            <a:ext cx="1371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Example3. find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0253" name="Object 13">
            <a:extLst>
              <a:ext uri="{FF2B5EF4-FFF2-40B4-BE49-F238E27FC236}">
                <a16:creationId xmlns:a16="http://schemas.microsoft.com/office/drawing/2014/main" id="{45C75878-CC63-15C0-2B04-45592EFDF7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225" y="3429000"/>
          <a:ext cx="1854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3429000"/>
                        <a:ext cx="1854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Text Box 14">
            <a:extLst>
              <a:ext uri="{FF2B5EF4-FFF2-40B4-BE49-F238E27FC236}">
                <a16:creationId xmlns:a16="http://schemas.microsoft.com/office/drawing/2014/main" id="{B29C6A6C-B490-0301-43FC-F2BE9BCB9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8" y="4419600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Solution: let</a:t>
            </a:r>
            <a:endParaRPr lang="zh-CN" altLang="en-US" sz="2400"/>
          </a:p>
        </p:txBody>
      </p:sp>
      <p:graphicFrame>
        <p:nvGraphicFramePr>
          <p:cNvPr id="10255" name="Object 15">
            <a:extLst>
              <a:ext uri="{FF2B5EF4-FFF2-40B4-BE49-F238E27FC236}">
                <a16:creationId xmlns:a16="http://schemas.microsoft.com/office/drawing/2014/main" id="{3204C4A8-2437-8613-C414-B592DB17E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3700" y="4462463"/>
          <a:ext cx="176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4462463"/>
                        <a:ext cx="1765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Text Box 16">
            <a:extLst>
              <a:ext uri="{FF2B5EF4-FFF2-40B4-BE49-F238E27FC236}">
                <a16:creationId xmlns:a16="http://schemas.microsoft.com/office/drawing/2014/main" id="{5F97884B-BCD1-F99A-A74C-ADFD0D9E8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444658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10257" name="Object 17">
            <a:extLst>
              <a:ext uri="{FF2B5EF4-FFF2-40B4-BE49-F238E27FC236}">
                <a16:creationId xmlns:a16="http://schemas.microsoft.com/office/drawing/2014/main" id="{4A8EDABC-118D-4808-2FD2-43C7ACAD34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4462463"/>
          <a:ext cx="1358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462463"/>
                        <a:ext cx="1358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Text Box 18">
            <a:extLst>
              <a:ext uri="{FF2B5EF4-FFF2-40B4-BE49-F238E27FC236}">
                <a16:creationId xmlns:a16="http://schemas.microsoft.com/office/drawing/2014/main" id="{D599F67B-A45B-29D9-0517-9771D42FD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13" y="4435475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sp>
        <p:nvSpPr>
          <p:cNvPr id="10259" name="Text Box 19">
            <a:extLst>
              <a:ext uri="{FF2B5EF4-FFF2-40B4-BE49-F238E27FC236}">
                <a16:creationId xmlns:a16="http://schemas.microsoft.com/office/drawing/2014/main" id="{5696C166-B08B-D215-E636-9FA36786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5224463"/>
            <a:ext cx="1066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原 </a:t>
            </a:r>
            <a:r>
              <a:rPr lang="en-US" altLang="zh-CN" sz="2400"/>
              <a:t>formula</a:t>
            </a:r>
            <a:endParaRPr lang="zh-CN" altLang="en-US" sz="2400"/>
          </a:p>
        </p:txBody>
      </p:sp>
      <p:graphicFrame>
        <p:nvGraphicFramePr>
          <p:cNvPr id="10260" name="Object 20">
            <a:extLst>
              <a:ext uri="{FF2B5EF4-FFF2-40B4-BE49-F238E27FC236}">
                <a16:creationId xmlns:a16="http://schemas.microsoft.com/office/drawing/2014/main" id="{0054F07D-5294-2D32-DF23-A3A97E670A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016500"/>
          <a:ext cx="1473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016500"/>
                        <a:ext cx="1473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21">
            <a:extLst>
              <a:ext uri="{FF2B5EF4-FFF2-40B4-BE49-F238E27FC236}">
                <a16:creationId xmlns:a16="http://schemas.microsoft.com/office/drawing/2014/main" id="{0DFB27C0-934C-25B9-274C-04ECF2AB5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5029200"/>
          <a:ext cx="1981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029200"/>
                        <a:ext cx="1981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22">
            <a:extLst>
              <a:ext uri="{FF2B5EF4-FFF2-40B4-BE49-F238E27FC236}">
                <a16:creationId xmlns:a16="http://schemas.microsoft.com/office/drawing/2014/main" id="{E5DFAB7B-7B25-E051-EBE2-78F134FF4F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9313" y="5480050"/>
          <a:ext cx="5905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3" y="5480050"/>
                        <a:ext cx="5905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23">
            <a:extLst>
              <a:ext uri="{FF2B5EF4-FFF2-40B4-BE49-F238E27FC236}">
                <a16:creationId xmlns:a16="http://schemas.microsoft.com/office/drawing/2014/main" id="{A736545B-8374-0E69-BC97-4C47790BBE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5297488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297488"/>
                        <a:ext cx="431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utoUpdateAnimBg="0"/>
      <p:bldP spid="10252" grpId="0" autoUpdateAnimBg="0"/>
      <p:bldP spid="10254" grpId="0" autoUpdateAnimBg="0"/>
      <p:bldP spid="10256" grpId="0" autoUpdateAnimBg="0"/>
      <p:bldP spid="10258" grpId="0" autoUpdateAnimBg="0"/>
      <p:bldP spid="1025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33" name="Object 49">
            <a:extLst>
              <a:ext uri="{FF2B5EF4-FFF2-40B4-BE49-F238E27FC236}">
                <a16:creationId xmlns:a16="http://schemas.microsoft.com/office/drawing/2014/main" id="{F7313637-9A23-01AC-32A7-884CBC22D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3975" y="4330700"/>
          <a:ext cx="31464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4330700"/>
                        <a:ext cx="31464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31" name="Group 47">
            <a:extLst>
              <a:ext uri="{FF2B5EF4-FFF2-40B4-BE49-F238E27FC236}">
                <a16:creationId xmlns:a16="http://schemas.microsoft.com/office/drawing/2014/main" id="{1D578C11-3646-A3CC-55EE-577772C26F5A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743200"/>
            <a:ext cx="1828800" cy="1828800"/>
            <a:chOff x="4320" y="2064"/>
            <a:chExt cx="1152" cy="1152"/>
          </a:xfrm>
        </p:grpSpPr>
        <p:sp>
          <p:nvSpPr>
            <p:cNvPr id="25625" name="Oval 34">
              <a:extLst>
                <a:ext uri="{FF2B5EF4-FFF2-40B4-BE49-F238E27FC236}">
                  <a16:creationId xmlns:a16="http://schemas.microsoft.com/office/drawing/2014/main" id="{811EEA08-771F-A823-E70C-F685E1808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064"/>
              <a:ext cx="1152" cy="115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26" name="Line 35">
              <a:extLst>
                <a:ext uri="{FF2B5EF4-FFF2-40B4-BE49-F238E27FC236}">
                  <a16:creationId xmlns:a16="http://schemas.microsoft.com/office/drawing/2014/main" id="{B4A5FB44-C14F-D0DC-A2FB-A4B4B36133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81" y="2640"/>
              <a:ext cx="313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7" name="Line 36">
              <a:extLst>
                <a:ext uri="{FF2B5EF4-FFF2-40B4-BE49-F238E27FC236}">
                  <a16:creationId xmlns:a16="http://schemas.microsoft.com/office/drawing/2014/main" id="{F207E009-7631-D0F2-D55B-CBBF7EF30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3120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8" name="Line 37">
              <a:extLst>
                <a:ext uri="{FF2B5EF4-FFF2-40B4-BE49-F238E27FC236}">
                  <a16:creationId xmlns:a16="http://schemas.microsoft.com/office/drawing/2014/main" id="{DAAB5F35-82F5-A675-3A74-D38C572EAF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640"/>
              <a:ext cx="311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29" name="Object 38">
              <a:extLst>
                <a:ext uri="{FF2B5EF4-FFF2-40B4-BE49-F238E27FC236}">
                  <a16:creationId xmlns:a16="http://schemas.microsoft.com/office/drawing/2014/main" id="{F532EBA8-0BBC-09E5-1127-B13969E939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31" y="2592"/>
            <a:ext cx="3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0" imgH="0" progId="Equation.3">
                    <p:embed/>
                  </p:oleObj>
                </mc:Choice>
                <mc:Fallback>
                  <p:oleObj name="Equation" r:id="rId5" imgW="0" imgH="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1" y="2592"/>
                          <a:ext cx="3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30" name="Group 39">
              <a:extLst>
                <a:ext uri="{FF2B5EF4-FFF2-40B4-BE49-F238E27FC236}">
                  <a16:creationId xmlns:a16="http://schemas.microsoft.com/office/drawing/2014/main" id="{01A1A61E-E8B7-2E44-0027-2B5E1AA06C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2112"/>
              <a:ext cx="336" cy="1008"/>
              <a:chOff x="4848" y="1392"/>
              <a:chExt cx="336" cy="1008"/>
            </a:xfrm>
          </p:grpSpPr>
          <p:sp>
            <p:nvSpPr>
              <p:cNvPr id="25631" name="Line 40">
                <a:extLst>
                  <a:ext uri="{FF2B5EF4-FFF2-40B4-BE49-F238E27FC236}">
                    <a16:creationId xmlns:a16="http://schemas.microsoft.com/office/drawing/2014/main" id="{5F9C7045-EF5A-87BD-FDC2-B557C4ED5E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192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5632" name="Group 41">
                <a:extLst>
                  <a:ext uri="{FF2B5EF4-FFF2-40B4-BE49-F238E27FC236}">
                    <a16:creationId xmlns:a16="http://schemas.microsoft.com/office/drawing/2014/main" id="{6AB12925-B672-CFD3-20E7-E5F4F00AB5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44" y="1392"/>
                <a:ext cx="240" cy="416"/>
                <a:chOff x="3792" y="2402"/>
                <a:chExt cx="240" cy="416"/>
              </a:xfrm>
            </p:grpSpPr>
            <p:graphicFrame>
              <p:nvGraphicFramePr>
                <p:cNvPr id="25635" name="Object 42">
                  <a:extLst>
                    <a:ext uri="{FF2B5EF4-FFF2-40B4-BE49-F238E27FC236}">
                      <a16:creationId xmlns:a16="http://schemas.microsoft.com/office/drawing/2014/main" id="{FBA4A7D6-BD0C-E550-25E3-A3300D6C7E3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803" y="2402"/>
                <a:ext cx="225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7" imgW="0" imgH="0" progId="Equation.3">
                        <p:embed/>
                      </p:oleObj>
                    </mc:Choice>
                    <mc:Fallback>
                      <p:oleObj name="公式" r:id="rId7" imgW="0" imgH="0" progId="Equation.3">
                        <p:embed/>
                        <p:pic>
                          <p:nvPicPr>
                            <p:cNvPr id="0" name="Object 4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03" y="2402"/>
                              <a:ext cx="225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636" name="Object 43">
                  <a:extLst>
                    <a:ext uri="{FF2B5EF4-FFF2-40B4-BE49-F238E27FC236}">
                      <a16:creationId xmlns:a16="http://schemas.microsoft.com/office/drawing/2014/main" id="{CEAD45FD-6661-3157-A6F9-6AFFAEED350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814" y="2592"/>
                <a:ext cx="203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9" imgW="0" imgH="0" progId="Equation.3">
                        <p:embed/>
                      </p:oleObj>
                    </mc:Choice>
                    <mc:Fallback>
                      <p:oleObj name="公式" r:id="rId9" imgW="0" imgH="0" progId="Equation.3">
                        <p:embed/>
                        <p:pic>
                          <p:nvPicPr>
                            <p:cNvPr id="0" name="Object 4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14" y="2592"/>
                              <a:ext cx="203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37" name="Line 44">
                  <a:extLst>
                    <a:ext uri="{FF2B5EF4-FFF2-40B4-BE49-F238E27FC236}">
                      <a16:creationId xmlns:a16="http://schemas.microsoft.com/office/drawing/2014/main" id="{CC81F751-CCB2-190A-9319-C23DC8A7CC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2" y="259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33" name="Arc 45">
                <a:extLst>
                  <a:ext uri="{FF2B5EF4-FFF2-40B4-BE49-F238E27FC236}">
                    <a16:creationId xmlns:a16="http://schemas.microsoft.com/office/drawing/2014/main" id="{E70C0FD4-AC7D-7794-53AD-F32F036242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8" y="1925"/>
                <a:ext cx="116" cy="137"/>
              </a:xfrm>
              <a:custGeom>
                <a:avLst/>
                <a:gdLst>
                  <a:gd name="T0" fmla="*/ 0 w 17320"/>
                  <a:gd name="T1" fmla="*/ 0 h 20301"/>
                  <a:gd name="T2" fmla="*/ 0 w 17320"/>
                  <a:gd name="T3" fmla="*/ 0 h 20301"/>
                  <a:gd name="T4" fmla="*/ 0 w 17320"/>
                  <a:gd name="T5" fmla="*/ 0 h 2030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320" h="20301" fill="none" extrusionOk="0">
                    <a:moveTo>
                      <a:pt x="17319" y="12906"/>
                    </a:moveTo>
                    <a:cubicBezTo>
                      <a:pt x="14798" y="16289"/>
                      <a:pt x="11341" y="18860"/>
                      <a:pt x="7376" y="20301"/>
                    </a:cubicBezTo>
                  </a:path>
                  <a:path w="17320" h="20301" stroke="0" extrusionOk="0">
                    <a:moveTo>
                      <a:pt x="17319" y="12906"/>
                    </a:moveTo>
                    <a:cubicBezTo>
                      <a:pt x="14798" y="16289"/>
                      <a:pt x="11341" y="18860"/>
                      <a:pt x="7376" y="20301"/>
                    </a:cubicBezTo>
                    <a:lnTo>
                      <a:pt x="0" y="0"/>
                    </a:lnTo>
                    <a:lnTo>
                      <a:pt x="17319" y="12906"/>
                    </a:lnTo>
                    <a:close/>
                  </a:path>
                </a:pathLst>
              </a:custGeom>
              <a:noFill/>
              <a:ln w="3175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634" name="Line 46">
                <a:extLst>
                  <a:ext uri="{FF2B5EF4-FFF2-40B4-BE49-F238E27FC236}">
                    <a16:creationId xmlns:a16="http://schemas.microsoft.com/office/drawing/2014/main" id="{17A3B34D-E61C-D8FE-16D6-C0BEFC0C7C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19" y="1776"/>
                <a:ext cx="121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6386" name="Rectangle 2">
            <a:extLst>
              <a:ext uri="{FF2B5EF4-FFF2-40B4-BE49-F238E27FC236}">
                <a16:creationId xmlns:a16="http://schemas.microsoft.com/office/drawing/2014/main" id="{9C7A8239-A716-8C5A-160E-9377C0F2F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33400"/>
            <a:ext cx="1676400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Example4. find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5604" name="Object 3">
            <a:extLst>
              <a:ext uri="{FF2B5EF4-FFF2-40B4-BE49-F238E27FC236}">
                <a16:creationId xmlns:a16="http://schemas.microsoft.com/office/drawing/2014/main" id="{1627A058-850C-0771-C0E0-C9B2EC8C41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7363" y="387350"/>
          <a:ext cx="1905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387350"/>
                        <a:ext cx="19050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>
            <a:extLst>
              <a:ext uri="{FF2B5EF4-FFF2-40B4-BE49-F238E27FC236}">
                <a16:creationId xmlns:a16="http://schemas.microsoft.com/office/drawing/2014/main" id="{5FD35871-E901-85AD-5530-C2DA13DAF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1614488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Solution: </a:t>
            </a:r>
            <a:r>
              <a:rPr lang="zh-CN" altLang="en-US" sz="2400" b="1">
                <a:solidFill>
                  <a:schemeClr val="tx2"/>
                </a:solidFill>
              </a:rPr>
              <a:t>原 </a:t>
            </a:r>
            <a:r>
              <a:rPr lang="en-US" altLang="zh-CN" sz="2400" b="1">
                <a:solidFill>
                  <a:schemeClr val="tx2"/>
                </a:solidFill>
              </a:rPr>
              <a:t>formula =</a:t>
            </a:r>
            <a:endParaRPr lang="en-US" altLang="zh-CN" sz="2400"/>
          </a:p>
        </p:txBody>
      </p:sp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73914AAD-D640-84FA-7BBB-C2082F1705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4900" y="1295400"/>
          <a:ext cx="16637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1295400"/>
                        <a:ext cx="16637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>
            <a:extLst>
              <a:ext uri="{FF2B5EF4-FFF2-40B4-BE49-F238E27FC236}">
                <a16:creationId xmlns:a16="http://schemas.microsoft.com/office/drawing/2014/main" id="{B0AE063A-F518-5C9B-26C6-5D420AE9F7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1420813"/>
          <a:ext cx="965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420813"/>
                        <a:ext cx="965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>
            <a:extLst>
              <a:ext uri="{FF2B5EF4-FFF2-40B4-BE49-F238E27FC236}">
                <a16:creationId xmlns:a16="http://schemas.microsoft.com/office/drawing/2014/main" id="{2E6700C2-CE17-E25D-F963-9DDD9CA81A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9850" y="1435100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9850" y="1435100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6" name="Text Box 12">
            <a:extLst>
              <a:ext uri="{FF2B5EF4-FFF2-40B4-BE49-F238E27FC236}">
                <a16:creationId xmlns:a16="http://schemas.microsoft.com/office/drawing/2014/main" id="{B019FFF9-8388-51CB-E0A5-5A844680FC83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90800"/>
            <a:ext cx="5575300" cy="4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8" name="Text Box 14">
            <a:extLst>
              <a:ext uri="{FF2B5EF4-FFF2-40B4-BE49-F238E27FC236}">
                <a16:creationId xmlns:a16="http://schemas.microsoft.com/office/drawing/2014/main" id="{14A04694-261D-2F76-6082-C387C1F09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833813"/>
            <a:ext cx="131286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Proof:</a:t>
            </a:r>
          </a:p>
        </p:txBody>
      </p:sp>
      <p:graphicFrame>
        <p:nvGraphicFramePr>
          <p:cNvPr id="16399" name="Object 15">
            <a:extLst>
              <a:ext uri="{FF2B5EF4-FFF2-40B4-BE49-F238E27FC236}">
                <a16:creationId xmlns:a16="http://schemas.microsoft.com/office/drawing/2014/main" id="{90E7FBE2-23E1-E026-EEDE-5DC86D69E4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6113" y="3771900"/>
          <a:ext cx="2171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3771900"/>
                        <a:ext cx="2171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Text Box 16">
            <a:extLst>
              <a:ext uri="{FF2B5EF4-FFF2-40B4-BE49-F238E27FC236}">
                <a16:creationId xmlns:a16="http://schemas.microsoft.com/office/drawing/2014/main" id="{DC13B273-4AB0-0383-0433-699988194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4629150"/>
            <a:ext cx="10668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Proof: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16401" name="Object 17">
            <a:extLst>
              <a:ext uri="{FF2B5EF4-FFF2-40B4-BE49-F238E27FC236}">
                <a16:creationId xmlns:a16="http://schemas.microsoft.com/office/drawing/2014/main" id="{BD4E7118-22FD-84B1-132E-EE098EB6D3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595813"/>
          <a:ext cx="1016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595813"/>
                        <a:ext cx="1016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Object 20">
            <a:extLst>
              <a:ext uri="{FF2B5EF4-FFF2-40B4-BE49-F238E27FC236}">
                <a16:creationId xmlns:a16="http://schemas.microsoft.com/office/drawing/2014/main" id="{345599D6-061C-ADBD-BC41-70A717064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480060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80060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Object 21">
            <a:extLst>
              <a:ext uri="{FF2B5EF4-FFF2-40B4-BE49-F238E27FC236}">
                <a16:creationId xmlns:a16="http://schemas.microsoft.com/office/drawing/2014/main" id="{CB7CFA96-499F-77A1-9594-7C15DC6F5E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3300" y="4724400"/>
          <a:ext cx="266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4724400"/>
                        <a:ext cx="266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>
            <a:extLst>
              <a:ext uri="{FF2B5EF4-FFF2-40B4-BE49-F238E27FC236}">
                <a16:creationId xmlns:a16="http://schemas.microsoft.com/office/drawing/2014/main" id="{B99399FA-C011-DAFB-EFC2-98B815C54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3175000"/>
          <a:ext cx="2908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175000"/>
                        <a:ext cx="29083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1" name="Object 27">
            <a:extLst>
              <a:ext uri="{FF2B5EF4-FFF2-40B4-BE49-F238E27FC236}">
                <a16:creationId xmlns:a16="http://schemas.microsoft.com/office/drawing/2014/main" id="{DECADD20-C53F-7E33-887F-299A57D2B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9300" y="4572000"/>
          <a:ext cx="95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4572000"/>
                        <a:ext cx="95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37" name="Text Box 53">
            <a:extLst>
              <a:ext uri="{FF2B5EF4-FFF2-40B4-BE49-F238E27FC236}">
                <a16:creationId xmlns:a16="http://schemas.microsoft.com/office/drawing/2014/main" id="{33FC4296-0AAB-F7D6-97F3-E90382F4E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963" y="5568950"/>
            <a:ext cx="3810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Note: compute in Note</a:t>
            </a:r>
            <a:r>
              <a:rPr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利 </a:t>
            </a: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use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6438" name="Object 54">
            <a:extLst>
              <a:ext uri="{FF2B5EF4-FFF2-40B4-BE49-F238E27FC236}">
                <a16:creationId xmlns:a16="http://schemas.microsoft.com/office/drawing/2014/main" id="{FDC2115D-AECA-8A58-96D2-68C07FAEB5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5600" y="5397500"/>
          <a:ext cx="2768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5397500"/>
                        <a:ext cx="2768600" cy="927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49" name="Group 65">
            <a:extLst>
              <a:ext uri="{FF2B5EF4-FFF2-40B4-BE49-F238E27FC236}">
                <a16:creationId xmlns:a16="http://schemas.microsoft.com/office/drawing/2014/main" id="{6CD2C4D4-9048-FDE3-99B2-4C3D3A075DE7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270000"/>
            <a:ext cx="2463800" cy="1092200"/>
            <a:chOff x="2592" y="704"/>
            <a:chExt cx="1552" cy="688"/>
          </a:xfrm>
        </p:grpSpPr>
        <p:graphicFrame>
          <p:nvGraphicFramePr>
            <p:cNvPr id="25621" name="Object 6">
              <a:extLst>
                <a:ext uri="{FF2B5EF4-FFF2-40B4-BE49-F238E27FC236}">
                  <a16:creationId xmlns:a16="http://schemas.microsoft.com/office/drawing/2014/main" id="{AFDB63E6-AC51-0953-2FED-EEEE0CBBA0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704"/>
            <a:ext cx="1552" cy="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0" imgH="0" progId="Equation.3">
                    <p:embed/>
                  </p:oleObj>
                </mc:Choice>
                <mc:Fallback>
                  <p:oleObj name="Equation" r:id="rId34" imgW="0" imgH="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704"/>
                          <a:ext cx="1552" cy="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2" name="Object 7">
              <a:extLst>
                <a:ext uri="{FF2B5EF4-FFF2-40B4-BE49-F238E27FC236}">
                  <a16:creationId xmlns:a16="http://schemas.microsoft.com/office/drawing/2014/main" id="{997734AD-E7A4-77A9-3AEA-F0740826D7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12" y="768"/>
            <a:ext cx="12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0" imgH="0" progId="Equation.3">
                    <p:embed/>
                  </p:oleObj>
                </mc:Choice>
                <mc:Fallback>
                  <p:oleObj name="Equation" r:id="rId36" imgW="0" imgH="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2" y="768"/>
                          <a:ext cx="128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3" name="Object 8">
              <a:extLst>
                <a:ext uri="{FF2B5EF4-FFF2-40B4-BE49-F238E27FC236}">
                  <a16:creationId xmlns:a16="http://schemas.microsoft.com/office/drawing/2014/main" id="{9532F7B3-8C82-E647-E092-830B93887D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1064"/>
            <a:ext cx="12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0" imgH="0" progId="Equation.3">
                    <p:embed/>
                  </p:oleObj>
                </mc:Choice>
                <mc:Fallback>
                  <p:oleObj name="Equation" r:id="rId36" imgW="0" imgH="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064"/>
                          <a:ext cx="128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4" name="Object 55">
              <a:extLst>
                <a:ext uri="{FF2B5EF4-FFF2-40B4-BE49-F238E27FC236}">
                  <a16:creationId xmlns:a16="http://schemas.microsoft.com/office/drawing/2014/main" id="{0EC89BC0-72E6-B396-7791-EC1D2B951F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2" y="808"/>
            <a:ext cx="152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0" imgH="0" progId="Equation.3">
                    <p:embed/>
                  </p:oleObj>
                </mc:Choice>
                <mc:Fallback>
                  <p:oleObj name="Equation" r:id="rId38" imgW="0" imgH="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2" y="808"/>
                          <a:ext cx="152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utoUpdateAnimBg="0"/>
      <p:bldP spid="16398" grpId="0" autoUpdateAnimBg="0"/>
      <p:bldP spid="16400" grpId="0" autoUpdateAnimBg="0"/>
      <p:bldP spid="1643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861A5-12F1-2999-AE97-FD1690327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6103938" cy="976313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zh-CN" sz="2800" b="1">
                <a:latin typeface="+mn-ea"/>
                <a:ea typeface="+mn-ea"/>
              </a:rPr>
              <a:t>monotone boundedsequence must has limit ( criterion2 ) (p48)</a:t>
            </a:r>
            <a:endParaRPr kumimoji="1"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E7C6DA9D-B983-9117-ECEE-1985011F1C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901825"/>
          <a:ext cx="44132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901825"/>
                        <a:ext cx="44132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7">
            <a:extLst>
              <a:ext uri="{FF2B5EF4-FFF2-40B4-BE49-F238E27FC236}">
                <a16:creationId xmlns:a16="http://schemas.microsoft.com/office/drawing/2014/main" id="{281A9D6D-1819-96DB-7EF9-53F47A732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038350"/>
            <a:ext cx="719138" cy="166688"/>
          </a:xfrm>
          <a:prstGeom prst="rightArrow">
            <a:avLst>
              <a:gd name="adj1" fmla="val 50000"/>
              <a:gd name="adj2" fmla="val 14778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CFE58C15-5117-D2D1-7796-45EBD6708A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3150" y="1938338"/>
          <a:ext cx="254158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150" y="1938338"/>
                        <a:ext cx="2541588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1">
            <a:extLst>
              <a:ext uri="{FF2B5EF4-FFF2-40B4-BE49-F238E27FC236}">
                <a16:creationId xmlns:a16="http://schemas.microsoft.com/office/drawing/2014/main" id="{F95849AD-A2E1-DF91-792F-F17AEB0FF5EB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2819400"/>
            <a:ext cx="5364163" cy="609600"/>
            <a:chOff x="864" y="3168"/>
            <a:chExt cx="4224" cy="480"/>
          </a:xfrm>
        </p:grpSpPr>
        <p:grpSp>
          <p:nvGrpSpPr>
            <p:cNvPr id="27680" name="Group 12">
              <a:extLst>
                <a:ext uri="{FF2B5EF4-FFF2-40B4-BE49-F238E27FC236}">
                  <a16:creationId xmlns:a16="http://schemas.microsoft.com/office/drawing/2014/main" id="{55C3D109-CE52-D63C-1C1B-6571A9C231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6" y="3216"/>
              <a:ext cx="3288" cy="432"/>
              <a:chOff x="1176" y="3216"/>
              <a:chExt cx="3288" cy="432"/>
            </a:xfrm>
          </p:grpSpPr>
          <p:graphicFrame>
            <p:nvGraphicFramePr>
              <p:cNvPr id="27696" name="Object 13">
                <a:extLst>
                  <a:ext uri="{FF2B5EF4-FFF2-40B4-BE49-F238E27FC236}">
                    <a16:creationId xmlns:a16="http://schemas.microsoft.com/office/drawing/2014/main" id="{923BA44F-D14D-1134-EBEC-2AB942D75C4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44" y="3216"/>
              <a:ext cx="336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0" imgH="0" progId="Equation.3">
                      <p:embed/>
                    </p:oleObj>
                  </mc:Choice>
                  <mc:Fallback>
                    <p:oleObj name="Equation" r:id="rId6" imgW="0" imgH="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4" y="3216"/>
                            <a:ext cx="336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97" name="Object 14">
                <a:extLst>
                  <a:ext uri="{FF2B5EF4-FFF2-40B4-BE49-F238E27FC236}">
                    <a16:creationId xmlns:a16="http://schemas.microsoft.com/office/drawing/2014/main" id="{D72E690A-FC53-11E4-2178-EF57D9D83DF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32" y="3216"/>
              <a:ext cx="480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0" imgH="0" progId="Equation.3">
                      <p:embed/>
                    </p:oleObj>
                  </mc:Choice>
                  <mc:Fallback>
                    <p:oleObj name="Equation" r:id="rId8" imgW="0" imgH="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3216"/>
                            <a:ext cx="480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98" name="Object 15">
                <a:extLst>
                  <a:ext uri="{FF2B5EF4-FFF2-40B4-BE49-F238E27FC236}">
                    <a16:creationId xmlns:a16="http://schemas.microsoft.com/office/drawing/2014/main" id="{F516A428-E35A-E971-E176-FC27850D4A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0" y="3288"/>
              <a:ext cx="384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0" imgH="0" progId="Equation.3">
                      <p:embed/>
                    </p:oleObj>
                  </mc:Choice>
                  <mc:Fallback>
                    <p:oleObj name="Equation" r:id="rId10" imgW="0" imgH="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3288"/>
                            <a:ext cx="384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99" name="Object 16">
                <a:extLst>
                  <a:ext uri="{FF2B5EF4-FFF2-40B4-BE49-F238E27FC236}">
                    <a16:creationId xmlns:a16="http://schemas.microsoft.com/office/drawing/2014/main" id="{634BF948-6C39-7416-3551-69D99FDF6FC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76" y="3216"/>
              <a:ext cx="288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0" imgH="0" progId="Equation.3">
                      <p:embed/>
                    </p:oleObj>
                  </mc:Choice>
                  <mc:Fallback>
                    <p:oleObj name="Equation" r:id="rId12" imgW="0" imgH="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76" y="3216"/>
                            <a:ext cx="288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700" name="Object 17">
                <a:extLst>
                  <a:ext uri="{FF2B5EF4-FFF2-40B4-BE49-F238E27FC236}">
                    <a16:creationId xmlns:a16="http://schemas.microsoft.com/office/drawing/2014/main" id="{151E41C5-6176-1CFC-3D42-40AC9A5A572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00" y="3228"/>
              <a:ext cx="312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0" imgH="0" progId="Equation.3">
                      <p:embed/>
                    </p:oleObj>
                  </mc:Choice>
                  <mc:Fallback>
                    <p:oleObj name="Equation" r:id="rId14" imgW="0" imgH="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00" y="3228"/>
                            <a:ext cx="312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7681" name="Line 18">
              <a:extLst>
                <a:ext uri="{FF2B5EF4-FFF2-40B4-BE49-F238E27FC236}">
                  <a16:creationId xmlns:a16="http://schemas.microsoft.com/office/drawing/2014/main" id="{3022D56D-1FF4-DE46-A312-B961C4A96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87"/>
              <a:ext cx="39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Oval 19">
              <a:extLst>
                <a:ext uri="{FF2B5EF4-FFF2-40B4-BE49-F238E27FC236}">
                  <a16:creationId xmlns:a16="http://schemas.microsoft.com/office/drawing/2014/main" id="{D461D30D-70C1-95F2-D59F-8E9B85981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83" name="Oval 20">
              <a:extLst>
                <a:ext uri="{FF2B5EF4-FFF2-40B4-BE49-F238E27FC236}">
                  <a16:creationId xmlns:a16="http://schemas.microsoft.com/office/drawing/2014/main" id="{7738E821-FFC6-33E2-4493-8D0BCA377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1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84" name="Oval 21">
              <a:extLst>
                <a:ext uri="{FF2B5EF4-FFF2-40B4-BE49-F238E27FC236}">
                  <a16:creationId xmlns:a16="http://schemas.microsoft.com/office/drawing/2014/main" id="{37B7A2E6-2AFE-0AA5-B4C6-F64393A68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85" name="Oval 22">
              <a:extLst>
                <a:ext uri="{FF2B5EF4-FFF2-40B4-BE49-F238E27FC236}">
                  <a16:creationId xmlns:a16="http://schemas.microsoft.com/office/drawing/2014/main" id="{F11F1BE4-B718-7695-7AFE-FF53F3935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86" name="Oval 23">
              <a:extLst>
                <a:ext uri="{FF2B5EF4-FFF2-40B4-BE49-F238E27FC236}">
                  <a16:creationId xmlns:a16="http://schemas.microsoft.com/office/drawing/2014/main" id="{5110C1D2-4A57-A7E8-0F0D-7004EB2DC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87" name="Oval 24">
              <a:extLst>
                <a:ext uri="{FF2B5EF4-FFF2-40B4-BE49-F238E27FC236}">
                  <a16:creationId xmlns:a16="http://schemas.microsoft.com/office/drawing/2014/main" id="{F76345FD-E283-E93E-31D3-13F8F13ED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88" name="Oval 25">
              <a:extLst>
                <a:ext uri="{FF2B5EF4-FFF2-40B4-BE49-F238E27FC236}">
                  <a16:creationId xmlns:a16="http://schemas.microsoft.com/office/drawing/2014/main" id="{AB80C0E7-F5FE-762A-0B79-DBE569F02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89" name="Oval 26">
              <a:extLst>
                <a:ext uri="{FF2B5EF4-FFF2-40B4-BE49-F238E27FC236}">
                  <a16:creationId xmlns:a16="http://schemas.microsoft.com/office/drawing/2014/main" id="{5A6E69E4-4D8E-43F6-9D75-A05C1DC51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5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90" name="Oval 27">
              <a:extLst>
                <a:ext uri="{FF2B5EF4-FFF2-40B4-BE49-F238E27FC236}">
                  <a16:creationId xmlns:a16="http://schemas.microsoft.com/office/drawing/2014/main" id="{297D9989-EBEC-E9C3-42D9-740E5FD1D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91" name="Oval 28">
              <a:extLst>
                <a:ext uri="{FF2B5EF4-FFF2-40B4-BE49-F238E27FC236}">
                  <a16:creationId xmlns:a16="http://schemas.microsoft.com/office/drawing/2014/main" id="{ACD2C445-9B80-1D4B-731B-FC479D9BA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92" name="Oval 29">
              <a:extLst>
                <a:ext uri="{FF2B5EF4-FFF2-40B4-BE49-F238E27FC236}">
                  <a16:creationId xmlns:a16="http://schemas.microsoft.com/office/drawing/2014/main" id="{E89AD6B0-0820-3B0E-041D-A489F3BFA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93" name="Oval 30">
              <a:extLst>
                <a:ext uri="{FF2B5EF4-FFF2-40B4-BE49-F238E27FC236}">
                  <a16:creationId xmlns:a16="http://schemas.microsoft.com/office/drawing/2014/main" id="{E0127586-3A54-A171-B5CF-7AE0FEA4A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5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94" name="Oval 31">
              <a:extLst>
                <a:ext uri="{FF2B5EF4-FFF2-40B4-BE49-F238E27FC236}">
                  <a16:creationId xmlns:a16="http://schemas.microsoft.com/office/drawing/2014/main" id="{638C531A-02C4-17D2-37C9-6B49995B4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3262"/>
              <a:ext cx="50" cy="5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graphicFrame>
          <p:nvGraphicFramePr>
            <p:cNvPr id="27695" name="Object 32">
              <a:extLst>
                <a:ext uri="{FF2B5EF4-FFF2-40B4-BE49-F238E27FC236}">
                  <a16:creationId xmlns:a16="http://schemas.microsoft.com/office/drawing/2014/main" id="{913C6B12-B301-3200-6838-F18C80B5E1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8" y="3168"/>
            <a:ext cx="24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168"/>
                          <a:ext cx="24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6">
            <a:extLst>
              <a:ext uri="{FF2B5EF4-FFF2-40B4-BE49-F238E27FC236}">
                <a16:creationId xmlns:a16="http://schemas.microsoft.com/office/drawing/2014/main" id="{7FEF2BC4-AF70-570F-BB6E-60BAD3CEEB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844925"/>
          <a:ext cx="47720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44925"/>
                        <a:ext cx="47720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utoShape 7">
            <a:extLst>
              <a:ext uri="{FF2B5EF4-FFF2-40B4-BE49-F238E27FC236}">
                <a16:creationId xmlns:a16="http://schemas.microsoft.com/office/drawing/2014/main" id="{146A80E9-5EFC-6BB1-A9A9-49685CAAA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981450"/>
            <a:ext cx="719138" cy="168275"/>
          </a:xfrm>
          <a:prstGeom prst="rightArrow">
            <a:avLst>
              <a:gd name="adj1" fmla="val 50000"/>
              <a:gd name="adj2" fmla="val 14639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aphicFrame>
        <p:nvGraphicFramePr>
          <p:cNvPr id="30" name="Object 9">
            <a:extLst>
              <a:ext uri="{FF2B5EF4-FFF2-40B4-BE49-F238E27FC236}">
                <a16:creationId xmlns:a16="http://schemas.microsoft.com/office/drawing/2014/main" id="{05B03207-9FD7-287F-D8AC-EBDD2EAFE5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3784600"/>
          <a:ext cx="22415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784600"/>
                        <a:ext cx="22415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36">
            <a:extLst>
              <a:ext uri="{FF2B5EF4-FFF2-40B4-BE49-F238E27FC236}">
                <a16:creationId xmlns:a16="http://schemas.microsoft.com/office/drawing/2014/main" id="{D6E07E45-FCA4-6476-FDBD-AB1FB81B556E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4833938"/>
            <a:ext cx="5362575" cy="611187"/>
            <a:chOff x="816" y="3648"/>
            <a:chExt cx="4224" cy="480"/>
          </a:xfrm>
        </p:grpSpPr>
        <p:graphicFrame>
          <p:nvGraphicFramePr>
            <p:cNvPr id="27659" name="Object 37">
              <a:extLst>
                <a:ext uri="{FF2B5EF4-FFF2-40B4-BE49-F238E27FC236}">
                  <a16:creationId xmlns:a16="http://schemas.microsoft.com/office/drawing/2014/main" id="{0BD5CFFF-45F8-6AF0-1119-C37C2B7EE6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2" y="3816"/>
            <a:ext cx="31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0" imgH="0" progId="Equation.3">
                    <p:embed/>
                  </p:oleObj>
                </mc:Choice>
                <mc:Fallback>
                  <p:oleObj name="Equation" r:id="rId22" imgW="0" imgH="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" y="3816"/>
                          <a:ext cx="31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0" name="Object 38">
              <a:extLst>
                <a:ext uri="{FF2B5EF4-FFF2-40B4-BE49-F238E27FC236}">
                  <a16:creationId xmlns:a16="http://schemas.microsoft.com/office/drawing/2014/main" id="{4F153CAC-0D33-A033-1537-55ECE8DD0B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2" y="3696"/>
            <a:ext cx="33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0" imgH="0" progId="Equation.3">
                    <p:embed/>
                  </p:oleObj>
                </mc:Choice>
                <mc:Fallback>
                  <p:oleObj name="Equation" r:id="rId24" imgW="0" imgH="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3696"/>
                          <a:ext cx="336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1" name="Object 39">
              <a:extLst>
                <a:ext uri="{FF2B5EF4-FFF2-40B4-BE49-F238E27FC236}">
                  <a16:creationId xmlns:a16="http://schemas.microsoft.com/office/drawing/2014/main" id="{2A0D4906-D226-12B4-BA89-A9BB494829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3696"/>
            <a:ext cx="48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0" imgH="0" progId="Equation.3">
                    <p:embed/>
                  </p:oleObj>
                </mc:Choice>
                <mc:Fallback>
                  <p:oleObj name="Equation" r:id="rId8" imgW="0" imgH="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696"/>
                          <a:ext cx="480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2" name="Object 40">
              <a:extLst>
                <a:ext uri="{FF2B5EF4-FFF2-40B4-BE49-F238E27FC236}">
                  <a16:creationId xmlns:a16="http://schemas.microsoft.com/office/drawing/2014/main" id="{AC96933C-414D-612A-EA86-4E8ECA86FE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3696"/>
            <a:ext cx="288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696"/>
                          <a:ext cx="288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3" name="Object 41">
              <a:extLst>
                <a:ext uri="{FF2B5EF4-FFF2-40B4-BE49-F238E27FC236}">
                  <a16:creationId xmlns:a16="http://schemas.microsoft.com/office/drawing/2014/main" id="{E984ED72-731C-59C6-C9F6-7C6FBD1BEF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3696"/>
            <a:ext cx="312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0" imgH="0" progId="Equation.3">
                    <p:embed/>
                  </p:oleObj>
                </mc:Choice>
                <mc:Fallback>
                  <p:oleObj name="Equation" r:id="rId14" imgW="0" imgH="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3696"/>
                          <a:ext cx="312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664" name="Group 42">
              <a:extLst>
                <a:ext uri="{FF2B5EF4-FFF2-40B4-BE49-F238E27FC236}">
                  <a16:creationId xmlns:a16="http://schemas.microsoft.com/office/drawing/2014/main" id="{6C2826DE-45EC-7812-5C92-FDBD84EC4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648"/>
              <a:ext cx="4224" cy="264"/>
              <a:chOff x="816" y="3648"/>
              <a:chExt cx="4224" cy="264"/>
            </a:xfrm>
          </p:grpSpPr>
          <p:sp>
            <p:nvSpPr>
              <p:cNvPr id="27665" name="Line 43">
                <a:extLst>
                  <a:ext uri="{FF2B5EF4-FFF2-40B4-BE49-F238E27FC236}">
                    <a16:creationId xmlns:a16="http://schemas.microsoft.com/office/drawing/2014/main" id="{18C88BA5-9AD2-93C8-19B9-CE408EFB36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767"/>
                <a:ext cx="39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6" name="Oval 44">
                <a:extLst>
                  <a:ext uri="{FF2B5EF4-FFF2-40B4-BE49-F238E27FC236}">
                    <a16:creationId xmlns:a16="http://schemas.microsoft.com/office/drawing/2014/main" id="{17CCC0F7-10FE-E0A2-4EBA-9D0DC1A8B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5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67" name="Oval 45">
                <a:extLst>
                  <a:ext uri="{FF2B5EF4-FFF2-40B4-BE49-F238E27FC236}">
                    <a16:creationId xmlns:a16="http://schemas.microsoft.com/office/drawing/2014/main" id="{95D5E9FB-53BF-5F27-DB1C-9BC4EA03C5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3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68" name="Oval 46">
                <a:extLst>
                  <a:ext uri="{FF2B5EF4-FFF2-40B4-BE49-F238E27FC236}">
                    <a16:creationId xmlns:a16="http://schemas.microsoft.com/office/drawing/2014/main" id="{7260A3AB-C622-4772-5189-D39C82E14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3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69" name="Oval 47">
                <a:extLst>
                  <a:ext uri="{FF2B5EF4-FFF2-40B4-BE49-F238E27FC236}">
                    <a16:creationId xmlns:a16="http://schemas.microsoft.com/office/drawing/2014/main" id="{81E01C61-FD4C-E9A9-1A64-9EF74447F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70" name="Oval 48">
                <a:extLst>
                  <a:ext uri="{FF2B5EF4-FFF2-40B4-BE49-F238E27FC236}">
                    <a16:creationId xmlns:a16="http://schemas.microsoft.com/office/drawing/2014/main" id="{9D20B861-399F-24E0-3A11-8032F092B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5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71" name="Oval 49">
                <a:extLst>
                  <a:ext uri="{FF2B5EF4-FFF2-40B4-BE49-F238E27FC236}">
                    <a16:creationId xmlns:a16="http://schemas.microsoft.com/office/drawing/2014/main" id="{5C0E6099-AE54-198E-BC7C-41CE529E4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72" name="Oval 50">
                <a:extLst>
                  <a:ext uri="{FF2B5EF4-FFF2-40B4-BE49-F238E27FC236}">
                    <a16:creationId xmlns:a16="http://schemas.microsoft.com/office/drawing/2014/main" id="{7141368E-6BA0-BB88-9A9C-E0717EC46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73" name="Oval 51">
                <a:extLst>
                  <a:ext uri="{FF2B5EF4-FFF2-40B4-BE49-F238E27FC236}">
                    <a16:creationId xmlns:a16="http://schemas.microsoft.com/office/drawing/2014/main" id="{6049DB03-6ED8-E86B-FECF-EFA6092F5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7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74" name="Oval 52">
                <a:extLst>
                  <a:ext uri="{FF2B5EF4-FFF2-40B4-BE49-F238E27FC236}">
                    <a16:creationId xmlns:a16="http://schemas.microsoft.com/office/drawing/2014/main" id="{4F88520F-8696-3F4F-53EB-9A70338FB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75" name="Oval 53">
                <a:extLst>
                  <a:ext uri="{FF2B5EF4-FFF2-40B4-BE49-F238E27FC236}">
                    <a16:creationId xmlns:a16="http://schemas.microsoft.com/office/drawing/2014/main" id="{B53C1F41-9FFE-14F8-1521-71707BAF7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76" name="Oval 54">
                <a:extLst>
                  <a:ext uri="{FF2B5EF4-FFF2-40B4-BE49-F238E27FC236}">
                    <a16:creationId xmlns:a16="http://schemas.microsoft.com/office/drawing/2014/main" id="{BEBDABCD-3FF1-E7F9-43EB-6037D34DE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1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77" name="Oval 55">
                <a:extLst>
                  <a:ext uri="{FF2B5EF4-FFF2-40B4-BE49-F238E27FC236}">
                    <a16:creationId xmlns:a16="http://schemas.microsoft.com/office/drawing/2014/main" id="{545AF01F-087E-CB96-F1C1-41FAF7D70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678" name="Oval 56">
                <a:extLst>
                  <a:ext uri="{FF2B5EF4-FFF2-40B4-BE49-F238E27FC236}">
                    <a16:creationId xmlns:a16="http://schemas.microsoft.com/office/drawing/2014/main" id="{6086BA80-4F06-BA5D-7162-A5719F32E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3740"/>
                <a:ext cx="50" cy="5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graphicFrame>
            <p:nvGraphicFramePr>
              <p:cNvPr id="27679" name="Object 57">
                <a:extLst>
                  <a:ext uri="{FF2B5EF4-FFF2-40B4-BE49-F238E27FC236}">
                    <a16:creationId xmlns:a16="http://schemas.microsoft.com/office/drawing/2014/main" id="{6A6E1738-0BF8-3392-DEA1-520282100EB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00" y="3648"/>
              <a:ext cx="240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0" imgH="0" progId="Equation.3">
                      <p:embed/>
                    </p:oleObj>
                  </mc:Choice>
                  <mc:Fallback>
                    <p:oleObj name="Equation" r:id="rId29" imgW="0" imgH="0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3648"/>
                            <a:ext cx="240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B6642608-4C6A-77C8-7B0B-DBF1F465B179}"/>
              </a:ext>
            </a:extLst>
          </p:cNvPr>
          <p:cNvSpPr txBox="1"/>
          <p:nvPr/>
        </p:nvSpPr>
        <p:spPr>
          <a:xfrm>
            <a:off x="703263" y="1250950"/>
            <a:ext cx="1447800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>
                <a:latin typeface="+mn-ea"/>
                <a:ea typeface="+mn-ea"/>
              </a:rPr>
              <a:t>geometricSolution</a:t>
            </a:r>
            <a:r>
              <a:rPr lang="zh-CN" altLang="en-US" sz="2400">
                <a:latin typeface="+mn-ea"/>
                <a:ea typeface="+mn-ea"/>
              </a:rPr>
              <a:t>释</a:t>
            </a:r>
            <a:endParaRPr lang="zh-CN" altLang="en-US" sz="24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F70E981-F30A-CCAB-91FC-253244DD50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33400"/>
            <a:ext cx="896938" cy="568325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仿宋_GB2312" pitchFamily="49" charset="-122"/>
              </a:rPr>
              <a:t>2.</a:t>
            </a:r>
          </a:p>
        </p:txBody>
      </p:sp>
      <p:graphicFrame>
        <p:nvGraphicFramePr>
          <p:cNvPr id="28674" name="Object 3">
            <a:extLst>
              <a:ext uri="{FF2B5EF4-FFF2-40B4-BE49-F238E27FC236}">
                <a16:creationId xmlns:a16="http://schemas.microsoft.com/office/drawing/2014/main" id="{6145E61E-BB45-B5C9-3B39-006BF78E83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533400"/>
          <a:ext cx="23622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33400"/>
                        <a:ext cx="23622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9">
            <a:extLst>
              <a:ext uri="{FF2B5EF4-FFF2-40B4-BE49-F238E27FC236}">
                <a16:creationId xmlns:a16="http://schemas.microsoft.com/office/drawing/2014/main" id="{E4A5FFCA-8103-049F-E465-DBF396E3E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414463"/>
            <a:ext cx="1371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Proof: </a:t>
            </a:r>
            <a:r>
              <a:rPr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当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7418" name="Object 10">
            <a:extLst>
              <a:ext uri="{FF2B5EF4-FFF2-40B4-BE49-F238E27FC236}">
                <a16:creationId xmlns:a16="http://schemas.microsoft.com/office/drawing/2014/main" id="{2D3EF326-2E0D-9BE3-78C4-C481A60A3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3850" y="1485900"/>
          <a:ext cx="774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1485900"/>
                        <a:ext cx="774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Text Box 11">
            <a:extLst>
              <a:ext uri="{FF2B5EF4-FFF2-40B4-BE49-F238E27FC236}">
                <a16:creationId xmlns:a16="http://schemas.microsoft.com/office/drawing/2014/main" id="{28A0431D-EA90-6912-5211-8C31AD05B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385888"/>
            <a:ext cx="1600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Let</a:t>
            </a:r>
            <a:endParaRPr lang="zh-CN" altLang="en-US" sz="2400"/>
          </a:p>
        </p:txBody>
      </p:sp>
      <p:graphicFrame>
        <p:nvGraphicFramePr>
          <p:cNvPr id="17420" name="Object 12">
            <a:extLst>
              <a:ext uri="{FF2B5EF4-FFF2-40B4-BE49-F238E27FC236}">
                <a16:creationId xmlns:a16="http://schemas.microsoft.com/office/drawing/2014/main" id="{6AC303A8-45F8-508E-0807-F9EABE73F1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0" y="1450975"/>
          <a:ext cx="1905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1450975"/>
                        <a:ext cx="1905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Text Box 13">
            <a:extLst>
              <a:ext uri="{FF2B5EF4-FFF2-40B4-BE49-F238E27FC236}">
                <a16:creationId xmlns:a16="http://schemas.microsoft.com/office/drawing/2014/main" id="{0781D632-E8A1-6678-6C69-11ED23936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0" y="1373188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17422" name="Object 14">
            <a:extLst>
              <a:ext uri="{FF2B5EF4-FFF2-40B4-BE49-F238E27FC236}">
                <a16:creationId xmlns:a16="http://schemas.microsoft.com/office/drawing/2014/main" id="{4612B0FE-F195-E295-852A-F8F9FF7C25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078038"/>
          <a:ext cx="1079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078038"/>
                        <a:ext cx="1079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>
            <a:extLst>
              <a:ext uri="{FF2B5EF4-FFF2-40B4-BE49-F238E27FC236}">
                <a16:creationId xmlns:a16="http://schemas.microsoft.com/office/drawing/2014/main" id="{FC31178B-558A-B9DF-B669-18DB89ECEA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8300" y="2089150"/>
          <a:ext cx="1638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2089150"/>
                        <a:ext cx="16383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>
            <a:extLst>
              <a:ext uri="{FF2B5EF4-FFF2-40B4-BE49-F238E27FC236}">
                <a16:creationId xmlns:a16="http://schemas.microsoft.com/office/drawing/2014/main" id="{31629531-ADF1-3D4B-932F-03135A781F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4300" y="2089150"/>
          <a:ext cx="1676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2089150"/>
                        <a:ext cx="1676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>
            <a:extLst>
              <a:ext uri="{FF2B5EF4-FFF2-40B4-BE49-F238E27FC236}">
                <a16:creationId xmlns:a16="http://schemas.microsoft.com/office/drawing/2014/main" id="{AB9B115E-BF02-49EE-4C4F-5B885790A9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2800" y="3117850"/>
          <a:ext cx="2006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3117850"/>
                        <a:ext cx="2006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>
            <a:extLst>
              <a:ext uri="{FF2B5EF4-FFF2-40B4-BE49-F238E27FC236}">
                <a16:creationId xmlns:a16="http://schemas.microsoft.com/office/drawing/2014/main" id="{D700AF2D-1354-A7B8-319B-E855E7E379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2900" y="2984500"/>
          <a:ext cx="2476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2984500"/>
                        <a:ext cx="2476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7" name="Object 19">
            <a:extLst>
              <a:ext uri="{FF2B5EF4-FFF2-40B4-BE49-F238E27FC236}">
                <a16:creationId xmlns:a16="http://schemas.microsoft.com/office/drawing/2014/main" id="{70807111-1624-0444-7E57-F6E786265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32100"/>
          <a:ext cx="1562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32100"/>
                        <a:ext cx="15621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8" name="Object 20">
            <a:extLst>
              <a:ext uri="{FF2B5EF4-FFF2-40B4-BE49-F238E27FC236}">
                <a16:creationId xmlns:a16="http://schemas.microsoft.com/office/drawing/2014/main" id="{8C565FAE-6B84-FB22-AFF7-79E3DB29FA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3441700"/>
          <a:ext cx="901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441700"/>
                        <a:ext cx="901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21">
            <a:extLst>
              <a:ext uri="{FF2B5EF4-FFF2-40B4-BE49-F238E27FC236}">
                <a16:creationId xmlns:a16="http://schemas.microsoft.com/office/drawing/2014/main" id="{C054DDF6-FCA2-A13B-BB65-BBA811481E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6400" y="3289300"/>
          <a:ext cx="482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3289300"/>
                        <a:ext cx="482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0" name="Object 22">
            <a:extLst>
              <a:ext uri="{FF2B5EF4-FFF2-40B4-BE49-F238E27FC236}">
                <a16:creationId xmlns:a16="http://schemas.microsoft.com/office/drawing/2014/main" id="{88BF6D2B-94A8-2776-8B7E-3D0D75AFB4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2800" y="4095750"/>
          <a:ext cx="2006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4095750"/>
                        <a:ext cx="2006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1" name="Object 23">
            <a:extLst>
              <a:ext uri="{FF2B5EF4-FFF2-40B4-BE49-F238E27FC236}">
                <a16:creationId xmlns:a16="http://schemas.microsoft.com/office/drawing/2014/main" id="{C61A0D70-4298-3519-B146-59F39AB8BD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1150" y="4095750"/>
          <a:ext cx="316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0" y="4095750"/>
                        <a:ext cx="3162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2" name="Object 24">
            <a:extLst>
              <a:ext uri="{FF2B5EF4-FFF2-40B4-BE49-F238E27FC236}">
                <a16:creationId xmlns:a16="http://schemas.microsoft.com/office/drawing/2014/main" id="{047F4313-4FD5-EAA7-9807-9C677B6304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4294188"/>
          <a:ext cx="482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294188"/>
                        <a:ext cx="482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Line 25">
            <a:extLst>
              <a:ext uri="{FF2B5EF4-FFF2-40B4-BE49-F238E27FC236}">
                <a16:creationId xmlns:a16="http://schemas.microsoft.com/office/drawing/2014/main" id="{DA410FCE-48BE-33A1-2522-339FD6566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819400"/>
            <a:ext cx="0" cy="2362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35" name="Object 27">
            <a:extLst>
              <a:ext uri="{FF2B5EF4-FFF2-40B4-BE49-F238E27FC236}">
                <a16:creationId xmlns:a16="http://schemas.microsoft.com/office/drawing/2014/main" id="{0CD9B79F-CB84-6C02-9DB2-762BB28285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7000" y="5219700"/>
          <a:ext cx="2489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5219700"/>
                        <a:ext cx="2489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7" grpId="0" autoUpdateAnimBg="0"/>
      <p:bldP spid="17419" grpId="0" autoUpdateAnimBg="0"/>
      <p:bldP spid="1742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4">
            <a:extLst>
              <a:ext uri="{FF2B5EF4-FFF2-40B4-BE49-F238E27FC236}">
                <a16:creationId xmlns:a16="http://schemas.microsoft.com/office/drawing/2014/main" id="{73D819E9-2F6A-06B2-3E3C-B6AD337ED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447675"/>
            <a:ext cx="6683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aphicFrame>
        <p:nvGraphicFramePr>
          <p:cNvPr id="18437" name="Object 5">
            <a:extLst>
              <a:ext uri="{FF2B5EF4-FFF2-40B4-BE49-F238E27FC236}">
                <a16:creationId xmlns:a16="http://schemas.microsoft.com/office/drawing/2014/main" id="{F74DEF86-366F-767D-200C-8C3F00764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557213"/>
          <a:ext cx="1219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57213"/>
                        <a:ext cx="12192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>
            <a:extLst>
              <a:ext uri="{FF2B5EF4-FFF2-40B4-BE49-F238E27FC236}">
                <a16:creationId xmlns:a16="http://schemas.microsoft.com/office/drawing/2014/main" id="{8A2E70B9-FDA2-6FA9-ACCD-2F75E0FE81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1838" y="508000"/>
          <a:ext cx="175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508000"/>
                        <a:ext cx="1752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7">
            <a:extLst>
              <a:ext uri="{FF2B5EF4-FFF2-40B4-BE49-F238E27FC236}">
                <a16:creationId xmlns:a16="http://schemas.microsoft.com/office/drawing/2014/main" id="{188657A5-6034-B21F-50A9-B291ECB6C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47675"/>
            <a:ext cx="76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18440" name="Object 8">
            <a:extLst>
              <a:ext uri="{FF2B5EF4-FFF2-40B4-BE49-F238E27FC236}">
                <a16:creationId xmlns:a16="http://schemas.microsoft.com/office/drawing/2014/main" id="{56F2C3C9-0EC2-06C8-F505-B956922181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558800"/>
          <a:ext cx="1270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58800"/>
                        <a:ext cx="1270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Text Box 9">
            <a:extLst>
              <a:ext uri="{FF2B5EF4-FFF2-40B4-BE49-F238E27FC236}">
                <a16:creationId xmlns:a16="http://schemas.microsoft.com/office/drawing/2014/main" id="{27F01E46-60FE-4A77-455F-85052B304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47675"/>
            <a:ext cx="160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thereby has</a:t>
            </a:r>
            <a:endParaRPr lang="zh-CN" altLang="en-US" sz="2400"/>
          </a:p>
        </p:txBody>
      </p:sp>
      <p:graphicFrame>
        <p:nvGraphicFramePr>
          <p:cNvPr id="18444" name="Object 12">
            <a:extLst>
              <a:ext uri="{FF2B5EF4-FFF2-40B4-BE49-F238E27FC236}">
                <a16:creationId xmlns:a16="http://schemas.microsoft.com/office/drawing/2014/main" id="{28CB3B33-B3C4-5515-6A74-D60FBC4B0F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270000"/>
          <a:ext cx="1981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DSMT4">
                  <p:embed/>
                </p:oleObj>
              </mc:Choice>
              <mc:Fallback>
                <p:oleObj name="Equation" r:id="rId8" imgW="0" imgH="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270000"/>
                        <a:ext cx="1981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>
            <a:extLst>
              <a:ext uri="{FF2B5EF4-FFF2-40B4-BE49-F238E27FC236}">
                <a16:creationId xmlns:a16="http://schemas.microsoft.com/office/drawing/2014/main" id="{0174ED39-457E-D605-D65B-75002A4DE5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9438" y="1262063"/>
          <a:ext cx="295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438" y="1262063"/>
                        <a:ext cx="29591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14">
            <a:extLst>
              <a:ext uri="{FF2B5EF4-FFF2-40B4-BE49-F238E27FC236}">
                <a16:creationId xmlns:a16="http://schemas.microsoft.com/office/drawing/2014/main" id="{B46A8EDC-7E87-C8D1-2424-27241B8168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205038"/>
          <a:ext cx="247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205038"/>
                        <a:ext cx="2476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7" name="Object 15">
            <a:extLst>
              <a:ext uri="{FF2B5EF4-FFF2-40B4-BE49-F238E27FC236}">
                <a16:creationId xmlns:a16="http://schemas.microsoft.com/office/drawing/2014/main" id="{5251BFD8-B301-9D0F-D279-EB479EECF0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247900"/>
          <a:ext cx="2273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247900"/>
                        <a:ext cx="2273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8" name="Object 16">
            <a:extLst>
              <a:ext uri="{FF2B5EF4-FFF2-40B4-BE49-F238E27FC236}">
                <a16:creationId xmlns:a16="http://schemas.microsoft.com/office/drawing/2014/main" id="{A15A1615-33F1-30C4-D107-18CFB450CA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5000" y="3233738"/>
          <a:ext cx="3073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3233738"/>
                        <a:ext cx="3073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" name="Object 17">
            <a:extLst>
              <a:ext uri="{FF2B5EF4-FFF2-40B4-BE49-F238E27FC236}">
                <a16:creationId xmlns:a16="http://schemas.microsoft.com/office/drawing/2014/main" id="{3730F25A-C300-185C-22AD-A98E975ED3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5400" y="3429000"/>
          <a:ext cx="482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5400" y="3429000"/>
                        <a:ext cx="482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Text Box 18">
            <a:extLst>
              <a:ext uri="{FF2B5EF4-FFF2-40B4-BE49-F238E27FC236}">
                <a16:creationId xmlns:a16="http://schemas.microsoft.com/office/drawing/2014/main" id="{364AC6F9-7955-8480-8969-1C2DE40F9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050" y="4365625"/>
            <a:ext cx="8699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18451" name="Object 19">
            <a:extLst>
              <a:ext uri="{FF2B5EF4-FFF2-40B4-BE49-F238E27FC236}">
                <a16:creationId xmlns:a16="http://schemas.microsoft.com/office/drawing/2014/main" id="{54F2A650-FE69-DB32-FC7C-8297D1F9E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2950" y="4262438"/>
          <a:ext cx="2324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4262438"/>
                        <a:ext cx="23241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2" name="Text Box 20">
            <a:extLst>
              <a:ext uri="{FF2B5EF4-FFF2-40B4-BE49-F238E27FC236}">
                <a16:creationId xmlns:a16="http://schemas.microsoft.com/office/drawing/2014/main" id="{64034A1C-8195-EF2E-EA24-F591013DC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424488"/>
            <a:ext cx="38798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Note: thislimit also can</a:t>
            </a:r>
            <a:r>
              <a:rPr lang="zh-CN" altLang="en-US" sz="2400" b="1">
                <a:solidFill>
                  <a:schemeClr val="tx2"/>
                </a:solidFill>
              </a:rPr>
              <a:t>写 </a:t>
            </a:r>
            <a:r>
              <a:rPr lang="en-US" altLang="zh-CN" sz="2400" b="1">
                <a:solidFill>
                  <a:schemeClr val="tx2"/>
                </a:solidFill>
              </a:rPr>
              <a:t>is</a:t>
            </a:r>
            <a:endParaRPr lang="zh-CN" altLang="en-US" sz="2400"/>
          </a:p>
        </p:txBody>
      </p:sp>
      <p:graphicFrame>
        <p:nvGraphicFramePr>
          <p:cNvPr id="18453" name="Object 21">
            <a:extLst>
              <a:ext uri="{FF2B5EF4-FFF2-40B4-BE49-F238E27FC236}">
                <a16:creationId xmlns:a16="http://schemas.microsoft.com/office/drawing/2014/main" id="{2850475F-7C4C-1D89-0E2F-C257EFA1CD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8" y="5283200"/>
          <a:ext cx="2197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5283200"/>
                        <a:ext cx="21971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4" name="Text Box 22">
            <a:extLst>
              <a:ext uri="{FF2B5EF4-FFF2-40B4-BE49-F238E27FC236}">
                <a16:creationId xmlns:a16="http://schemas.microsoft.com/office/drawing/2014/main" id="{33E7C3F3-85D8-7231-E6DD-D8DCFB2FB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400" y="409575"/>
            <a:ext cx="13001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let</a:t>
            </a:r>
            <a:endParaRPr lang="zh-CN" altLang="en-US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autoUpdateAnimBg="0"/>
      <p:bldP spid="18441" grpId="0" autoUpdateAnimBg="0"/>
      <p:bldP spid="18450" grpId="0" autoUpdateAnimBg="0"/>
      <p:bldP spid="18452" grpId="0" autoUpdateAnimBg="0"/>
      <p:bldP spid="18454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07D0815-3637-DDB2-F961-949E8C7AE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888" y="558800"/>
            <a:ext cx="1289050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Example6. find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30722" name="Object 3">
            <a:extLst>
              <a:ext uri="{FF2B5EF4-FFF2-40B4-BE49-F238E27FC236}">
                <a16:creationId xmlns:a16="http://schemas.microsoft.com/office/drawing/2014/main" id="{22C20041-2886-A978-CE79-F81E15533F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73075"/>
          <a:ext cx="1816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73075"/>
                        <a:ext cx="1816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>
            <a:extLst>
              <a:ext uri="{FF2B5EF4-FFF2-40B4-BE49-F238E27FC236}">
                <a16:creationId xmlns:a16="http://schemas.microsoft.com/office/drawing/2014/main" id="{4A0EC0E8-ABAB-C466-B43E-2B2AA975F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62088"/>
            <a:ext cx="128905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Solution: let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9461" name="Object 5">
            <a:extLst>
              <a:ext uri="{FF2B5EF4-FFF2-40B4-BE49-F238E27FC236}">
                <a16:creationId xmlns:a16="http://schemas.microsoft.com/office/drawing/2014/main" id="{277B80C2-07E5-A35F-6267-86E1B6550F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1800" y="1557338"/>
          <a:ext cx="1041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1557338"/>
                        <a:ext cx="1041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6">
            <a:extLst>
              <a:ext uri="{FF2B5EF4-FFF2-40B4-BE49-F238E27FC236}">
                <a16:creationId xmlns:a16="http://schemas.microsoft.com/office/drawing/2014/main" id="{E23E6F69-41B7-BFE8-E0C5-5D0A6CDB3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476375"/>
            <a:ext cx="1066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19463" name="Object 7">
            <a:extLst>
              <a:ext uri="{FF2B5EF4-FFF2-40B4-BE49-F238E27FC236}">
                <a16:creationId xmlns:a16="http://schemas.microsoft.com/office/drawing/2014/main" id="{5496D3F0-E776-3740-5A5C-79A81F0801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3525" y="2189163"/>
          <a:ext cx="2057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525" y="2189163"/>
                        <a:ext cx="2057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>
            <a:extLst>
              <a:ext uri="{FF2B5EF4-FFF2-40B4-BE49-F238E27FC236}">
                <a16:creationId xmlns:a16="http://schemas.microsoft.com/office/drawing/2014/main" id="{69C7BDDB-E106-7835-29D2-8044574F2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2178050"/>
          <a:ext cx="1727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178050"/>
                        <a:ext cx="1727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>
            <a:extLst>
              <a:ext uri="{FF2B5EF4-FFF2-40B4-BE49-F238E27FC236}">
                <a16:creationId xmlns:a16="http://schemas.microsoft.com/office/drawing/2014/main" id="{A15AFFA0-AA7B-76BB-DE5A-5CB9004379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048000"/>
          <a:ext cx="2108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048000"/>
                        <a:ext cx="2108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>
            <a:extLst>
              <a:ext uri="{FF2B5EF4-FFF2-40B4-BE49-F238E27FC236}">
                <a16:creationId xmlns:a16="http://schemas.microsoft.com/office/drawing/2014/main" id="{12E45F97-8FCB-F188-9145-4D49155B0F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3502025"/>
          <a:ext cx="9652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502025"/>
                        <a:ext cx="9652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1">
            <a:extLst>
              <a:ext uri="{FF2B5EF4-FFF2-40B4-BE49-F238E27FC236}">
                <a16:creationId xmlns:a16="http://schemas.microsoft.com/office/drawing/2014/main" id="{2D9D3177-4012-F858-9F9D-B4390A15A4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3048000"/>
          <a:ext cx="508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048000"/>
                        <a:ext cx="508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Text Box 13">
            <a:extLst>
              <a:ext uri="{FF2B5EF4-FFF2-40B4-BE49-F238E27FC236}">
                <a16:creationId xmlns:a16="http://schemas.microsoft.com/office/drawing/2014/main" id="{038F591B-88CD-0D37-15AC-A5561894C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13238"/>
            <a:ext cx="2667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Note: if</a:t>
            </a:r>
            <a:r>
              <a:rPr lang="zh-CN" altLang="en-US" sz="2400" b="1">
                <a:solidFill>
                  <a:schemeClr val="tx2"/>
                </a:solidFill>
              </a:rPr>
              <a:t>利 </a:t>
            </a:r>
            <a:r>
              <a:rPr lang="en-US" altLang="zh-CN" sz="2400" b="1">
                <a:solidFill>
                  <a:schemeClr val="tx2"/>
                </a:solidFill>
              </a:rPr>
              <a:t>use</a:t>
            </a:r>
            <a:endParaRPr lang="zh-CN" altLang="en-US" sz="2400"/>
          </a:p>
        </p:txBody>
      </p:sp>
      <p:graphicFrame>
        <p:nvGraphicFramePr>
          <p:cNvPr id="19470" name="Object 14">
            <a:extLst>
              <a:ext uri="{FF2B5EF4-FFF2-40B4-BE49-F238E27FC236}">
                <a16:creationId xmlns:a16="http://schemas.microsoft.com/office/drawing/2014/main" id="{18823734-A52D-ACF4-407B-4DD2166A2C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273550"/>
          <a:ext cx="3390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273550"/>
                        <a:ext cx="3390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9" name="Text Box 33">
            <a:extLst>
              <a:ext uri="{FF2B5EF4-FFF2-40B4-BE49-F238E27FC236}">
                <a16:creationId xmlns:a16="http://schemas.microsoft.com/office/drawing/2014/main" id="{D4A026BA-7358-A80B-5B57-9B693FF0C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2050" y="4313238"/>
            <a:ext cx="7809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then</a:t>
            </a:r>
            <a:endParaRPr lang="zh-CN" altLang="en-US" sz="2400"/>
          </a:p>
        </p:txBody>
      </p:sp>
      <p:sp>
        <p:nvSpPr>
          <p:cNvPr id="19490" name="Text Box 34">
            <a:extLst>
              <a:ext uri="{FF2B5EF4-FFF2-40B4-BE49-F238E27FC236}">
                <a16:creationId xmlns:a16="http://schemas.microsoft.com/office/drawing/2014/main" id="{A228CDC9-6B1E-F8D9-68D5-1FB568D96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5302250"/>
            <a:ext cx="16017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原 </a:t>
            </a:r>
            <a:r>
              <a:rPr lang="en-US" altLang="zh-CN" sz="2400"/>
              <a:t>formula</a:t>
            </a:r>
            <a:endParaRPr lang="zh-CN" altLang="en-US" sz="2400"/>
          </a:p>
        </p:txBody>
      </p:sp>
      <p:graphicFrame>
        <p:nvGraphicFramePr>
          <p:cNvPr id="19491" name="Object 35">
            <a:extLst>
              <a:ext uri="{FF2B5EF4-FFF2-40B4-BE49-F238E27FC236}">
                <a16:creationId xmlns:a16="http://schemas.microsoft.com/office/drawing/2014/main" id="{EC50434D-1BBD-37AA-E7CE-DFCEE00EE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178425"/>
          <a:ext cx="3898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178425"/>
                        <a:ext cx="3898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utoUpdateAnimBg="0"/>
      <p:bldP spid="19462" grpId="0" autoUpdateAnimBg="0"/>
      <p:bldP spid="19469" grpId="0" autoUpdateAnimBg="0"/>
      <p:bldP spid="19489" grpId="0" build="p" autoUpdateAnimBg="0" advAuto="0"/>
      <p:bldP spid="19490" grpId="0" build="p" autoUpdateAnimBg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9" name="Object 9">
            <a:extLst>
              <a:ext uri="{FF2B5EF4-FFF2-40B4-BE49-F238E27FC236}">
                <a16:creationId xmlns:a16="http://schemas.microsoft.com/office/drawing/2014/main" id="{B0F78DA2-A75F-E8C8-4F03-9A9FC06353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962400"/>
          <a:ext cx="3327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962400"/>
                        <a:ext cx="33274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6" name="Rectangle 2">
            <a:extLst>
              <a:ext uri="{FF2B5EF4-FFF2-40B4-BE49-F238E27FC236}">
                <a16:creationId xmlns:a16="http://schemas.microsoft.com/office/drawing/2014/main" id="{42C175EF-8395-430E-9FF5-F9595D4B0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3738" y="684213"/>
            <a:ext cx="1676400" cy="609600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Example7. find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31747" name="Object 4">
            <a:extLst>
              <a:ext uri="{FF2B5EF4-FFF2-40B4-BE49-F238E27FC236}">
                <a16:creationId xmlns:a16="http://schemas.microsoft.com/office/drawing/2014/main" id="{C2514B4D-AF24-40FB-54C2-69C15DA1E8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3100" y="627063"/>
          <a:ext cx="2933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627063"/>
                        <a:ext cx="2933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5">
            <a:extLst>
              <a:ext uri="{FF2B5EF4-FFF2-40B4-BE49-F238E27FC236}">
                <a16:creationId xmlns:a16="http://schemas.microsoft.com/office/drawing/2014/main" id="{66286C53-42C3-1D2F-FF36-7958EB57C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871663"/>
            <a:ext cx="2286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Solution: </a:t>
            </a:r>
            <a:r>
              <a:rPr lang="zh-CN" altLang="en-US" sz="2400" b="1">
                <a:solidFill>
                  <a:schemeClr val="tx2"/>
                </a:solidFill>
              </a:rPr>
              <a:t>原 </a:t>
            </a:r>
            <a:r>
              <a:rPr lang="en-US" altLang="zh-CN" sz="2400" b="1">
                <a:solidFill>
                  <a:schemeClr val="tx2"/>
                </a:solidFill>
              </a:rPr>
              <a:t>formula =</a:t>
            </a:r>
            <a:endParaRPr lang="en-US" altLang="zh-CN" sz="2400"/>
          </a:p>
        </p:txBody>
      </p:sp>
      <p:graphicFrame>
        <p:nvGraphicFramePr>
          <p:cNvPr id="20486" name="Object 6">
            <a:extLst>
              <a:ext uri="{FF2B5EF4-FFF2-40B4-BE49-F238E27FC236}">
                <a16:creationId xmlns:a16="http://schemas.microsoft.com/office/drawing/2014/main" id="{056D825B-8578-BD01-7A7A-A9629F4212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3350" y="1674813"/>
          <a:ext cx="320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1674813"/>
                        <a:ext cx="3200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>
            <a:extLst>
              <a:ext uri="{FF2B5EF4-FFF2-40B4-BE49-F238E27FC236}">
                <a16:creationId xmlns:a16="http://schemas.microsoft.com/office/drawing/2014/main" id="{66EF8900-FD90-C097-5F8D-40DBBC07AC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0" y="2703513"/>
          <a:ext cx="2501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2703513"/>
                        <a:ext cx="2501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>
            <a:extLst>
              <a:ext uri="{FF2B5EF4-FFF2-40B4-BE49-F238E27FC236}">
                <a16:creationId xmlns:a16="http://schemas.microsoft.com/office/drawing/2014/main" id="{68D0AC75-0BEB-0E5A-381F-B3E2F7F1F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937000"/>
          <a:ext cx="1435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937000"/>
                        <a:ext cx="14351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>
            <a:extLst>
              <a:ext uri="{FF2B5EF4-FFF2-40B4-BE49-F238E27FC236}">
                <a16:creationId xmlns:a16="http://schemas.microsoft.com/office/drawing/2014/main" id="{DABE2DC6-FED8-8400-1232-559C6E6BFB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4876800"/>
          <a:ext cx="482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876800"/>
                        <a:ext cx="482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1" name="Object 21">
            <a:extLst>
              <a:ext uri="{FF2B5EF4-FFF2-40B4-BE49-F238E27FC236}">
                <a16:creationId xmlns:a16="http://schemas.microsoft.com/office/drawing/2014/main" id="{C38E7D37-B1BB-6DA7-BC64-AAA1B1C14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2300" y="3213100"/>
          <a:ext cx="546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300" y="3213100"/>
                        <a:ext cx="546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6" name="Object 36">
            <a:extLst>
              <a:ext uri="{FF2B5EF4-FFF2-40B4-BE49-F238E27FC236}">
                <a16:creationId xmlns:a16="http://schemas.microsoft.com/office/drawing/2014/main" id="{29C59E57-F564-D291-BB4D-852F5C9497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3454400"/>
          <a:ext cx="54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454400"/>
                        <a:ext cx="546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352ECF55-03FF-3349-9478-47E56B383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65100"/>
            <a:ext cx="7981950" cy="874713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*CauchyExistence Criteria and Two Important Limits(Cauchyconverge</a:t>
            </a:r>
            <a:r>
              <a:rPr lang="zh-CN" altLang="en-US" sz="3200" b="1">
                <a:ea typeface="楷体_GB2312" pitchFamily="49" charset="-122"/>
              </a:rPr>
              <a:t>原理</a:t>
            </a:r>
            <a:r>
              <a:rPr lang="en-US" altLang="zh-CN" sz="3200" b="1">
                <a:ea typeface="楷体_GB2312" pitchFamily="49" charset="-122"/>
              </a:rPr>
              <a:t>) (P51)</a:t>
            </a:r>
            <a:endParaRPr kumimoji="1" lang="zh-CN" altLang="en-US" sz="3200"/>
          </a:p>
        </p:txBody>
      </p:sp>
      <p:sp>
        <p:nvSpPr>
          <p:cNvPr id="32770" name="内容占位符 3">
            <a:extLst>
              <a:ext uri="{FF2B5EF4-FFF2-40B4-BE49-F238E27FC236}">
                <a16:creationId xmlns:a16="http://schemas.microsoft.com/office/drawing/2014/main" id="{42A05B67-6178-228E-C667-4FC2093AB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065213"/>
            <a:ext cx="10207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/>
              <a:t>sequence</a:t>
            </a:r>
            <a:endParaRPr kumimoji="1" lang="zh-CN" altLang="en-US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3310052D-22F6-5F9B-3FD9-52E4DED219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052513"/>
          <a:ext cx="7143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052513"/>
                        <a:ext cx="7143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34874DAB-28EC-89BE-062B-1E284F834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035050"/>
            <a:ext cx="426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Calibri" panose="020F0502020204030204" pitchFamily="34" charset="0"/>
              </a:rPr>
              <a:t>limitexistence's </a:t>
            </a:r>
            <a:r>
              <a:rPr lang="zh-CN" altLang="en-US" sz="2400">
                <a:latin typeface="Calibri" panose="020F0502020204030204" pitchFamily="34" charset="0"/>
              </a:rPr>
              <a:t>充 </a:t>
            </a:r>
            <a:r>
              <a:rPr lang="en-US" altLang="zh-CN" sz="2400">
                <a:latin typeface="Calibri" panose="020F0502020204030204" pitchFamily="34" charset="0"/>
              </a:rPr>
              <a:t>needcondition is :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91EC6273-FB9A-8A46-5FC5-36800ADE1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563" y="1724025"/>
          <a:ext cx="1168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1724025"/>
                        <a:ext cx="1168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>
            <a:extLst>
              <a:ext uri="{FF2B5EF4-FFF2-40B4-BE49-F238E27FC236}">
                <a16:creationId xmlns:a16="http://schemas.microsoft.com/office/drawing/2014/main" id="{E1671CEF-8C9C-3C32-C230-176DE7910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1633538"/>
            <a:ext cx="326707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existencepositive integer N , </a:t>
            </a:r>
            <a:r>
              <a:rPr lang="zh-CN" altLang="en-US" sz="2400">
                <a:latin typeface="+mn-ea"/>
              </a:rPr>
              <a:t>使当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152719C4-6184-22A0-C6EB-C71F8D826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9663" y="1684338"/>
          <a:ext cx="201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663" y="1684338"/>
                        <a:ext cx="2019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2">
            <a:extLst>
              <a:ext uri="{FF2B5EF4-FFF2-40B4-BE49-F238E27FC236}">
                <a16:creationId xmlns:a16="http://schemas.microsoft.com/office/drawing/2014/main" id="{C1829038-4E86-E00F-ABC2-A49BB8489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8175" y="1647825"/>
            <a:ext cx="914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9C63A5DD-ABFB-E919-AAAA-D7BF29C53C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5100" y="2244725"/>
          <a:ext cx="1841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2244725"/>
                        <a:ext cx="1841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4">
            <a:extLst>
              <a:ext uri="{FF2B5EF4-FFF2-40B4-BE49-F238E27FC236}">
                <a16:creationId xmlns:a16="http://schemas.microsoft.com/office/drawing/2014/main" id="{D8E29104-F869-A728-B24A-D63439BCB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2928938"/>
            <a:ext cx="273526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 "necessary</a:t>
            </a:r>
            <a:r>
              <a:rPr lang="zh-CN" altLang="en-US" sz="2400" b="1">
                <a:solidFill>
                  <a:schemeClr val="tx2"/>
                </a:solidFill>
                <a:latin typeface="+mn-ea"/>
              </a:rPr>
              <a:t>性</a:t>
            </a:r>
            <a:r>
              <a:rPr lang="en-US" altLang="zh-CN" sz="2400" b="1">
                <a:solidFill>
                  <a:schemeClr val="tx2"/>
                </a:solidFill>
                <a:latin typeface="+mn-ea"/>
              </a:rPr>
              <a:t>".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16C67BAF-562C-51F8-731D-D4E1FDE18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293528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Calibri" panose="020F0502020204030204" pitchFamily="34" charset="0"/>
              </a:rPr>
              <a:t>Let</a:t>
            </a:r>
            <a:endParaRPr lang="zh-CN" altLang="en-US" sz="2400">
              <a:latin typeface="Calibri" panose="020F0502020204030204" pitchFamily="34" charset="0"/>
            </a:endParaRPr>
          </a:p>
        </p:txBody>
      </p:sp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078F0E26-CA16-3B28-EB8A-636081F0A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6913" y="2949575"/>
          <a:ext cx="155098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2949575"/>
                        <a:ext cx="1550987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7">
            <a:extLst>
              <a:ext uri="{FF2B5EF4-FFF2-40B4-BE49-F238E27FC236}">
                <a16:creationId xmlns:a16="http://schemas.microsoft.com/office/drawing/2014/main" id="{E200BE82-524A-F7AF-BE6D-95D7ABB5D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688" y="291941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Calibri" panose="020F0502020204030204" pitchFamily="34" charset="0"/>
              </a:rPr>
              <a:t>then</a:t>
            </a:r>
            <a:endParaRPr lang="zh-CN" altLang="en-US" sz="2400">
              <a:latin typeface="Calibri" panose="020F0502020204030204" pitchFamily="34" charset="0"/>
            </a:endParaRPr>
          </a:p>
        </p:txBody>
      </p:sp>
      <p:graphicFrame>
        <p:nvGraphicFramePr>
          <p:cNvPr id="16" name="Object 18">
            <a:extLst>
              <a:ext uri="{FF2B5EF4-FFF2-40B4-BE49-F238E27FC236}">
                <a16:creationId xmlns:a16="http://schemas.microsoft.com/office/drawing/2014/main" id="{C2F359DF-B0A5-2A16-FFF6-B9685CDE8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1463" y="3005138"/>
          <a:ext cx="1066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463" y="3005138"/>
                        <a:ext cx="10668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1">
            <a:extLst>
              <a:ext uri="{FF2B5EF4-FFF2-40B4-BE49-F238E27FC236}">
                <a16:creationId xmlns:a16="http://schemas.microsoft.com/office/drawing/2014/main" id="{545569D4-EA89-41DE-DF2B-F6C77F0C1B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9238" y="3538538"/>
          <a:ext cx="1757362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3538538"/>
                        <a:ext cx="1757362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2">
            <a:extLst>
              <a:ext uri="{FF2B5EF4-FFF2-40B4-BE49-F238E27FC236}">
                <a16:creationId xmlns:a16="http://schemas.microsoft.com/office/drawing/2014/main" id="{5A669B3D-0705-6501-9749-3B1C8B643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3463925"/>
            <a:ext cx="1295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id="{14ACB683-AE28-20EC-8114-E40B8EF37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2924175"/>
            <a:ext cx="1066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Calibri" panose="020F0502020204030204" pitchFamily="34" charset="0"/>
              </a:rPr>
              <a:t>使当</a:t>
            </a:r>
          </a:p>
        </p:txBody>
      </p: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CD4DBFDB-7537-0924-DF11-92E86C6A4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4076700"/>
          <a:ext cx="20066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4076700"/>
                        <a:ext cx="20066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5">
            <a:extLst>
              <a:ext uri="{FF2B5EF4-FFF2-40B4-BE49-F238E27FC236}">
                <a16:creationId xmlns:a16="http://schemas.microsoft.com/office/drawing/2014/main" id="{A07C2FF3-87E3-8991-919C-372FDD557D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2113" y="4057650"/>
          <a:ext cx="192881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4057650"/>
                        <a:ext cx="1928812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6">
            <a:extLst>
              <a:ext uri="{FF2B5EF4-FFF2-40B4-BE49-F238E27FC236}">
                <a16:creationId xmlns:a16="http://schemas.microsoft.com/office/drawing/2014/main" id="{1615002D-2941-5D7E-1A07-26D37BAD5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4867275"/>
            <a:ext cx="1600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Calibri" panose="020F0502020204030204" pitchFamily="34" charset="0"/>
              </a:rPr>
              <a:t>therefore</a:t>
            </a:r>
            <a:endParaRPr lang="zh-CN" altLang="en-US" sz="2400">
              <a:latin typeface="Calibri" panose="020F0502020204030204" pitchFamily="34" charset="0"/>
            </a:endParaRPr>
          </a:p>
        </p:txBody>
      </p:sp>
      <p:graphicFrame>
        <p:nvGraphicFramePr>
          <p:cNvPr id="23" name="Object 27">
            <a:extLst>
              <a:ext uri="{FF2B5EF4-FFF2-40B4-BE49-F238E27FC236}">
                <a16:creationId xmlns:a16="http://schemas.microsoft.com/office/drawing/2014/main" id="{760FFA53-4BF5-BC5E-A71D-E96D229C7E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1363" y="4867275"/>
          <a:ext cx="1574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4867275"/>
                        <a:ext cx="1574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8">
            <a:extLst>
              <a:ext uri="{FF2B5EF4-FFF2-40B4-BE49-F238E27FC236}">
                <a16:creationId xmlns:a16="http://schemas.microsoft.com/office/drawing/2014/main" id="{1FD64187-1545-35CB-2568-13912C48D6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6963" y="4865688"/>
          <a:ext cx="30591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4865688"/>
                        <a:ext cx="30591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9">
            <a:extLst>
              <a:ext uri="{FF2B5EF4-FFF2-40B4-BE49-F238E27FC236}">
                <a16:creationId xmlns:a16="http://schemas.microsoft.com/office/drawing/2014/main" id="{33270C17-13C7-713A-B652-F638FAA400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7888" y="5405438"/>
          <a:ext cx="1676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5405438"/>
                        <a:ext cx="1676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0">
            <a:extLst>
              <a:ext uri="{FF2B5EF4-FFF2-40B4-BE49-F238E27FC236}">
                <a16:creationId xmlns:a16="http://schemas.microsoft.com/office/drawing/2014/main" id="{FD3539BF-6191-AC1F-E6A7-A622DCC30E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2075" y="5394325"/>
          <a:ext cx="1181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5394325"/>
                        <a:ext cx="1181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1">
            <a:extLst>
              <a:ext uri="{FF2B5EF4-FFF2-40B4-BE49-F238E27FC236}">
                <a16:creationId xmlns:a16="http://schemas.microsoft.com/office/drawing/2014/main" id="{9D029612-C078-56DA-2072-7CEC58BEA0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2075" y="5521325"/>
          <a:ext cx="508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5" y="5521325"/>
                        <a:ext cx="5080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2">
            <a:extLst>
              <a:ext uri="{FF2B5EF4-FFF2-40B4-BE49-F238E27FC236}">
                <a16:creationId xmlns:a16="http://schemas.microsoft.com/office/drawing/2014/main" id="{439D1280-96EF-5C0B-308B-89ED7FB3A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959475"/>
            <a:ext cx="426720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>
                <a:latin typeface="+mn-ea"/>
              </a:rPr>
              <a:t>"sufficient</a:t>
            </a:r>
            <a:r>
              <a:rPr lang="zh-CN" altLang="en-US" sz="2000">
                <a:latin typeface="+mn-ea"/>
              </a:rPr>
              <a:t>性</a:t>
            </a:r>
            <a:r>
              <a:rPr lang="en-US" altLang="zh-CN" sz="2000">
                <a:latin typeface="+mn-ea"/>
              </a:rPr>
              <a:t>" Proof</a:t>
            </a:r>
            <a:r>
              <a:rPr lang="zh-CN" altLang="en-US" sz="2000">
                <a:latin typeface="+mn-ea"/>
              </a:rPr>
              <a:t>从略 </a:t>
            </a:r>
            <a:r>
              <a:rPr lang="en-US" altLang="zh-CN" sz="2000">
                <a:latin typeface="+mn-ea"/>
              </a:rPr>
              <a:t>.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29" name="Object 33">
            <a:extLst>
              <a:ext uri="{FF2B5EF4-FFF2-40B4-BE49-F238E27FC236}">
                <a16:creationId xmlns:a16="http://schemas.microsoft.com/office/drawing/2014/main" id="{2D42FA8A-39E6-FD68-6D88-1AD25FE449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7175" y="3017838"/>
          <a:ext cx="5937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3017838"/>
                        <a:ext cx="5937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5">
            <a:extLst>
              <a:ext uri="{FF2B5EF4-FFF2-40B4-BE49-F238E27FC236}">
                <a16:creationId xmlns:a16="http://schemas.microsoft.com/office/drawing/2014/main" id="{7BF60996-1519-010B-E3D5-487202D90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3" y="2274888"/>
            <a:ext cx="685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Calibri" panose="020F0502020204030204" pitchFamily="34" charset="0"/>
              </a:rPr>
              <a:t>has</a:t>
            </a:r>
            <a:endParaRPr lang="zh-CN" altLang="en-US" sz="2400">
              <a:latin typeface="Calibri" panose="020F0502020204030204" pitchFamily="34" charset="0"/>
            </a:endParaRPr>
          </a:p>
        </p:txBody>
      </p:sp>
      <p:graphicFrame>
        <p:nvGraphicFramePr>
          <p:cNvPr id="32797" name="Object 56">
            <a:hlinkClick r:id="" action="ppaction://noaction"/>
            <a:extLst>
              <a:ext uri="{FF2B5EF4-FFF2-40B4-BE49-F238E27FC236}">
                <a16:creationId xmlns:a16="http://schemas.microsoft.com/office/drawing/2014/main" id="{A2D05B6F-4B36-CFDC-E9DF-932F06D51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99388" y="901700"/>
          <a:ext cx="974725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32" imgW="1933333" imgH="2857899" progId="Paint.Picture">
                  <p:embed/>
                </p:oleObj>
              </mc:Choice>
              <mc:Fallback>
                <p:oleObj name="BMP 图象" r:id="rId32" imgW="1933333" imgH="2857899" progId="Paint.Picture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8" y="901700"/>
                        <a:ext cx="974725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8" grpId="0" autoUpdateAnimBg="0"/>
      <p:bldP spid="10" grpId="0" autoUpdateAnimBg="0"/>
      <p:bldP spid="12" grpId="0" autoUpdateAnimBg="0"/>
      <p:bldP spid="13" grpId="0" autoUpdateAnimBg="0"/>
      <p:bldP spid="15" grpId="0" autoUpdateAnimBg="0"/>
      <p:bldP spid="18" grpId="0" autoUpdateAnimBg="0"/>
      <p:bldP spid="19" grpId="0" autoUpdateAnimBg="0"/>
      <p:bldP spid="22" grpId="0" autoUpdateAnimBg="0"/>
      <p:bldP spid="28" grpId="0" autoUpdateAnimBg="0"/>
      <p:bldP spid="3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0" name="Text Box 40">
            <a:extLst>
              <a:ext uri="{FF2B5EF4-FFF2-40B4-BE49-F238E27FC236}">
                <a16:creationId xmlns:a16="http://schemas.microsoft.com/office/drawing/2014/main" id="{9CBA1797-9CFD-7F12-9B92-6B986A629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3871913"/>
            <a:ext cx="21653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's not </a:t>
            </a:r>
            <a:r>
              <a:rPr lang="zh-CN" altLang="en-US" sz="2400"/>
              <a:t>同</a:t>
            </a:r>
            <a:r>
              <a:rPr lang="en-US" altLang="zh-CN" sz="2400"/>
              <a:t>sequence</a:t>
            </a:r>
            <a:endParaRPr lang="zh-CN" altLang="en-US" sz="24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41A6A57F-DC15-74CF-4078-495DCAB33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287338"/>
            <a:ext cx="2124075" cy="719137"/>
          </a:xfrm>
          <a:solidFill>
            <a:schemeClr val="bg1"/>
          </a:solidFill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Summary</a:t>
            </a:r>
            <a:endParaRPr lang="zh-CN" altLang="en-US" sz="3600" b="1">
              <a:ea typeface="楷体_GB2312" pitchFamily="49" charset="-122"/>
            </a:endParaRP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393A6D7D-24DA-12FC-99C5-B374EF8EE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19200"/>
            <a:ext cx="5791200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800">
                <a:latin typeface="+mn-ea"/>
                <a:ea typeface="+mn-ea"/>
              </a:rPr>
              <a:t>1. functionlimit and sequencelimitrelation's application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AAA2EAF4-6E34-5CB1-CFD1-D74D9DA39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843088"/>
            <a:ext cx="5260975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>
                <a:latin typeface="+mn-ea"/>
                <a:ea typeface="+mn-ea"/>
              </a:rPr>
              <a:t>(1) </a:t>
            </a:r>
            <a:r>
              <a:rPr lang="zh-CN" altLang="en-US">
                <a:latin typeface="+mn-ea"/>
                <a:ea typeface="+mn-ea"/>
              </a:rPr>
              <a:t>利 </a:t>
            </a:r>
            <a:r>
              <a:rPr lang="en-US" altLang="zh-CN">
                <a:latin typeface="+mn-ea"/>
                <a:ea typeface="+mn-ea"/>
              </a:rPr>
              <a:t>usesequencelimit discriminatefunctionlimit not existence</a:t>
            </a:r>
            <a:endParaRPr lang="zh-CN" altLang="en-US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4632459F-1B9E-EF02-69E5-CAFEBA3AF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5168900"/>
            <a:ext cx="5386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(2) sequence (function)limitexistence's squeezecriterion</a:t>
            </a:r>
            <a:endParaRPr lang="zh-CN" altLang="en-US" sz="2400"/>
          </a:p>
        </p:txBody>
      </p:sp>
      <p:sp>
        <p:nvSpPr>
          <p:cNvPr id="35868" name="Text Box 28">
            <a:extLst>
              <a:ext uri="{FF2B5EF4-FFF2-40B4-BE49-F238E27FC236}">
                <a16:creationId xmlns:a16="http://schemas.microsoft.com/office/drawing/2014/main" id="{8F8473B7-9A27-AEEE-0B0F-AD07C654C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17775"/>
            <a:ext cx="243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</a:rPr>
              <a:t>法</a:t>
            </a:r>
            <a:r>
              <a:rPr lang="en-US" altLang="zh-CN" sz="2400" b="1">
                <a:solidFill>
                  <a:schemeClr val="tx2"/>
                </a:solidFill>
              </a:rPr>
              <a:t>1 </a:t>
            </a:r>
            <a:r>
              <a:rPr lang="zh-CN" altLang="en-US" sz="2400" b="1">
                <a:solidFill>
                  <a:schemeClr val="tx2"/>
                </a:solidFill>
              </a:rPr>
              <a:t>找一 </a:t>
            </a:r>
            <a:r>
              <a:rPr lang="en-US" altLang="zh-CN" sz="2400" b="1">
                <a:solidFill>
                  <a:schemeClr val="tx2"/>
                </a:solidFill>
              </a:rPr>
              <a:t>sequence</a:t>
            </a:r>
            <a:endParaRPr lang="zh-CN" altLang="en-US" sz="2400"/>
          </a:p>
        </p:txBody>
      </p:sp>
      <p:graphicFrame>
        <p:nvGraphicFramePr>
          <p:cNvPr id="35869" name="Object 29">
            <a:extLst>
              <a:ext uri="{FF2B5EF4-FFF2-40B4-BE49-F238E27FC236}">
                <a16:creationId xmlns:a16="http://schemas.microsoft.com/office/drawing/2014/main" id="{F10E215E-B1A0-D1B4-203D-D0AFAE6548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546350"/>
          <a:ext cx="83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546350"/>
                        <a:ext cx="838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0" name="Object 30">
            <a:extLst>
              <a:ext uri="{FF2B5EF4-FFF2-40B4-BE49-F238E27FC236}">
                <a16:creationId xmlns:a16="http://schemas.microsoft.com/office/drawing/2014/main" id="{84D91D53-90EC-6475-9F91-9D859E7EC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4500" y="2546350"/>
          <a:ext cx="1244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2546350"/>
                        <a:ext cx="1244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2" name="Object 32">
            <a:extLst>
              <a:ext uri="{FF2B5EF4-FFF2-40B4-BE49-F238E27FC236}">
                <a16:creationId xmlns:a16="http://schemas.microsoft.com/office/drawing/2014/main" id="{1121654A-05E2-BC34-BF74-9E3A1EC1E2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8363" y="2532063"/>
          <a:ext cx="2755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363" y="2532063"/>
                        <a:ext cx="2755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3" name="Text Box 33">
            <a:extLst>
              <a:ext uri="{FF2B5EF4-FFF2-40B4-BE49-F238E27FC236}">
                <a16:creationId xmlns:a16="http://schemas.microsoft.com/office/drawing/2014/main" id="{E98812BB-36C2-747C-7579-CD7C4EAA7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2532063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sp>
        <p:nvSpPr>
          <p:cNvPr id="35875" name="Text Box 35">
            <a:extLst>
              <a:ext uri="{FF2B5EF4-FFF2-40B4-BE49-F238E27FC236}">
                <a16:creationId xmlns:a16="http://schemas.microsoft.com/office/drawing/2014/main" id="{9DEBD9CB-E0A4-92E3-D5EB-5308C2F4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125788"/>
            <a:ext cx="762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使</a:t>
            </a:r>
            <a:endParaRPr lang="zh-CN" altLang="en-US" sz="2400">
              <a:solidFill>
                <a:schemeClr val="tx2"/>
              </a:solidFill>
            </a:endParaRPr>
          </a:p>
        </p:txBody>
      </p:sp>
      <p:graphicFrame>
        <p:nvGraphicFramePr>
          <p:cNvPr id="35876" name="Object 36">
            <a:extLst>
              <a:ext uri="{FF2B5EF4-FFF2-40B4-BE49-F238E27FC236}">
                <a16:creationId xmlns:a16="http://schemas.microsoft.com/office/drawing/2014/main" id="{769189B1-B212-C312-8237-AAC22925B7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4400" y="3068638"/>
          <a:ext cx="1549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3068638"/>
                        <a:ext cx="1549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8" name="Text Box 38">
            <a:extLst>
              <a:ext uri="{FF2B5EF4-FFF2-40B4-BE49-F238E27FC236}">
                <a16:creationId xmlns:a16="http://schemas.microsoft.com/office/drawing/2014/main" id="{42ACC620-F230-9696-DCDB-86C65EEF1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7788"/>
            <a:ext cx="248285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GB" sz="2400" b="1">
                <a:solidFill>
                  <a:schemeClr val="tx2"/>
                </a:solidFill>
                <a:latin typeface="+mn-ea"/>
                <a:ea typeface="+mn-ea"/>
              </a:rPr>
              <a:t>法</a:t>
            </a:r>
            <a:r>
              <a:rPr lang="en-GB" altLang="zh-CN" sz="2400" b="1">
                <a:solidFill>
                  <a:schemeClr val="tx2"/>
                </a:solidFill>
                <a:latin typeface="+mn-ea"/>
                <a:ea typeface="+mn-ea"/>
              </a:rPr>
              <a:t>2 </a:t>
            </a:r>
            <a:r>
              <a:rPr lang="zh-CN" altLang="en-GB" sz="2400" b="1">
                <a:solidFill>
                  <a:schemeClr val="tx2"/>
                </a:solidFill>
                <a:latin typeface="+mn-ea"/>
                <a:ea typeface="+mn-ea"/>
              </a:rPr>
              <a:t>找</a:t>
            </a:r>
            <a:r>
              <a:rPr lang="en-GB" altLang="zh-CN" sz="2400" b="1">
                <a:solidFill>
                  <a:schemeClr val="tx2"/>
                </a:solidFill>
                <a:latin typeface="+mn-ea"/>
                <a:ea typeface="+mn-ea"/>
              </a:rPr>
              <a:t>twotends to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35879" name="Object 39">
            <a:extLst>
              <a:ext uri="{FF2B5EF4-FFF2-40B4-BE49-F238E27FC236}">
                <a16:creationId xmlns:a16="http://schemas.microsoft.com/office/drawing/2014/main" id="{1A1ADCB8-0BFB-CF83-784B-30D7C95864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3860800"/>
          <a:ext cx="34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860800"/>
                        <a:ext cx="342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1" name="Object 41">
            <a:extLst>
              <a:ext uri="{FF2B5EF4-FFF2-40B4-BE49-F238E27FC236}">
                <a16:creationId xmlns:a16="http://schemas.microsoft.com/office/drawing/2014/main" id="{ADF30D60-C069-D63E-A80C-D873FD41B2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6863" y="3878263"/>
          <a:ext cx="698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863" y="3878263"/>
                        <a:ext cx="698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82" name="Text Box 42">
            <a:extLst>
              <a:ext uri="{FF2B5EF4-FFF2-40B4-BE49-F238E27FC236}">
                <a16:creationId xmlns:a16="http://schemas.microsoft.com/office/drawing/2014/main" id="{9AB70D22-9A57-E082-B3CE-7DBF7287D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050" y="3871913"/>
            <a:ext cx="7508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35883" name="Object 43">
            <a:extLst>
              <a:ext uri="{FF2B5EF4-FFF2-40B4-BE49-F238E27FC236}">
                <a16:creationId xmlns:a16="http://schemas.microsoft.com/office/drawing/2014/main" id="{EF905255-DB2A-2F81-E292-6F54B5B920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4313" y="3905250"/>
          <a:ext cx="762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4313" y="3905250"/>
                        <a:ext cx="762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84" name="Text Box 44">
            <a:extLst>
              <a:ext uri="{FF2B5EF4-FFF2-40B4-BE49-F238E27FC236}">
                <a16:creationId xmlns:a16="http://schemas.microsoft.com/office/drawing/2014/main" id="{3B1C2058-66F9-FCCE-769C-9674264AC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575" y="3871913"/>
            <a:ext cx="609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使</a:t>
            </a:r>
          </a:p>
        </p:txBody>
      </p:sp>
      <p:graphicFrame>
        <p:nvGraphicFramePr>
          <p:cNvPr id="35886" name="Object 46">
            <a:extLst>
              <a:ext uri="{FF2B5EF4-FFF2-40B4-BE49-F238E27FC236}">
                <a16:creationId xmlns:a16="http://schemas.microsoft.com/office/drawing/2014/main" id="{6F3EF6A2-F34F-CB70-3649-021871C334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0763" y="4495800"/>
          <a:ext cx="1549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763" y="4495800"/>
                        <a:ext cx="1549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7" name="Object 47">
            <a:extLst>
              <a:ext uri="{FF2B5EF4-FFF2-40B4-BE49-F238E27FC236}">
                <a16:creationId xmlns:a16="http://schemas.microsoft.com/office/drawing/2014/main" id="{1437132A-C8A3-DCDD-0236-6359A20E04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4613" y="4497388"/>
          <a:ext cx="1841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4497388"/>
                        <a:ext cx="1841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92" name="Text Box 52">
            <a:extLst>
              <a:ext uri="{FF2B5EF4-FFF2-40B4-BE49-F238E27FC236}">
                <a16:creationId xmlns:a16="http://schemas.microsoft.com/office/drawing/2014/main" id="{64D3D0E8-E9AF-3453-FB72-81D36B09D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725" y="3125788"/>
            <a:ext cx="2194832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not existence .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35894" name="Text Box 54">
            <a:extLst>
              <a:ext uri="{FF2B5EF4-FFF2-40B4-BE49-F238E27FC236}">
                <a16:creationId xmlns:a16="http://schemas.microsoft.com/office/drawing/2014/main" id="{B94707D0-A140-1657-5003-E0C9FC603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810250"/>
            <a:ext cx="88985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/>
              <a:t>(3) monotone boundedsequence (function) must has limitcriterion</a:t>
            </a:r>
            <a:endParaRPr lang="zh-CN" altLang="en-US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8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80" grpId="0" build="p" autoUpdateAnimBg="0" advAuto="0"/>
      <p:bldP spid="35844" grpId="0" autoUpdateAnimBg="0"/>
      <p:bldP spid="35845" grpId="0" autoUpdateAnimBg="0"/>
      <p:bldP spid="35846" grpId="0" autoUpdateAnimBg="0"/>
      <p:bldP spid="35868" grpId="0" autoUpdateAnimBg="0"/>
      <p:bldP spid="35873" grpId="0" build="p" autoUpdateAnimBg="0"/>
      <p:bldP spid="35875" grpId="0" build="p" autoUpdateAnimBg="0"/>
      <p:bldP spid="35878" grpId="0" build="p" autoUpdateAnimBg="0"/>
      <p:bldP spid="35882" grpId="0" autoUpdateAnimBg="0"/>
      <p:bldP spid="35884" grpId="0" autoUpdateAnimBg="0"/>
      <p:bldP spid="35892" grpId="0" build="p" autoUpdateAnimBg="0" advAuto="0"/>
      <p:bldP spid="35894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C299A5E-5EF8-762C-BF50-3BED09EC3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3505200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>
                <a:latin typeface="+mn-ea"/>
                <a:ea typeface="+mn-ea"/>
              </a:rPr>
              <a:t>2. Two Important Limits</a:t>
            </a:r>
            <a:endParaRPr lang="zh-CN" altLang="en-US" sz="2800" dirty="0">
              <a:latin typeface="+mn-ea"/>
              <a:ea typeface="+mn-ea"/>
            </a:endParaRPr>
          </a:p>
        </p:txBody>
      </p:sp>
      <p:grpSp>
        <p:nvGrpSpPr>
          <p:cNvPr id="39964" name="Group 28">
            <a:extLst>
              <a:ext uri="{FF2B5EF4-FFF2-40B4-BE49-F238E27FC236}">
                <a16:creationId xmlns:a16="http://schemas.microsoft.com/office/drawing/2014/main" id="{41A7E84D-5F70-31F9-AF79-A6147737A2CC}"/>
              </a:ext>
            </a:extLst>
          </p:cNvPr>
          <p:cNvGrpSpPr>
            <a:grpSpLocks/>
          </p:cNvGrpSpPr>
          <p:nvPr/>
        </p:nvGrpSpPr>
        <p:grpSpPr bwMode="auto">
          <a:xfrm>
            <a:off x="1231900" y="1206500"/>
            <a:ext cx="2603500" cy="927100"/>
            <a:chOff x="664" y="760"/>
            <a:chExt cx="1640" cy="584"/>
          </a:xfrm>
        </p:grpSpPr>
        <p:graphicFrame>
          <p:nvGraphicFramePr>
            <p:cNvPr id="34833" name="Object 8">
              <a:extLst>
                <a:ext uri="{FF2B5EF4-FFF2-40B4-BE49-F238E27FC236}">
                  <a16:creationId xmlns:a16="http://schemas.microsoft.com/office/drawing/2014/main" id="{C3EDDB76-1F8A-6561-E40D-792E561922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4" y="760"/>
            <a:ext cx="164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0" imgH="0" progId="Equation.3">
                    <p:embed/>
                  </p:oleObj>
                </mc:Choice>
                <mc:Fallback>
                  <p:oleObj name="Equation" r:id="rId2" imgW="0" imgH="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" y="760"/>
                          <a:ext cx="1640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4" name="Rectangle 9">
              <a:extLst>
                <a:ext uri="{FF2B5EF4-FFF2-40B4-BE49-F238E27FC236}">
                  <a16:creationId xmlns:a16="http://schemas.microsoft.com/office/drawing/2014/main" id="{276E567F-E5C7-5840-DD8A-630AE203E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104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5" name="Rectangle 10">
              <a:extLst>
                <a:ext uri="{FF2B5EF4-FFF2-40B4-BE49-F238E27FC236}">
                  <a16:creationId xmlns:a16="http://schemas.microsoft.com/office/drawing/2014/main" id="{DCADFCE9-EB45-E531-AD6D-636E29737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816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6" name="Rectangle 11">
              <a:extLst>
                <a:ext uri="{FF2B5EF4-FFF2-40B4-BE49-F238E27FC236}">
                  <a16:creationId xmlns:a16="http://schemas.microsoft.com/office/drawing/2014/main" id="{20CAEBAF-F330-3E95-D702-85CD646BB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157"/>
              <a:ext cx="91" cy="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9965" name="Group 29">
            <a:extLst>
              <a:ext uri="{FF2B5EF4-FFF2-40B4-BE49-F238E27FC236}">
                <a16:creationId xmlns:a16="http://schemas.microsoft.com/office/drawing/2014/main" id="{1D0D27AF-1E9C-142A-E425-17B17E0F022A}"/>
              </a:ext>
            </a:extLst>
          </p:cNvPr>
          <p:cNvGrpSpPr>
            <a:grpSpLocks/>
          </p:cNvGrpSpPr>
          <p:nvPr/>
        </p:nvGrpSpPr>
        <p:grpSpPr bwMode="auto">
          <a:xfrm>
            <a:off x="1231900" y="2273300"/>
            <a:ext cx="3340100" cy="927100"/>
            <a:chOff x="624" y="1432"/>
            <a:chExt cx="2104" cy="584"/>
          </a:xfrm>
        </p:grpSpPr>
        <p:graphicFrame>
          <p:nvGraphicFramePr>
            <p:cNvPr id="34829" name="Object 13">
              <a:extLst>
                <a:ext uri="{FF2B5EF4-FFF2-40B4-BE49-F238E27FC236}">
                  <a16:creationId xmlns:a16="http://schemas.microsoft.com/office/drawing/2014/main" id="{13866E94-BEF6-7E71-CEED-5312AABABA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1432"/>
            <a:ext cx="2104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Equation.3">
                    <p:embed/>
                  </p:oleObj>
                </mc:Choice>
                <mc:Fallback>
                  <p:oleObj name="Equation" r:id="rId4" imgW="0" imgH="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432"/>
                          <a:ext cx="2104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0" name="Rectangle 14">
              <a:extLst>
                <a:ext uri="{FF2B5EF4-FFF2-40B4-BE49-F238E27FC236}">
                  <a16:creationId xmlns:a16="http://schemas.microsoft.com/office/drawing/2014/main" id="{57372E20-97C8-3917-BA36-0DBD84398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776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1" name="Rectangle 15">
              <a:extLst>
                <a:ext uri="{FF2B5EF4-FFF2-40B4-BE49-F238E27FC236}">
                  <a16:creationId xmlns:a16="http://schemas.microsoft.com/office/drawing/2014/main" id="{02A4C01A-1B94-F29C-D14C-7698483E7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488"/>
              <a:ext cx="91" cy="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2" name="Rectangle 16">
              <a:extLst>
                <a:ext uri="{FF2B5EF4-FFF2-40B4-BE49-F238E27FC236}">
                  <a16:creationId xmlns:a16="http://schemas.microsoft.com/office/drawing/2014/main" id="{046CD1A8-F1F7-39E0-8A63-79E901BB1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836"/>
              <a:ext cx="91" cy="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9953" name="Text Box 17">
            <a:extLst>
              <a:ext uri="{FF2B5EF4-FFF2-40B4-BE49-F238E27FC236}">
                <a16:creationId xmlns:a16="http://schemas.microsoft.com/office/drawing/2014/main" id="{2DBE59A6-7106-A669-C737-E0E833695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441700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or</a:t>
            </a:r>
            <a:endParaRPr lang="zh-CN" altLang="en-US" sz="2400"/>
          </a:p>
        </p:txBody>
      </p:sp>
      <p:grpSp>
        <p:nvGrpSpPr>
          <p:cNvPr id="39966" name="Group 30">
            <a:extLst>
              <a:ext uri="{FF2B5EF4-FFF2-40B4-BE49-F238E27FC236}">
                <a16:creationId xmlns:a16="http://schemas.microsoft.com/office/drawing/2014/main" id="{003074D5-BAF1-FF75-A014-7B8026C96629}"/>
              </a:ext>
            </a:extLst>
          </p:cNvPr>
          <p:cNvGrpSpPr>
            <a:grpSpLocks/>
          </p:cNvGrpSpPr>
          <p:nvPr/>
        </p:nvGrpSpPr>
        <p:grpSpPr bwMode="auto">
          <a:xfrm>
            <a:off x="2373313" y="3200400"/>
            <a:ext cx="2514600" cy="912813"/>
            <a:chOff x="1104" y="2257"/>
            <a:chExt cx="1584" cy="575"/>
          </a:xfrm>
        </p:grpSpPr>
        <p:graphicFrame>
          <p:nvGraphicFramePr>
            <p:cNvPr id="34825" name="Object 19">
              <a:extLst>
                <a:ext uri="{FF2B5EF4-FFF2-40B4-BE49-F238E27FC236}">
                  <a16:creationId xmlns:a16="http://schemas.microsoft.com/office/drawing/2014/main" id="{E86D4C61-D8FD-31CA-591D-CA8D5A60AB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8" y="2257"/>
            <a:ext cx="1580" cy="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8" y="2257"/>
                          <a:ext cx="1580" cy="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6" name="Rectangle 20">
              <a:extLst>
                <a:ext uri="{FF2B5EF4-FFF2-40B4-BE49-F238E27FC236}">
                  <a16:creationId xmlns:a16="http://schemas.microsoft.com/office/drawing/2014/main" id="{D5657C08-7873-CA19-1662-9CA71B741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71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27" name="Rectangle 21">
              <a:extLst>
                <a:ext uri="{FF2B5EF4-FFF2-40B4-BE49-F238E27FC236}">
                  <a16:creationId xmlns:a16="http://schemas.microsoft.com/office/drawing/2014/main" id="{9475AD8C-A654-B99E-971C-0B130A501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453"/>
              <a:ext cx="91" cy="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28" name="Rectangle 22">
              <a:extLst>
                <a:ext uri="{FF2B5EF4-FFF2-40B4-BE49-F238E27FC236}">
                  <a16:creationId xmlns:a16="http://schemas.microsoft.com/office/drawing/2014/main" id="{9CDDDD36-883E-44C3-1C86-7938A07F9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88"/>
              <a:ext cx="91" cy="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9973" name="Group 37">
            <a:extLst>
              <a:ext uri="{FF2B5EF4-FFF2-40B4-BE49-F238E27FC236}">
                <a16:creationId xmlns:a16="http://schemas.microsoft.com/office/drawing/2014/main" id="{BADD6EE4-1FC9-3B3F-D327-97A6DD64EEE6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357688"/>
            <a:ext cx="4800600" cy="461962"/>
            <a:chOff x="624" y="3120"/>
            <a:chExt cx="3024" cy="291"/>
          </a:xfrm>
        </p:grpSpPr>
        <p:sp>
          <p:nvSpPr>
            <p:cNvPr id="34823" name="Text Box 24">
              <a:extLst>
                <a:ext uri="{FF2B5EF4-FFF2-40B4-BE49-F238E27FC236}">
                  <a16:creationId xmlns:a16="http://schemas.microsoft.com/office/drawing/2014/main" id="{E362FDB1-C65C-7309-ACD9-BC9D44E229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120"/>
              <a:ext cx="30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tx2"/>
                  </a:solidFill>
                </a:rPr>
                <a:t>Note: </a:t>
              </a:r>
              <a:r>
                <a:rPr lang="zh-CN" altLang="en-US" sz="2400" b="1">
                  <a:solidFill>
                    <a:schemeClr val="tx2"/>
                  </a:solidFill>
                </a:rPr>
                <a:t>代表相同</a:t>
              </a:r>
              <a:r>
                <a:rPr lang="en-US" altLang="zh-CN" sz="2400" b="1">
                  <a:solidFill>
                    <a:schemeClr val="tx2"/>
                  </a:solidFill>
                </a:rPr>
                <a:t>'s </a:t>
              </a:r>
              <a:r>
                <a:rPr lang="zh-CN" altLang="en-US" sz="2400" b="1">
                  <a:solidFill>
                    <a:schemeClr val="tx2"/>
                  </a:solidFill>
                </a:rPr>
                <a:t>表达 </a:t>
              </a:r>
              <a:r>
                <a:rPr lang="en-US" altLang="zh-CN" sz="2400" b="1">
                  <a:solidFill>
                    <a:schemeClr val="tx2"/>
                  </a:solidFill>
                </a:rPr>
                <a:t>formula</a:t>
              </a:r>
              <a:endParaRPr lang="zh-CN" altLang="en-US" sz="2400"/>
            </a:p>
          </p:txBody>
        </p:sp>
        <p:sp>
          <p:nvSpPr>
            <p:cNvPr id="34824" name="Rectangle 25">
              <a:extLst>
                <a:ext uri="{FF2B5EF4-FFF2-40B4-BE49-F238E27FC236}">
                  <a16:creationId xmlns:a16="http://schemas.microsoft.com/office/drawing/2014/main" id="{876EFA41-119F-CF14-1177-AC8B3F47C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180"/>
              <a:ext cx="144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E2AB1A6-A28F-21E2-1AF2-591935A96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2667000" cy="609600"/>
          </a:xfrm>
          <a:solidFill>
            <a:schemeClr val="bg1"/>
          </a:solidFill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Think and Exercise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1F09ADFC-AD10-CC3F-4A69-B89D4E4C7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77913"/>
            <a:ext cx="3276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fill-in-the-blank ( 1</a:t>
            </a:r>
            <a:r>
              <a:rPr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～</a:t>
            </a: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4 )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38916" name="Object 4">
            <a:extLst>
              <a:ext uri="{FF2B5EF4-FFF2-40B4-BE49-F238E27FC236}">
                <a16:creationId xmlns:a16="http://schemas.microsoft.com/office/drawing/2014/main" id="{23FB7BC6-CC78-099E-E886-3E68426922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575" y="1681163"/>
          <a:ext cx="33893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1681163"/>
                        <a:ext cx="33893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>
            <a:extLst>
              <a:ext uri="{FF2B5EF4-FFF2-40B4-BE49-F238E27FC236}">
                <a16:creationId xmlns:a16="http://schemas.microsoft.com/office/drawing/2014/main" id="{B57510D3-B1EB-0FC9-6E24-9CE21A4436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6350" y="1681163"/>
          <a:ext cx="34655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0" y="1681163"/>
                        <a:ext cx="34655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>
            <a:extLst>
              <a:ext uri="{FF2B5EF4-FFF2-40B4-BE49-F238E27FC236}">
                <a16:creationId xmlns:a16="http://schemas.microsoft.com/office/drawing/2014/main" id="{8614B7DF-EADF-1C0E-1371-DAD0A2775C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" y="2654300"/>
          <a:ext cx="34401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2654300"/>
                        <a:ext cx="34401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2" name="Object 10">
            <a:extLst>
              <a:ext uri="{FF2B5EF4-FFF2-40B4-BE49-F238E27FC236}">
                <a16:creationId xmlns:a16="http://schemas.microsoft.com/office/drawing/2014/main" id="{C2103A84-CCB1-9EBB-CC6F-AE68D498E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1900" y="2654300"/>
          <a:ext cx="35671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2654300"/>
                        <a:ext cx="35671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5" name="Object 23">
            <a:extLst>
              <a:ext uri="{FF2B5EF4-FFF2-40B4-BE49-F238E27FC236}">
                <a16:creationId xmlns:a16="http://schemas.microsoft.com/office/drawing/2014/main" id="{24BEAA87-7B61-B634-148A-593092FB8E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1751013"/>
          <a:ext cx="3794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751013"/>
                        <a:ext cx="3794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6" name="Object 24">
            <a:extLst>
              <a:ext uri="{FF2B5EF4-FFF2-40B4-BE49-F238E27FC236}">
                <a16:creationId xmlns:a16="http://schemas.microsoft.com/office/drawing/2014/main" id="{34CA76F6-2917-6F13-D54F-D8E9D8868F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1792288"/>
          <a:ext cx="2651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792288"/>
                        <a:ext cx="26511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7" name="Object 25">
            <a:extLst>
              <a:ext uri="{FF2B5EF4-FFF2-40B4-BE49-F238E27FC236}">
                <a16:creationId xmlns:a16="http://schemas.microsoft.com/office/drawing/2014/main" id="{897EAACD-C955-5583-8480-3494116469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5788" y="2741613"/>
          <a:ext cx="3794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2741613"/>
                        <a:ext cx="3794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8" name="Object 26">
            <a:extLst>
              <a:ext uri="{FF2B5EF4-FFF2-40B4-BE49-F238E27FC236}">
                <a16:creationId xmlns:a16="http://schemas.microsoft.com/office/drawing/2014/main" id="{BB73114A-79C8-7C0F-DBFF-6E756C5320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2549525"/>
          <a:ext cx="685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549525"/>
                        <a:ext cx="685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3" name="Text Box 41">
            <a:extLst>
              <a:ext uri="{FF2B5EF4-FFF2-40B4-BE49-F238E27FC236}">
                <a16:creationId xmlns:a16="http://schemas.microsoft.com/office/drawing/2014/main" id="{B64EB200-988F-A9F2-4BFF-C129BC3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5" y="3860800"/>
            <a:ext cx="6553200" cy="280076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3200" b="1">
                <a:solidFill>
                  <a:srgbClr val="FF0000"/>
                </a:solidFill>
              </a:rPr>
              <a:t>Homework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zh-CN" sz="3200" b="1">
                <a:solidFill>
                  <a:srgbClr val="FF0000"/>
                </a:solidFill>
              </a:rPr>
              <a:t>P52 1 (2), (4), (6) ;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zh-CN" sz="3200" b="1">
                <a:solidFill>
                  <a:srgbClr val="FF0000"/>
                </a:solidFill>
              </a:rPr>
              <a:t> 2 (2), (4) ;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zh-CN" sz="3200" b="1">
                <a:solidFill>
                  <a:srgbClr val="FF0000"/>
                </a:solidFill>
              </a:rPr>
              <a:t> 4 (2) , (3)</a:t>
            </a:r>
            <a:endParaRPr lang="en-US" altLang="zh-CN" sz="3200">
              <a:ea typeface="仿宋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/>
      <p:bldP spid="38953" grpId="0" animBg="1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2663</TotalTime>
  <Words>529</Words>
  <Application>Microsoft Office PowerPoint</Application>
  <PresentationFormat>全屏显示(4:3)</PresentationFormat>
  <Paragraphs>144</Paragraphs>
  <Slides>20</Slides>
  <Notes>2</Notes>
  <HiddenSlides>0</HiddenSlides>
  <MMClips>0</MMClips>
  <ScaleCrop>false</ScaleCrop>
  <HeadingPairs>
    <vt:vector size="10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20</vt:i4>
      </vt:variant>
      <vt:variant>
        <vt:lpstr>自定义放映</vt:lpstr>
      </vt:variant>
      <vt:variant>
        <vt:i4>1</vt:i4>
      </vt:variant>
    </vt:vector>
  </HeadingPairs>
  <TitlesOfParts>
    <vt:vector size="35" baseType="lpstr">
      <vt:lpstr>等线</vt:lpstr>
      <vt:lpstr>Arial</vt:lpstr>
      <vt:lpstr>DengXian Light</vt:lpstr>
      <vt:lpstr>Times New Roman</vt:lpstr>
      <vt:lpstr>SimSun</vt:lpstr>
      <vt:lpstr>华文行楷</vt:lpstr>
      <vt:lpstr>Calibri</vt:lpstr>
      <vt:lpstr>楷体_GB2312</vt:lpstr>
      <vt:lpstr>Symbol</vt:lpstr>
      <vt:lpstr>仿宋_GB2312</vt:lpstr>
      <vt:lpstr>Office 主题​​</vt:lpstr>
      <vt:lpstr>Microsoft 公式 3.0</vt:lpstr>
      <vt:lpstr>Microsoft Equation 3.0</vt:lpstr>
      <vt:lpstr>BMP 图象</vt:lpstr>
      <vt:lpstr>PowerPoint 演示文稿</vt:lpstr>
      <vt:lpstr>I. functionlimit and sequencelimit's relation and squeezecriterion</vt:lpstr>
      <vt:lpstr>Theorem1.</vt:lpstr>
      <vt:lpstr>Theorem1.</vt:lpstr>
      <vt:lpstr>Example1. Proof</vt:lpstr>
      <vt:lpstr>2. sequencelimitexistence's squeezecriterion</vt:lpstr>
      <vt:lpstr>3. functionlimitexistence's squeezecriterion</vt:lpstr>
      <vt:lpstr>II. Two Important Limits</vt:lpstr>
      <vt:lpstr>Note</vt:lpstr>
      <vt:lpstr>Example2. find</vt:lpstr>
      <vt:lpstr>Example4. find</vt:lpstr>
      <vt:lpstr>monotone boundedsequence must has limit ( criterion2 ) (p48)</vt:lpstr>
      <vt:lpstr>2.</vt:lpstr>
      <vt:lpstr>PowerPoint 演示文稿</vt:lpstr>
      <vt:lpstr>Example6. find</vt:lpstr>
      <vt:lpstr>Example7. find</vt:lpstr>
      <vt:lpstr>*CauchyExistence Criteria and Two Important Limits(Cauchyconverge原理) (P51)</vt:lpstr>
      <vt:lpstr>Summary</vt:lpstr>
      <vt:lpstr>2. Two Important Limits</vt:lpstr>
      <vt:lpstr>Think and Exercise</vt:lpstr>
      <vt:lpstr>注</vt:lpstr>
    </vt:vector>
  </TitlesOfParts>
  <Company>CUMT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第五节  两个重要极限及无穷小的比较</dc:title>
  <dc:creator>MATH</dc:creator>
  <cp:lastModifiedBy>Rui Li</cp:lastModifiedBy>
  <cp:revision>105</cp:revision>
  <dcterms:created xsi:type="dcterms:W3CDTF">1999-07-29T02:26:14Z</dcterms:created>
  <dcterms:modified xsi:type="dcterms:W3CDTF">2026-09-02T05:32:07Z</dcterms:modified>
</cp:coreProperties>
</file>