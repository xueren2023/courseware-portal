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92" r:id="rId2"/>
    <p:sldId id="261" r:id="rId3"/>
    <p:sldId id="262" r:id="rId4"/>
    <p:sldId id="263" r:id="rId5"/>
    <p:sldId id="289" r:id="rId6"/>
    <p:sldId id="264" r:id="rId7"/>
    <p:sldId id="273" r:id="rId8"/>
    <p:sldId id="290" r:id="rId9"/>
    <p:sldId id="275" r:id="rId10"/>
    <p:sldId id="277" r:id="rId11"/>
    <p:sldId id="279" r:id="rId1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8">
          <p15:clr>
            <a:srgbClr val="A4A3A4"/>
          </p15:clr>
        </p15:guide>
        <p15:guide id="2" pos="3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31" autoAdjust="0"/>
    <p:restoredTop sz="89840" autoAdjust="0"/>
  </p:normalViewPr>
  <p:slideViewPr>
    <p:cSldViewPr>
      <p:cViewPr varScale="1">
        <p:scale>
          <a:sx n="85" d="100"/>
          <a:sy n="85" d="100"/>
        </p:scale>
        <p:origin x="1512" y="176"/>
      </p:cViewPr>
      <p:guideLst>
        <p:guide orient="horz" pos="3408"/>
        <p:guide pos="3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2E4688-C95C-0992-A7AE-4F20DF2D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81DC-AA92-4346-88DE-7A69F2B24568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938ED1-9A45-F4F1-C66F-969F1A5F9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A83618-630F-6D09-DA56-67FEFDB4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C499F9-80C2-4E2F-AFF4-89E2761045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715287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767D1F-5C8D-84EA-9701-B4AF2AB62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56F1C-E569-412D-9001-5D194E20D6EB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CE264E-63E1-7D5A-D98E-6959BF37F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C56F17-80E8-C3B2-C84B-891D2A83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9156C-FFFC-4DD5-AE46-EA59F762758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255650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AFB827-173B-77B1-634D-9B93D062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70AD3-27A8-428C-8946-59378EEF5632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D2D510-6934-F5E8-431E-524ABC368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642D2A-D36C-6D15-A689-C1005C65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122D0-9380-4F93-B743-DF08677CDBD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810385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35D1B166-DCB3-5B3A-BAEA-EBF8278C0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D08053-E2E3-43F4-9590-42981C04E68D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A1A2296-951D-C7D1-D104-1C9C9AA5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5505486-343F-4CFE-C270-B336E293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884FBC-7A03-48A6-A3B2-356FFEA60D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819561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C0CDCB4-E776-425E-8A0C-774B618D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976B8-1A99-4C1A-A1B6-54E4896A6D8D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53C4CA3F-2C5D-1F20-0A1B-4F78D3AB5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2902B4F-0F48-6593-88C3-C563E310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DFE7E-17BB-4239-8CD2-396E13C0E4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761572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33D7C963-8B5A-EE86-9D5D-5F1533C17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D8FFC3-CE3E-4D15-901B-8E4776810FC5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AAB91D0-3C47-96C8-84FD-9D7337DF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F39ECA7D-C471-91A3-8AF4-6B7CE327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94D1B-C181-4EF5-890C-66035689C3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578516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8361485-D164-3C4D-0D58-9291A5C0F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0E327-BA9F-4B38-A11A-062EA5F77EC0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C8EDDAB9-BCE1-BC85-8FBD-0FCB75AF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01CCFA1-8888-1C93-C445-55AD2C31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3CA24-C2A2-4BCB-9C3F-CC8ABF95767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995874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2DF780B-9A58-CDD6-E304-80C894B4D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CF584-9C82-42FD-A293-CD8671F8B4E0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54C0ACE-0BB4-9D1F-8572-36FB37EA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1B1A09B-73C7-FA85-8CE0-0422D6AC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504CB-6160-403F-9C60-527DC2BAD3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705817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81081AE-D70C-EDC4-9BBB-ECAB60988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5C272-5A6F-4501-B1ED-1904EC6796BC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B9EEF53-9F23-3D34-B851-42E93DCA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28913C8-8C7D-FEF8-C1BF-35229E21E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29A2F-0E04-4153-923B-BCDB33C537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366514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2B81F-A176-D314-1168-556DB553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098D1-F1A7-421A-9743-712ED15427D2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9E12A6-7AC5-2402-5D70-068783BC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78F49-409D-EDFA-E676-8DC3639A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BC50E-9ACE-43F3-B219-A4CB9021A8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878135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A3B44F-542D-907D-F693-227F7853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E6375-3502-4F81-85EE-F772774D32F0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38B57B-63B8-A5FB-80AC-3937FFF85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38114E-99BE-012E-8648-4BE3F559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A453B-DA36-4439-95F2-74762E3647D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018122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E6FEC8AA-16D8-C032-7227-32F30F40FF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DAF6F6B2-021F-C250-9E62-F6A626AC84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CE8FB9-789D-00A0-CF15-DF7EB6E22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1"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A384431-E0AD-45E0-98D8-7254699B5F39}" type="datetimeFigureOut">
              <a:rPr lang="zh-CN" altLang="en-US"/>
              <a:pPr>
                <a:defRPr/>
              </a:pPr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532BA-A03F-2DEA-5534-75A95ACD6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1"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073E20-EBE9-FA81-4F9A-4014FA0FA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kumimoji="1"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AFE2395-D19F-473F-92F6-A4508B7501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wipe dir="r"/>
  </p:transition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DengXian Light" panose="02010600030101010101" pitchFamily="2" charset="-122"/>
          <a:ea typeface="DengXian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2.emf"/><Relationship Id="rId18" Type="http://schemas.openxmlformats.org/officeDocument/2006/relationships/oleObject" Target="../embeddings/oleObject14.bin"/><Relationship Id="rId26" Type="http://schemas.openxmlformats.org/officeDocument/2006/relationships/oleObject" Target="../embeddings/oleObject18.bin"/><Relationship Id="rId3" Type="http://schemas.openxmlformats.org/officeDocument/2006/relationships/image" Target="../media/image7.emf"/><Relationship Id="rId21" Type="http://schemas.openxmlformats.org/officeDocument/2006/relationships/image" Target="../media/image16.emf"/><Relationship Id="rId7" Type="http://schemas.openxmlformats.org/officeDocument/2006/relationships/image" Target="../media/image9.emf"/><Relationship Id="rId12" Type="http://schemas.openxmlformats.org/officeDocument/2006/relationships/oleObject" Target="../embeddings/oleObject11.bin"/><Relationship Id="rId17" Type="http://schemas.openxmlformats.org/officeDocument/2006/relationships/image" Target="../media/image14.emf"/><Relationship Id="rId25" Type="http://schemas.openxmlformats.org/officeDocument/2006/relationships/image" Target="../media/image18.emf"/><Relationship Id="rId2" Type="http://schemas.openxmlformats.org/officeDocument/2006/relationships/oleObject" Target="../embeddings/oleObject6.bin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5.bin"/><Relationship Id="rId29" Type="http://schemas.openxmlformats.org/officeDocument/2006/relationships/image" Target="../media/image20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1.emf"/><Relationship Id="rId24" Type="http://schemas.openxmlformats.org/officeDocument/2006/relationships/oleObject" Target="../embeddings/oleObject17.bin"/><Relationship Id="rId5" Type="http://schemas.openxmlformats.org/officeDocument/2006/relationships/image" Target="../media/image8.emf"/><Relationship Id="rId15" Type="http://schemas.openxmlformats.org/officeDocument/2006/relationships/image" Target="../media/image13.emf"/><Relationship Id="rId23" Type="http://schemas.openxmlformats.org/officeDocument/2006/relationships/image" Target="../media/image17.emf"/><Relationship Id="rId28" Type="http://schemas.openxmlformats.org/officeDocument/2006/relationships/oleObject" Target="../embeddings/oleObject19.bin"/><Relationship Id="rId10" Type="http://schemas.openxmlformats.org/officeDocument/2006/relationships/oleObject" Target="../embeddings/oleObject10.bin"/><Relationship Id="rId19" Type="http://schemas.openxmlformats.org/officeDocument/2006/relationships/image" Target="../media/image15.emf"/><Relationship Id="rId31" Type="http://schemas.openxmlformats.org/officeDocument/2006/relationships/image" Target="../media/image21.e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12.bin"/><Relationship Id="rId22" Type="http://schemas.openxmlformats.org/officeDocument/2006/relationships/oleObject" Target="../embeddings/oleObject16.bin"/><Relationship Id="rId27" Type="http://schemas.openxmlformats.org/officeDocument/2006/relationships/image" Target="../media/image19.emf"/><Relationship Id="rId30" Type="http://schemas.openxmlformats.org/officeDocument/2006/relationships/oleObject" Target="../embeddings/oleObject2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oleObject" Target="../embeddings/oleObject27.bin"/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12" Type="http://schemas.openxmlformats.org/officeDocument/2006/relationships/image" Target="../media/image26.emf"/><Relationship Id="rId17" Type="http://schemas.openxmlformats.org/officeDocument/2006/relationships/image" Target="../media/image29.emf"/><Relationship Id="rId2" Type="http://schemas.openxmlformats.org/officeDocument/2006/relationships/oleObject" Target="../embeddings/oleObject21.bin"/><Relationship Id="rId16" Type="http://schemas.openxmlformats.org/officeDocument/2006/relationships/image" Target="../media/image28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3.bin"/><Relationship Id="rId11" Type="http://schemas.openxmlformats.org/officeDocument/2006/relationships/oleObject" Target="../embeddings/oleObject26.bin"/><Relationship Id="rId5" Type="http://schemas.openxmlformats.org/officeDocument/2006/relationships/image" Target="../media/image23.emf"/><Relationship Id="rId15" Type="http://schemas.openxmlformats.org/officeDocument/2006/relationships/oleObject" Target="../embeddings/oleObject28.bin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5.emf"/><Relationship Id="rId14" Type="http://schemas.openxmlformats.org/officeDocument/2006/relationships/image" Target="../media/image2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35.emf"/><Relationship Id="rId18" Type="http://schemas.openxmlformats.org/officeDocument/2006/relationships/oleObject" Target="../embeddings/oleObject37.bin"/><Relationship Id="rId3" Type="http://schemas.openxmlformats.org/officeDocument/2006/relationships/image" Target="../media/image30.emf"/><Relationship Id="rId21" Type="http://schemas.openxmlformats.org/officeDocument/2006/relationships/image" Target="../media/image39.emf"/><Relationship Id="rId7" Type="http://schemas.openxmlformats.org/officeDocument/2006/relationships/image" Target="../media/image32.e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37.e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34.emf"/><Relationship Id="rId24" Type="http://schemas.openxmlformats.org/officeDocument/2006/relationships/image" Target="../media/image40.emf"/><Relationship Id="rId5" Type="http://schemas.openxmlformats.org/officeDocument/2006/relationships/image" Target="../media/image31.emf"/><Relationship Id="rId15" Type="http://schemas.openxmlformats.org/officeDocument/2006/relationships/image" Target="../media/image36.emf"/><Relationship Id="rId23" Type="http://schemas.openxmlformats.org/officeDocument/2006/relationships/oleObject" Target="../embeddings/oleObject40.bin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38.e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3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46.emf"/><Relationship Id="rId3" Type="http://schemas.openxmlformats.org/officeDocument/2006/relationships/image" Target="../media/image41.emf"/><Relationship Id="rId7" Type="http://schemas.openxmlformats.org/officeDocument/2006/relationships/image" Target="../media/image43.emf"/><Relationship Id="rId12" Type="http://schemas.openxmlformats.org/officeDocument/2006/relationships/oleObject" Target="../embeddings/oleObject46.bin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5.emf"/><Relationship Id="rId5" Type="http://schemas.openxmlformats.org/officeDocument/2006/relationships/image" Target="../media/image42.e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44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52.emf"/><Relationship Id="rId18" Type="http://schemas.openxmlformats.org/officeDocument/2006/relationships/oleObject" Target="../embeddings/oleObject55.bin"/><Relationship Id="rId26" Type="http://schemas.openxmlformats.org/officeDocument/2006/relationships/oleObject" Target="../embeddings/oleObject59.bin"/><Relationship Id="rId3" Type="http://schemas.openxmlformats.org/officeDocument/2006/relationships/image" Target="../media/image47.emf"/><Relationship Id="rId21" Type="http://schemas.openxmlformats.org/officeDocument/2006/relationships/image" Target="../media/image56.emf"/><Relationship Id="rId7" Type="http://schemas.openxmlformats.org/officeDocument/2006/relationships/image" Target="../media/image49.e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54.emf"/><Relationship Id="rId25" Type="http://schemas.openxmlformats.org/officeDocument/2006/relationships/image" Target="../media/image58.emf"/><Relationship Id="rId2" Type="http://schemas.openxmlformats.org/officeDocument/2006/relationships/oleObject" Target="../embeddings/oleObject47.bin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6.bin"/><Relationship Id="rId29" Type="http://schemas.openxmlformats.org/officeDocument/2006/relationships/image" Target="../media/image60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1.emf"/><Relationship Id="rId24" Type="http://schemas.openxmlformats.org/officeDocument/2006/relationships/oleObject" Target="../embeddings/oleObject58.bin"/><Relationship Id="rId5" Type="http://schemas.openxmlformats.org/officeDocument/2006/relationships/image" Target="../media/image48.emf"/><Relationship Id="rId15" Type="http://schemas.openxmlformats.org/officeDocument/2006/relationships/image" Target="../media/image53.emf"/><Relationship Id="rId23" Type="http://schemas.openxmlformats.org/officeDocument/2006/relationships/image" Target="../media/image57.emf"/><Relationship Id="rId28" Type="http://schemas.openxmlformats.org/officeDocument/2006/relationships/oleObject" Target="../embeddings/oleObject60.bin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55.e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50.emf"/><Relationship Id="rId14" Type="http://schemas.openxmlformats.org/officeDocument/2006/relationships/oleObject" Target="../embeddings/oleObject53.bin"/><Relationship Id="rId22" Type="http://schemas.openxmlformats.org/officeDocument/2006/relationships/oleObject" Target="../embeddings/oleObject57.bin"/><Relationship Id="rId27" Type="http://schemas.openxmlformats.org/officeDocument/2006/relationships/image" Target="../media/image59.emf"/><Relationship Id="rId30" Type="http://schemas.openxmlformats.org/officeDocument/2006/relationships/oleObject" Target="../embeddings/oleObject6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66.emf"/><Relationship Id="rId18" Type="http://schemas.openxmlformats.org/officeDocument/2006/relationships/oleObject" Target="../embeddings/oleObject70.bin"/><Relationship Id="rId26" Type="http://schemas.openxmlformats.org/officeDocument/2006/relationships/oleObject" Target="../embeddings/oleObject74.bin"/><Relationship Id="rId3" Type="http://schemas.openxmlformats.org/officeDocument/2006/relationships/image" Target="../media/image61.emf"/><Relationship Id="rId21" Type="http://schemas.openxmlformats.org/officeDocument/2006/relationships/image" Target="../media/image70.emf"/><Relationship Id="rId7" Type="http://schemas.openxmlformats.org/officeDocument/2006/relationships/image" Target="../media/image63.e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68.emf"/><Relationship Id="rId25" Type="http://schemas.openxmlformats.org/officeDocument/2006/relationships/image" Target="../media/image72.emf"/><Relationship Id="rId2" Type="http://schemas.openxmlformats.org/officeDocument/2006/relationships/oleObject" Target="../embeddings/oleObject62.bin"/><Relationship Id="rId16" Type="http://schemas.openxmlformats.org/officeDocument/2006/relationships/oleObject" Target="../embeddings/oleObject69.bin"/><Relationship Id="rId20" Type="http://schemas.openxmlformats.org/officeDocument/2006/relationships/oleObject" Target="../embeddings/oleObject71.bin"/><Relationship Id="rId29" Type="http://schemas.openxmlformats.org/officeDocument/2006/relationships/image" Target="../media/image74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65.emf"/><Relationship Id="rId24" Type="http://schemas.openxmlformats.org/officeDocument/2006/relationships/oleObject" Target="../embeddings/oleObject73.bin"/><Relationship Id="rId5" Type="http://schemas.openxmlformats.org/officeDocument/2006/relationships/image" Target="../media/image62.emf"/><Relationship Id="rId15" Type="http://schemas.openxmlformats.org/officeDocument/2006/relationships/image" Target="../media/image67.emf"/><Relationship Id="rId23" Type="http://schemas.openxmlformats.org/officeDocument/2006/relationships/image" Target="../media/image71.emf"/><Relationship Id="rId28" Type="http://schemas.openxmlformats.org/officeDocument/2006/relationships/oleObject" Target="../embeddings/oleObject75.bin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69.e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64.emf"/><Relationship Id="rId14" Type="http://schemas.openxmlformats.org/officeDocument/2006/relationships/oleObject" Target="../embeddings/oleObject68.bin"/><Relationship Id="rId22" Type="http://schemas.openxmlformats.org/officeDocument/2006/relationships/oleObject" Target="../embeddings/oleObject72.bin"/><Relationship Id="rId27" Type="http://schemas.openxmlformats.org/officeDocument/2006/relationships/image" Target="../media/image73.e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emf"/><Relationship Id="rId18" Type="http://schemas.openxmlformats.org/officeDocument/2006/relationships/oleObject" Target="../embeddings/oleObject84.bin"/><Relationship Id="rId26" Type="http://schemas.openxmlformats.org/officeDocument/2006/relationships/oleObject" Target="../embeddings/oleObject88.bin"/><Relationship Id="rId21" Type="http://schemas.openxmlformats.org/officeDocument/2006/relationships/image" Target="../media/image84.emf"/><Relationship Id="rId34" Type="http://schemas.openxmlformats.org/officeDocument/2006/relationships/image" Target="../media/image91.emf"/><Relationship Id="rId7" Type="http://schemas.openxmlformats.org/officeDocument/2006/relationships/image" Target="../media/image77.e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82.emf"/><Relationship Id="rId25" Type="http://schemas.openxmlformats.org/officeDocument/2006/relationships/image" Target="../media/image86.emf"/><Relationship Id="rId33" Type="http://schemas.openxmlformats.org/officeDocument/2006/relationships/oleObject" Target="../embeddings/oleObject91.bin"/><Relationship Id="rId2" Type="http://schemas.openxmlformats.org/officeDocument/2006/relationships/oleObject" Target="../embeddings/oleObject76.bin"/><Relationship Id="rId16" Type="http://schemas.openxmlformats.org/officeDocument/2006/relationships/oleObject" Target="../embeddings/oleObject83.bin"/><Relationship Id="rId20" Type="http://schemas.openxmlformats.org/officeDocument/2006/relationships/oleObject" Target="../embeddings/oleObject85.bin"/><Relationship Id="rId29" Type="http://schemas.openxmlformats.org/officeDocument/2006/relationships/image" Target="../media/image88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79.emf"/><Relationship Id="rId24" Type="http://schemas.openxmlformats.org/officeDocument/2006/relationships/oleObject" Target="../embeddings/oleObject87.bin"/><Relationship Id="rId32" Type="http://schemas.openxmlformats.org/officeDocument/2006/relationships/image" Target="../media/image90.emf"/><Relationship Id="rId37" Type="http://schemas.openxmlformats.org/officeDocument/2006/relationships/image" Target="../media/image93.png"/><Relationship Id="rId5" Type="http://schemas.openxmlformats.org/officeDocument/2006/relationships/image" Target="../media/image76.emf"/><Relationship Id="rId15" Type="http://schemas.openxmlformats.org/officeDocument/2006/relationships/image" Target="../media/image81.emf"/><Relationship Id="rId23" Type="http://schemas.openxmlformats.org/officeDocument/2006/relationships/image" Target="../media/image85.emf"/><Relationship Id="rId28" Type="http://schemas.openxmlformats.org/officeDocument/2006/relationships/oleObject" Target="../embeddings/oleObject89.bin"/><Relationship Id="rId36" Type="http://schemas.openxmlformats.org/officeDocument/2006/relationships/image" Target="../media/image92.emf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83.emf"/><Relationship Id="rId31" Type="http://schemas.openxmlformats.org/officeDocument/2006/relationships/oleObject" Target="../embeddings/oleObject90.bin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8.emf"/><Relationship Id="rId14" Type="http://schemas.openxmlformats.org/officeDocument/2006/relationships/oleObject" Target="../embeddings/oleObject82.bin"/><Relationship Id="rId22" Type="http://schemas.openxmlformats.org/officeDocument/2006/relationships/oleObject" Target="../embeddings/oleObject86.bin"/><Relationship Id="rId27" Type="http://schemas.openxmlformats.org/officeDocument/2006/relationships/image" Target="../media/image87.emf"/><Relationship Id="rId30" Type="http://schemas.openxmlformats.org/officeDocument/2006/relationships/image" Target="../media/image89.png"/><Relationship Id="rId35" Type="http://schemas.openxmlformats.org/officeDocument/2006/relationships/oleObject" Target="../embeddings/oleObject92.bin"/><Relationship Id="rId8" Type="http://schemas.openxmlformats.org/officeDocument/2006/relationships/oleObject" Target="../embeddings/oleObject79.bin"/><Relationship Id="rId3" Type="http://schemas.openxmlformats.org/officeDocument/2006/relationships/image" Target="../media/image75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oleObject" Target="../embeddings/oleObject97.bin"/><Relationship Id="rId3" Type="http://schemas.openxmlformats.org/officeDocument/2006/relationships/image" Target="../media/image94.emf"/><Relationship Id="rId7" Type="http://schemas.openxmlformats.org/officeDocument/2006/relationships/image" Target="../media/image96.emf"/><Relationship Id="rId12" Type="http://schemas.openxmlformats.org/officeDocument/2006/relationships/image" Target="../media/image100.png"/><Relationship Id="rId2" Type="http://schemas.openxmlformats.org/officeDocument/2006/relationships/oleObject" Target="../embeddings/oleObject9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99.emf"/><Relationship Id="rId5" Type="http://schemas.openxmlformats.org/officeDocument/2006/relationships/image" Target="../media/image95.emf"/><Relationship Id="rId15" Type="http://schemas.openxmlformats.org/officeDocument/2006/relationships/image" Target="../media/image102.png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98.png"/><Relationship Id="rId14" Type="http://schemas.openxmlformats.org/officeDocument/2006/relationships/image" Target="../media/image10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矩形 2">
            <a:extLst>
              <a:ext uri="{FF2B5EF4-FFF2-40B4-BE49-F238E27FC236}">
                <a16:creationId xmlns:a16="http://schemas.microsoft.com/office/drawing/2014/main" id="{52F26AB2-D41F-3BC2-AC67-BFF8C1349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3" y="390525"/>
            <a:ext cx="25908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6000">
                <a:latin typeface="华文行楷" panose="02010800040101010101" pitchFamily="2" charset="-122"/>
                <a:ea typeface="华文行楷" panose="02010800040101010101" pitchFamily="2" charset="-122"/>
              </a:rPr>
              <a:t>Section 9</a:t>
            </a:r>
            <a:endParaRPr lang="zh-CN" altLang="en-US" sz="6000">
              <a:latin typeface="Calibri" panose="020F0502020204030204" pitchFamily="34" charset="0"/>
            </a:endParaRPr>
          </a:p>
        </p:txBody>
      </p:sp>
      <p:sp>
        <p:nvSpPr>
          <p:cNvPr id="13314" name="矩形 3">
            <a:extLst>
              <a:ext uri="{FF2B5EF4-FFF2-40B4-BE49-F238E27FC236}">
                <a16:creationId xmlns:a16="http://schemas.microsoft.com/office/drawing/2014/main" id="{2CCA4593-5C03-D86B-C7A1-8FC9BEADB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788" y="1528763"/>
            <a:ext cx="60706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zh-CN" sz="5400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continuousfunction's operation and elementary function's continuity</a:t>
            </a:r>
            <a:endParaRPr lang="zh-CN" altLang="en-US" sz="5400">
              <a:solidFill>
                <a:schemeClr val="tx2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3315" name="矩形 4">
            <a:extLst>
              <a:ext uri="{FF2B5EF4-FFF2-40B4-BE49-F238E27FC236}">
                <a16:creationId xmlns:a16="http://schemas.microsoft.com/office/drawing/2014/main" id="{79988C0B-EC6D-BCFF-BCE0-633417D64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4938" y="2139950"/>
            <a:ext cx="238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3316" name="矩形 5">
            <a:extLst>
              <a:ext uri="{FF2B5EF4-FFF2-40B4-BE49-F238E27FC236}">
                <a16:creationId xmlns:a16="http://schemas.microsoft.com/office/drawing/2014/main" id="{828264CF-EE17-26EF-9ED8-5A097FEC1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0813" y="2973388"/>
            <a:ext cx="23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13317" name="矩形 6">
            <a:extLst>
              <a:ext uri="{FF2B5EF4-FFF2-40B4-BE49-F238E27FC236}">
                <a16:creationId xmlns:a16="http://schemas.microsoft.com/office/drawing/2014/main" id="{1803633B-0B4D-7A54-F6F9-04A7382D9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0694" y="390525"/>
            <a:ext cx="11012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Calibri" panose="020F0502020204030204" pitchFamily="34" charset="0"/>
              </a:rPr>
              <a:t>Chapter 1</a:t>
            </a:r>
            <a:endParaRPr lang="zh-CN" altLang="en-US" sz="180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pic>
        <p:nvPicPr>
          <p:cNvPr id="13318" name="图片 7" descr="卡通人物&#10;&#10;描述已自动生成">
            <a:extLst>
              <a:ext uri="{FF2B5EF4-FFF2-40B4-BE49-F238E27FC236}">
                <a16:creationId xmlns:a16="http://schemas.microsoft.com/office/drawing/2014/main" id="{18096E5F-9D70-7FAA-63C2-AC3E62A7B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4700588"/>
            <a:ext cx="194310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矩形 8">
            <a:extLst>
              <a:ext uri="{FF2B5EF4-FFF2-40B4-BE49-F238E27FC236}">
                <a16:creationId xmlns:a16="http://schemas.microsoft.com/office/drawing/2014/main" id="{7CC136FD-D54D-D8AC-878F-918D12FFF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9850" y="3562350"/>
            <a:ext cx="503237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GB" altLang="zh-CN" sz="3200"/>
              <a:t>I. continuousfunction's operation</a:t>
            </a:r>
            <a:r>
              <a:rPr lang="zh-CN" altLang="en-GB" sz="3200"/>
              <a:t>法</a:t>
            </a:r>
            <a:r>
              <a:rPr lang="en-GB" altLang="zh-CN" sz="3200"/>
              <a:t>then</a:t>
            </a:r>
            <a:endParaRPr lang="zh-CN" altLang="en-US" sz="3200"/>
          </a:p>
        </p:txBody>
      </p:sp>
      <p:sp>
        <p:nvSpPr>
          <p:cNvPr id="13320" name="矩形 9">
            <a:extLst>
              <a:ext uri="{FF2B5EF4-FFF2-40B4-BE49-F238E27FC236}">
                <a16:creationId xmlns:a16="http://schemas.microsoft.com/office/drawing/2014/main" id="{82EFB41A-3015-1C47-AAD0-8931E99E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614863"/>
            <a:ext cx="621035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5143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0002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4574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371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3200"/>
              <a:t>II. elementary function's continuity</a:t>
            </a:r>
            <a:endParaRPr lang="zh-CN" altLang="en-US" sz="3200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6" name="Text Box 48">
            <a:extLst>
              <a:ext uri="{FF2B5EF4-FFF2-40B4-BE49-F238E27FC236}">
                <a16:creationId xmlns:a16="http://schemas.microsoft.com/office/drawing/2014/main" id="{0F32CFCE-99C0-CD0A-54A0-F014DB3F0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762375"/>
            <a:ext cx="100655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GB" altLang="zh-CN" sz="2400" b="1">
                <a:solidFill>
                  <a:schemeClr val="tx2"/>
                </a:solidFill>
              </a:rPr>
              <a:t>Theorem2. continuousmonotone increasing function's inverse function</a:t>
            </a:r>
            <a:endParaRPr lang="zh-CN" altLang="en-US" sz="2400"/>
          </a:p>
        </p:txBody>
      </p:sp>
      <p:graphicFrame>
        <p:nvGraphicFramePr>
          <p:cNvPr id="7218" name="Object 50">
            <a:extLst>
              <a:ext uri="{FF2B5EF4-FFF2-40B4-BE49-F238E27FC236}">
                <a16:creationId xmlns:a16="http://schemas.microsoft.com/office/drawing/2014/main" id="{E378F85F-5A90-3A50-E9D6-DD24C132E8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3289300"/>
          <a:ext cx="1638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289300"/>
                        <a:ext cx="1638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9" name="Text Box 51">
            <a:extLst>
              <a:ext uri="{FF2B5EF4-FFF2-40B4-BE49-F238E27FC236}">
                <a16:creationId xmlns:a16="http://schemas.microsoft.com/office/drawing/2014/main" id="{DEB6734B-CCBD-F6C6-0A9A-05C1F0A7D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00" y="3195638"/>
            <a:ext cx="30940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 itsdomain inside continuous</a:t>
            </a:r>
            <a:endParaRPr lang="zh-CN" altLang="en-US" sz="2400"/>
          </a:p>
        </p:txBody>
      </p:sp>
      <p:sp>
        <p:nvSpPr>
          <p:cNvPr id="7181" name="AutoShape 13">
            <a:extLst>
              <a:ext uri="{FF2B5EF4-FFF2-40B4-BE49-F238E27FC236}">
                <a16:creationId xmlns:a16="http://schemas.microsoft.com/office/drawing/2014/main" id="{66C9926F-184C-94E0-2F06-33FCB060E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838200" cy="179388"/>
          </a:xfrm>
          <a:prstGeom prst="rightArrow">
            <a:avLst>
              <a:gd name="adj1" fmla="val 50000"/>
              <a:gd name="adj2" fmla="val 116814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341" name="Rectangle 2">
            <a:extLst>
              <a:ext uri="{FF2B5EF4-FFF2-40B4-BE49-F238E27FC236}">
                <a16:creationId xmlns:a16="http://schemas.microsoft.com/office/drawing/2014/main" id="{0D47BF00-6CD4-DB5C-E7BA-0E6326CDC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28600"/>
            <a:ext cx="5022850" cy="709613"/>
          </a:xfrm>
          <a:extLst>
            <a:ext uri="{909E8E84-426E-40DD-AFC4-6F175D3DCCD1}">
              <a14:hiddenFill xmlns:a14="http://schemas.microsoft.com/office/drawing/2010/main">
                <a:solidFill>
                  <a:srgbClr val="0066CC"/>
                </a:solidFill>
              </a14:hiddenFill>
            </a:ext>
          </a:extLst>
        </p:spPr>
        <p:txBody>
          <a:bodyPr/>
          <a:lstStyle/>
          <a:p>
            <a:pPr eaLnBrk="1" hangingPunct="1"/>
            <a:r>
              <a:rPr lang="en-GB" altLang="zh-CN" sz="3200" b="1">
                <a:ea typeface="楷体_GB2312" pitchFamily="49" charset="-122"/>
              </a:rPr>
              <a:t>I. continuousfunction's operation</a:t>
            </a:r>
            <a:r>
              <a:rPr lang="zh-CN" altLang="en-GB" sz="3200" b="1">
                <a:ea typeface="楷体_GB2312" pitchFamily="49" charset="-122"/>
              </a:rPr>
              <a:t>法</a:t>
            </a:r>
            <a:r>
              <a:rPr lang="en-GB" altLang="zh-CN" sz="3200" b="1">
                <a:ea typeface="楷体_GB2312" pitchFamily="49" charset="-122"/>
              </a:rPr>
              <a:t>then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2AC4E0B5-F2E6-6D6E-89E3-D21E76CE3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90600"/>
            <a:ext cx="838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 b="1">
                <a:solidFill>
                  <a:schemeClr val="tx2"/>
                </a:solidFill>
              </a:rPr>
              <a:t>Theorem1. insome pointcontinuous's has </a:t>
            </a:r>
            <a:r>
              <a:rPr lang="zh-CN" altLang="en-GB" sz="2400" b="1">
                <a:solidFill>
                  <a:schemeClr val="tx2"/>
                </a:solidFill>
              </a:rPr>
              <a:t>限 </a:t>
            </a:r>
            <a:r>
              <a:rPr lang="en-GB" altLang="zh-CN" sz="2400" b="1">
                <a:solidFill>
                  <a:schemeClr val="tx2"/>
                </a:solidFill>
              </a:rPr>
              <a:t>function after has finite times and , </a:t>
            </a:r>
            <a:r>
              <a:rPr lang="zh-CN" altLang="en-GB" sz="2400" b="1">
                <a:solidFill>
                  <a:schemeClr val="tx2"/>
                </a:solidFill>
              </a:rPr>
              <a:t>差 </a:t>
            </a:r>
            <a:r>
              <a:rPr lang="en-GB" altLang="zh-CN" sz="2400" b="1">
                <a:solidFill>
                  <a:schemeClr val="tx2"/>
                </a:solidFill>
              </a:rPr>
              <a:t>, product ,</a:t>
            </a:r>
            <a:endParaRPr lang="en-US" altLang="zh-CN" sz="2400"/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6DC32EE0-D9E4-9678-7A01-7F4D50319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119313"/>
            <a:ext cx="476726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400">
                <a:solidFill>
                  <a:schemeClr val="accent2"/>
                </a:solidFill>
                <a:latin typeface="+mn-ea"/>
                <a:ea typeface="+mn-ea"/>
              </a:rPr>
              <a:t>( </a:t>
            </a:r>
            <a:r>
              <a:rPr lang="zh-CN" altLang="en-GB" sz="2400">
                <a:solidFill>
                  <a:schemeClr val="accent2"/>
                </a:solidFill>
                <a:latin typeface="+mn-ea"/>
                <a:ea typeface="+mn-ea"/>
              </a:rPr>
              <a:t>利 </a:t>
            </a:r>
            <a:r>
              <a:rPr lang="en-GB" altLang="zh-CN" sz="2400">
                <a:solidFill>
                  <a:schemeClr val="accent2"/>
                </a:solidFill>
                <a:latin typeface="+mn-ea"/>
                <a:ea typeface="+mn-ea"/>
              </a:rPr>
              <a:t>uselimit's </a:t>
            </a:r>
            <a:r>
              <a:rPr lang="zh-CN" altLang="en-GB" sz="2400">
                <a:solidFill>
                  <a:schemeClr val="accent2"/>
                </a:solidFill>
                <a:latin typeface="+mn-ea"/>
                <a:ea typeface="+mn-ea"/>
              </a:rPr>
              <a:t>四</a:t>
            </a:r>
            <a:r>
              <a:rPr lang="en-GB" altLang="zh-CN" sz="2400">
                <a:solidFill>
                  <a:schemeClr val="accent2"/>
                </a:solidFill>
                <a:latin typeface="+mn-ea"/>
                <a:ea typeface="+mn-ea"/>
              </a:rPr>
              <a:t>thenoperation</a:t>
            </a:r>
            <a:r>
              <a:rPr lang="zh-CN" altLang="en-GB" sz="2400">
                <a:solidFill>
                  <a:schemeClr val="accent2"/>
                </a:solidFill>
                <a:latin typeface="+mn-ea"/>
                <a:ea typeface="+mn-ea"/>
              </a:rPr>
              <a:t>法</a:t>
            </a:r>
            <a:r>
              <a:rPr lang="en-GB" altLang="zh-CN" sz="2400">
                <a:solidFill>
                  <a:schemeClr val="accent2"/>
                </a:solidFill>
                <a:latin typeface="+mn-ea"/>
                <a:ea typeface="+mn-ea"/>
              </a:rPr>
              <a:t>thenProof)</a:t>
            </a:r>
            <a:endParaRPr lang="en-US" altLang="zh-CN" sz="24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id="{7067374A-94C9-732F-1375-D55AEB9C6E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8600" y="2684463"/>
          <a:ext cx="2413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2684463"/>
                        <a:ext cx="2413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5" name="Text Box 27">
            <a:extLst>
              <a:ext uri="{FF2B5EF4-FFF2-40B4-BE49-F238E27FC236}">
                <a16:creationId xmlns:a16="http://schemas.microsoft.com/office/drawing/2014/main" id="{32FD0209-43E2-D4D6-8351-38F056B33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504950"/>
            <a:ext cx="36988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GB" sz="2400"/>
              <a:t>商</a:t>
            </a:r>
            <a:r>
              <a:rPr lang="en-GB" altLang="zh-CN" sz="2400"/>
              <a:t>(denominator not is 0) operation,</a:t>
            </a:r>
            <a:endParaRPr lang="en-US" altLang="zh-CN" sz="2400"/>
          </a:p>
        </p:txBody>
      </p:sp>
      <p:sp>
        <p:nvSpPr>
          <p:cNvPr id="7196" name="Text Box 28">
            <a:extLst>
              <a:ext uri="{FF2B5EF4-FFF2-40B4-BE49-F238E27FC236}">
                <a16:creationId xmlns:a16="http://schemas.microsoft.com/office/drawing/2014/main" id="{4F5E03B3-80BB-680F-2F97-8322BEF8E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3600" y="1492250"/>
            <a:ext cx="5410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result is still is </a:t>
            </a:r>
            <a:r>
              <a:rPr lang="zh-CN" altLang="en-GB" sz="2400"/>
              <a:t>一 </a:t>
            </a:r>
            <a:r>
              <a:rPr lang="en-GB" altLang="zh-CN" sz="2400"/>
              <a:t>in the pointcontinuous's function .</a:t>
            </a:r>
            <a:endParaRPr lang="en-US" altLang="zh-CN" sz="2400"/>
          </a:p>
        </p:txBody>
      </p:sp>
      <p:sp>
        <p:nvSpPr>
          <p:cNvPr id="7213" name="Text Box 45">
            <a:extLst>
              <a:ext uri="{FF2B5EF4-FFF2-40B4-BE49-F238E27FC236}">
                <a16:creationId xmlns:a16="http://schemas.microsoft.com/office/drawing/2014/main" id="{E0D71B05-7668-E1B3-F0F8-3E7931523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2667000"/>
            <a:ext cx="19271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</a:rPr>
              <a:t>for example,</a:t>
            </a:r>
            <a:endParaRPr lang="en-US" altLang="zh-CN" sz="2400" b="1">
              <a:solidFill>
                <a:schemeClr val="tx2"/>
              </a:solidFill>
              <a:ea typeface="仿宋_GB2312" pitchFamily="49" charset="-122"/>
            </a:endParaRPr>
          </a:p>
        </p:txBody>
      </p:sp>
      <p:sp>
        <p:nvSpPr>
          <p:cNvPr id="7186" name="Text Box 18">
            <a:extLst>
              <a:ext uri="{FF2B5EF4-FFF2-40B4-BE49-F238E27FC236}">
                <a16:creationId xmlns:a16="http://schemas.microsoft.com/office/drawing/2014/main" id="{26C55F0F-60A4-1B19-F028-C82C53FDA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981575"/>
            <a:ext cx="1219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for example,</a:t>
            </a:r>
            <a:endParaRPr lang="en-US" altLang="zh-CN" sz="2400">
              <a:solidFill>
                <a:schemeClr val="tx2"/>
              </a:solidFill>
            </a:endParaRPr>
          </a:p>
        </p:txBody>
      </p:sp>
      <p:graphicFrame>
        <p:nvGraphicFramePr>
          <p:cNvPr id="7187" name="Object 19">
            <a:extLst>
              <a:ext uri="{FF2B5EF4-FFF2-40B4-BE49-F238E27FC236}">
                <a16:creationId xmlns:a16="http://schemas.microsoft.com/office/drawing/2014/main" id="{C39DA616-9BCF-5AC5-C1CE-445F67C35A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4999038"/>
          <a:ext cx="1282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999038"/>
                        <a:ext cx="1282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8" name="Text Box 20">
            <a:extLst>
              <a:ext uri="{FF2B5EF4-FFF2-40B4-BE49-F238E27FC236}">
                <a16:creationId xmlns:a16="http://schemas.microsoft.com/office/drawing/2014/main" id="{099A2FB9-C152-312C-F7B0-A9761F6DE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96728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graphicFrame>
        <p:nvGraphicFramePr>
          <p:cNvPr id="7189" name="Object 21">
            <a:extLst>
              <a:ext uri="{FF2B5EF4-FFF2-40B4-BE49-F238E27FC236}">
                <a16:creationId xmlns:a16="http://schemas.microsoft.com/office/drawing/2014/main" id="{D76DFCB0-6BC9-0F55-C203-AB643C2102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0263" y="4965700"/>
          <a:ext cx="1130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263" y="4965700"/>
                        <a:ext cx="1130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0" name="Text Box 22">
            <a:extLst>
              <a:ext uri="{FF2B5EF4-FFF2-40B4-BE49-F238E27FC236}">
                <a16:creationId xmlns:a16="http://schemas.microsoft.com/office/drawing/2014/main" id="{1D55B36F-1103-5AE5-D38D-97B30C4E4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953000"/>
            <a:ext cx="3124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on continuousmonotone increasing,</a:t>
            </a:r>
            <a:endParaRPr lang="zh-CN" altLang="en-US" sz="2400"/>
          </a:p>
        </p:txBody>
      </p:sp>
      <p:sp>
        <p:nvSpPr>
          <p:cNvPr id="7191" name="Text Box 23">
            <a:extLst>
              <a:ext uri="{FF2B5EF4-FFF2-40B4-BE49-F238E27FC236}">
                <a16:creationId xmlns:a16="http://schemas.microsoft.com/office/drawing/2014/main" id="{249608B3-5352-FBE6-682D-87A77FAC9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591175"/>
            <a:ext cx="2133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itsinverse function</a:t>
            </a:r>
            <a:endParaRPr lang="zh-CN" altLang="en-US" sz="2400"/>
          </a:p>
        </p:txBody>
      </p:sp>
      <p:graphicFrame>
        <p:nvGraphicFramePr>
          <p:cNvPr id="7192" name="Object 24">
            <a:extLst>
              <a:ext uri="{FF2B5EF4-FFF2-40B4-BE49-F238E27FC236}">
                <a16:creationId xmlns:a16="http://schemas.microsoft.com/office/drawing/2014/main" id="{E2073712-6B23-C7F5-EFA6-D0244580D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5589588"/>
          <a:ext cx="1739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589588"/>
                        <a:ext cx="1739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0" name="Text Box 32">
            <a:extLst>
              <a:ext uri="{FF2B5EF4-FFF2-40B4-BE49-F238E27FC236}">
                <a16:creationId xmlns:a16="http://schemas.microsoft.com/office/drawing/2014/main" id="{7B88E9EE-4513-0A5D-36BE-CCC86D7C6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4298950"/>
            <a:ext cx="1600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tx2"/>
                </a:solidFill>
              </a:rPr>
              <a:t>(</a:t>
            </a:r>
            <a:r>
              <a:rPr lang="zh-CN" altLang="en-US" sz="2400">
                <a:solidFill>
                  <a:schemeClr val="tx2"/>
                </a:solidFill>
              </a:rPr>
              <a:t>递减</a:t>
            </a:r>
            <a:r>
              <a:rPr lang="en-US" altLang="zh-CN" sz="2400">
                <a:solidFill>
                  <a:schemeClr val="tx2"/>
                </a:solidFill>
              </a:rPr>
              <a:t>).</a:t>
            </a:r>
          </a:p>
        </p:txBody>
      </p:sp>
      <p:sp>
        <p:nvSpPr>
          <p:cNvPr id="7201" name="Text Box 33">
            <a:extLst>
              <a:ext uri="{FF2B5EF4-FFF2-40B4-BE49-F238E27FC236}">
                <a16:creationId xmlns:a16="http://schemas.microsoft.com/office/drawing/2014/main" id="{0AE35566-B361-6BAB-8232-4BCE89F44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4292600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accent2"/>
                </a:solidFill>
              </a:rPr>
              <a:t>(Proof</a:t>
            </a:r>
            <a:r>
              <a:rPr lang="zh-CN" altLang="en-US" sz="2400">
                <a:solidFill>
                  <a:schemeClr val="accent2"/>
                </a:solidFill>
              </a:rPr>
              <a:t>略</a:t>
            </a:r>
            <a:r>
              <a:rPr lang="en-US" altLang="zh-CN" sz="240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7193" name="Text Box 25">
            <a:extLst>
              <a:ext uri="{FF2B5EF4-FFF2-40B4-BE49-F238E27FC236}">
                <a16:creationId xmlns:a16="http://schemas.microsoft.com/office/drawing/2014/main" id="{038D125F-4C59-8351-C8FD-EDAAC08BC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5559425"/>
            <a:ext cx="50641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in [</a:t>
            </a:r>
            <a:r>
              <a:rPr lang="zh-CN" altLang="en-GB" sz="2400"/>
              <a:t>－</a:t>
            </a:r>
            <a:r>
              <a:rPr lang="en-GB" altLang="zh-CN" sz="2400"/>
              <a:t>1 , 1] on also continuousmonotone increasing.</a:t>
            </a:r>
            <a:endParaRPr lang="en-US" altLang="zh-CN" sz="2400"/>
          </a:p>
        </p:txBody>
      </p:sp>
      <p:sp>
        <p:nvSpPr>
          <p:cNvPr id="7204" name="Text Box 36">
            <a:extLst>
              <a:ext uri="{FF2B5EF4-FFF2-40B4-BE49-F238E27FC236}">
                <a16:creationId xmlns:a16="http://schemas.microsoft.com/office/drawing/2014/main" id="{5B2A44F6-832F-83D6-362C-D518D5946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988" y="4298950"/>
            <a:ext cx="1143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increasing</a:t>
            </a:r>
            <a:endParaRPr lang="zh-CN" altLang="en-US" sz="2400"/>
          </a:p>
        </p:txBody>
      </p:sp>
      <p:sp>
        <p:nvSpPr>
          <p:cNvPr id="7199" name="Text Box 31">
            <a:extLst>
              <a:ext uri="{FF2B5EF4-FFF2-40B4-BE49-F238E27FC236}">
                <a16:creationId xmlns:a16="http://schemas.microsoft.com/office/drawing/2014/main" id="{3782D5E7-39CD-E05B-80B5-39271352E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3759200"/>
            <a:ext cx="1219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tx2"/>
                </a:solidFill>
              </a:rPr>
              <a:t>(</a:t>
            </a:r>
            <a:r>
              <a:rPr lang="zh-CN" altLang="en-US" sz="2400">
                <a:solidFill>
                  <a:schemeClr val="tx2"/>
                </a:solidFill>
              </a:rPr>
              <a:t>递减</a:t>
            </a:r>
            <a:r>
              <a:rPr lang="en-US" altLang="zh-CN" sz="240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7221" name="Text Box 53">
            <a:extLst>
              <a:ext uri="{FF2B5EF4-FFF2-40B4-BE49-F238E27FC236}">
                <a16:creationId xmlns:a16="http://schemas.microsoft.com/office/drawing/2014/main" id="{61E37430-19E8-30B8-FB8D-DD561530B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2063" y="3736975"/>
            <a:ext cx="37273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also continuous monotone</a:t>
            </a:r>
            <a:endParaRPr lang="zh-CN" altLang="en-US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6" grpId="0" build="p" autoUpdateAnimBg="0"/>
      <p:bldP spid="7219" grpId="0" build="p" autoUpdateAnimBg="0" advAuto="0"/>
      <p:bldP spid="7172" grpId="0" autoUpdateAnimBg="0"/>
      <p:bldP spid="7173" grpId="0" autoUpdateAnimBg="0"/>
      <p:bldP spid="7195" grpId="0" autoUpdateAnimBg="0"/>
      <p:bldP spid="7196" grpId="0" autoUpdateAnimBg="0"/>
      <p:bldP spid="7213" grpId="0" build="p" autoUpdateAnimBg="0"/>
      <p:bldP spid="7186" grpId="0" autoUpdateAnimBg="0"/>
      <p:bldP spid="7188" grpId="0" autoUpdateAnimBg="0"/>
      <p:bldP spid="7190" grpId="0" autoUpdateAnimBg="0"/>
      <p:bldP spid="7191" grpId="0" autoUpdateAnimBg="0"/>
      <p:bldP spid="7200" grpId="0" autoUpdateAnimBg="0"/>
      <p:bldP spid="7201" grpId="0" autoUpdateAnimBg="0"/>
      <p:bldP spid="7193" grpId="0" autoUpdateAnimBg="0"/>
      <p:bldP spid="7204" grpId="0" autoUpdateAnimBg="0"/>
      <p:bldP spid="7199" grpId="0" autoUpdateAnimBg="0"/>
      <p:bldP spid="7221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7C4498B-E3B6-8E9E-AD0B-B4936B1F7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1860550"/>
            <a:ext cx="6477000" cy="609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zh-CN" sz="2400" b="1">
                <a:latin typeface="+mn-ea"/>
                <a:ea typeface="+mn-ea"/>
              </a:rPr>
              <a:t>Theorem3. continuousfunction's compositefunction is continuous's .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15362" name="Object 4">
            <a:extLst>
              <a:ext uri="{FF2B5EF4-FFF2-40B4-BE49-F238E27FC236}">
                <a16:creationId xmlns:a16="http://schemas.microsoft.com/office/drawing/2014/main" id="{EFF4096A-0CA3-54FE-86EA-0C9776874A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333375"/>
          <a:ext cx="1079500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33375"/>
                        <a:ext cx="1079500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5">
            <a:extLst>
              <a:ext uri="{FF2B5EF4-FFF2-40B4-BE49-F238E27FC236}">
                <a16:creationId xmlns:a16="http://schemas.microsoft.com/office/drawing/2014/main" id="{CF5D24A1-E6A6-EF78-5D2A-14B90DEBC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6663" y="515938"/>
            <a:ext cx="9842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graphicFrame>
        <p:nvGraphicFramePr>
          <p:cNvPr id="8198" name="Object 6">
            <a:extLst>
              <a:ext uri="{FF2B5EF4-FFF2-40B4-BE49-F238E27FC236}">
                <a16:creationId xmlns:a16="http://schemas.microsoft.com/office/drawing/2014/main" id="{29366737-087A-54F8-C4C3-EA4242DEBE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9263" y="503238"/>
          <a:ext cx="1714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263" y="503238"/>
                        <a:ext cx="1714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 Box 7">
            <a:extLst>
              <a:ext uri="{FF2B5EF4-FFF2-40B4-BE49-F238E27FC236}">
                <a16:creationId xmlns:a16="http://schemas.microsoft.com/office/drawing/2014/main" id="{45D5F7E1-573F-9D01-4E7B-AFFFE5C07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375" y="525463"/>
            <a:ext cx="3429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on continuousmonotone increasing,</a:t>
            </a:r>
          </a:p>
        </p:txBody>
      </p:sp>
      <p:sp>
        <p:nvSpPr>
          <p:cNvPr id="8200" name="Text Box 8">
            <a:extLst>
              <a:ext uri="{FF2B5EF4-FFF2-40B4-BE49-F238E27FC236}">
                <a16:creationId xmlns:a16="http://schemas.microsoft.com/office/drawing/2014/main" id="{7C3101E1-6937-0D6F-81C9-610A71254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165225"/>
            <a:ext cx="1905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itsinverse function</a:t>
            </a:r>
            <a:endParaRPr lang="zh-CN" altLang="en-US" sz="2400"/>
          </a:p>
        </p:txBody>
      </p:sp>
      <p:graphicFrame>
        <p:nvGraphicFramePr>
          <p:cNvPr id="8201" name="Object 9">
            <a:extLst>
              <a:ext uri="{FF2B5EF4-FFF2-40B4-BE49-F238E27FC236}">
                <a16:creationId xmlns:a16="http://schemas.microsoft.com/office/drawing/2014/main" id="{A799E71F-5AD1-37FB-5AD8-96E92EAE68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8175" y="1125538"/>
          <a:ext cx="1301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125538"/>
                        <a:ext cx="13017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2" name="Text Box 10">
            <a:extLst>
              <a:ext uri="{FF2B5EF4-FFF2-40B4-BE49-F238E27FC236}">
                <a16:creationId xmlns:a16="http://schemas.microsoft.com/office/drawing/2014/main" id="{AED7070F-8547-609C-452D-185EC3DBD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925" y="1138238"/>
            <a:ext cx="914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graphicFrame>
        <p:nvGraphicFramePr>
          <p:cNvPr id="8203" name="Object 11">
            <a:extLst>
              <a:ext uri="{FF2B5EF4-FFF2-40B4-BE49-F238E27FC236}">
                <a16:creationId xmlns:a16="http://schemas.microsoft.com/office/drawing/2014/main" id="{54DF9B0F-03A6-683C-B95A-4E26F38916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1120775"/>
          <a:ext cx="14271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120775"/>
                        <a:ext cx="14271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Text Box 12">
            <a:extLst>
              <a:ext uri="{FF2B5EF4-FFF2-40B4-BE49-F238E27FC236}">
                <a16:creationId xmlns:a16="http://schemas.microsoft.com/office/drawing/2014/main" id="{9BD9E40E-435D-BE19-0A16-F7AD14EB3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136650"/>
            <a:ext cx="32004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on also continuousmonotone increasing.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8205" name="Text Box 13">
            <a:extLst>
              <a:ext uri="{FF2B5EF4-FFF2-40B4-BE49-F238E27FC236}">
                <a16:creationId xmlns:a16="http://schemas.microsoft.com/office/drawing/2014/main" id="{7C556BA3-3E03-2AC6-D2E8-699734AF6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674938"/>
            <a:ext cx="1808163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Proof: Letfunction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8206" name="Object 14">
            <a:extLst>
              <a:ext uri="{FF2B5EF4-FFF2-40B4-BE49-F238E27FC236}">
                <a16:creationId xmlns:a16="http://schemas.microsoft.com/office/drawing/2014/main" id="{23FEA1A5-73F9-7714-CBF9-6E59E6BAC3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2735263"/>
          <a:ext cx="124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735263"/>
                        <a:ext cx="1244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8" name="Object 16">
            <a:extLst>
              <a:ext uri="{FF2B5EF4-FFF2-40B4-BE49-F238E27FC236}">
                <a16:creationId xmlns:a16="http://schemas.microsoft.com/office/drawing/2014/main" id="{1755F2B1-D9A5-6243-9030-DF08C159EC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2698750"/>
          <a:ext cx="196373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698750"/>
                        <a:ext cx="1963737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0" name="Object 18">
            <a:extLst>
              <a:ext uri="{FF2B5EF4-FFF2-40B4-BE49-F238E27FC236}">
                <a16:creationId xmlns:a16="http://schemas.microsoft.com/office/drawing/2014/main" id="{73113F19-010E-382C-9CA1-3317A650BF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2624138"/>
          <a:ext cx="1701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624138"/>
                        <a:ext cx="1701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6" name="Object 24">
            <a:extLst>
              <a:ext uri="{FF2B5EF4-FFF2-40B4-BE49-F238E27FC236}">
                <a16:creationId xmlns:a16="http://schemas.microsoft.com/office/drawing/2014/main" id="{284C310E-479C-851B-644B-53D6FBABA3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8563" y="3384550"/>
          <a:ext cx="40354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3384550"/>
                        <a:ext cx="40354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8" name="Object 26">
            <a:extLst>
              <a:ext uri="{FF2B5EF4-FFF2-40B4-BE49-F238E27FC236}">
                <a16:creationId xmlns:a16="http://schemas.microsoft.com/office/drawing/2014/main" id="{27ADF0B4-D797-91B7-C79E-F26B28E7A9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3357563"/>
          <a:ext cx="2857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3357563"/>
                        <a:ext cx="2857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9" name="Text Box 27">
            <a:extLst>
              <a:ext uri="{FF2B5EF4-FFF2-40B4-BE49-F238E27FC236}">
                <a16:creationId xmlns:a16="http://schemas.microsoft.com/office/drawing/2014/main" id="{03081C2A-51AB-2564-0630-7F3435608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263" y="4075113"/>
            <a:ext cx="1295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thus</a:t>
            </a:r>
            <a:endParaRPr lang="zh-CN" altLang="en-US" sz="2400"/>
          </a:p>
        </p:txBody>
      </p:sp>
      <p:graphicFrame>
        <p:nvGraphicFramePr>
          <p:cNvPr id="8220" name="Object 28">
            <a:extLst>
              <a:ext uri="{FF2B5EF4-FFF2-40B4-BE49-F238E27FC236}">
                <a16:creationId xmlns:a16="http://schemas.microsoft.com/office/drawing/2014/main" id="{B5AADCE3-55E6-3C5A-5653-BE652D5185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4676775"/>
          <a:ext cx="2197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676775"/>
                        <a:ext cx="21971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1" name="Object 29">
            <a:extLst>
              <a:ext uri="{FF2B5EF4-FFF2-40B4-BE49-F238E27FC236}">
                <a16:creationId xmlns:a16="http://schemas.microsoft.com/office/drawing/2014/main" id="{EE5219E6-A571-40AD-D35F-1F2DF65B7A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676775"/>
          <a:ext cx="1460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676775"/>
                        <a:ext cx="1460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2" name="Object 30">
            <a:extLst>
              <a:ext uri="{FF2B5EF4-FFF2-40B4-BE49-F238E27FC236}">
                <a16:creationId xmlns:a16="http://schemas.microsoft.com/office/drawing/2014/main" id="{DA56C720-9A67-BB44-8662-A0AD2197DA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7638" y="4648200"/>
          <a:ext cx="1193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7638" y="4648200"/>
                        <a:ext cx="1193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3" name="Object 31">
            <a:extLst>
              <a:ext uri="{FF2B5EF4-FFF2-40B4-BE49-F238E27FC236}">
                <a16:creationId xmlns:a16="http://schemas.microsoft.com/office/drawing/2014/main" id="{F4D7DF27-BD87-CAE3-D1F2-680F0E9ADD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1763" y="4648200"/>
          <a:ext cx="165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4648200"/>
                        <a:ext cx="1651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4" name="Text Box 32">
            <a:extLst>
              <a:ext uri="{FF2B5EF4-FFF2-40B4-BE49-F238E27FC236}">
                <a16:creationId xmlns:a16="http://schemas.microsoft.com/office/drawing/2014/main" id="{0E482BCB-A0DB-3FC8-92A1-B4C699BC0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562600"/>
            <a:ext cx="2286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hencecompositefunction</a:t>
            </a:r>
            <a:endParaRPr lang="zh-CN" altLang="en-US" sz="2400"/>
          </a:p>
        </p:txBody>
      </p:sp>
      <p:graphicFrame>
        <p:nvGraphicFramePr>
          <p:cNvPr id="8225" name="Object 33">
            <a:extLst>
              <a:ext uri="{FF2B5EF4-FFF2-40B4-BE49-F238E27FC236}">
                <a16:creationId xmlns:a16="http://schemas.microsoft.com/office/drawing/2014/main" id="{B2789B7B-9CD1-941B-A889-35182EF862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5543550"/>
          <a:ext cx="1193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543550"/>
                        <a:ext cx="1193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9" name="Object 37">
            <a:extLst>
              <a:ext uri="{FF2B5EF4-FFF2-40B4-BE49-F238E27FC236}">
                <a16:creationId xmlns:a16="http://schemas.microsoft.com/office/drawing/2014/main" id="{6ABC8C21-5989-0EAA-1726-21DEC789D3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5516563"/>
          <a:ext cx="2082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516563"/>
                        <a:ext cx="2082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5" name="Text Box 46">
            <a:extLst>
              <a:ext uri="{FF2B5EF4-FFF2-40B4-BE49-F238E27FC236}">
                <a16:creationId xmlns:a16="http://schemas.microsoft.com/office/drawing/2014/main" id="{65359F64-3000-FD29-4D94-086B75AE1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31813"/>
            <a:ext cx="16658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tx2"/>
                </a:solidFill>
              </a:rPr>
              <a:t>又 </a:t>
            </a:r>
            <a:r>
              <a:rPr lang="en-US" altLang="zh-CN" sz="2400" b="1">
                <a:solidFill>
                  <a:schemeClr val="tx2"/>
                </a:solidFill>
              </a:rPr>
              <a:t>such as,</a:t>
            </a:r>
            <a:endParaRPr lang="en-US" altLang="zh-CN" sz="2400"/>
          </a:p>
        </p:txBody>
      </p:sp>
      <p:sp>
        <p:nvSpPr>
          <p:cNvPr id="8240" name="Text Box 48">
            <a:extLst>
              <a:ext uri="{FF2B5EF4-FFF2-40B4-BE49-F238E27FC236}">
                <a16:creationId xmlns:a16="http://schemas.microsoft.com/office/drawing/2014/main" id="{4371D10D-E435-E116-75A5-51B504BA8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2636838"/>
            <a:ext cx="6848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and</a:t>
            </a:r>
            <a:endParaRPr lang="zh-CN" altLang="en-US" sz="2400"/>
          </a:p>
        </p:txBody>
      </p:sp>
      <p:sp>
        <p:nvSpPr>
          <p:cNvPr id="8242" name="Text Box 50">
            <a:extLst>
              <a:ext uri="{FF2B5EF4-FFF2-40B4-BE49-F238E27FC236}">
                <a16:creationId xmlns:a16="http://schemas.microsoft.com/office/drawing/2014/main" id="{D2A12637-511D-7D39-6746-2522C87CB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357563"/>
            <a:ext cx="5469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i.e.</a:t>
            </a:r>
            <a:endParaRPr lang="zh-CN" altLang="en-US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utoUpdateAnimBg="0"/>
      <p:bldP spid="8197" grpId="0" autoUpdateAnimBg="0"/>
      <p:bldP spid="8199" grpId="0" autoUpdateAnimBg="0"/>
      <p:bldP spid="8200" grpId="0" autoUpdateAnimBg="0"/>
      <p:bldP spid="8202" grpId="0" autoUpdateAnimBg="0"/>
      <p:bldP spid="8204" grpId="0" autoUpdateAnimBg="0"/>
      <p:bldP spid="8205" grpId="0" autoUpdateAnimBg="0"/>
      <p:bldP spid="8219" grpId="0" autoUpdateAnimBg="0"/>
      <p:bldP spid="8224" grpId="0" autoUpdateAnimBg="0"/>
      <p:bldP spid="8240" grpId="0" build="p" autoUpdateAnimBg="0"/>
      <p:bldP spid="8242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196579D-ABD8-6475-2CEE-7CB4E3924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77888" cy="609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for example,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id="{AAB0ED1F-5BE7-FDEB-AF18-88AD71B0BE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393700"/>
          <a:ext cx="1308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93700"/>
                        <a:ext cx="1308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5">
            <a:extLst>
              <a:ext uri="{FF2B5EF4-FFF2-40B4-BE49-F238E27FC236}">
                <a16:creationId xmlns:a16="http://schemas.microsoft.com/office/drawing/2014/main" id="{C913B9AA-AB16-3AC7-0200-2173895DD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606425"/>
            <a:ext cx="3429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is fromcontinuousfunction</a:t>
            </a:r>
            <a:r>
              <a:rPr lang="zh-CN" altLang="en-US" sz="2400"/>
              <a:t>链</a:t>
            </a:r>
          </a:p>
        </p:txBody>
      </p:sp>
      <p:graphicFrame>
        <p:nvGraphicFramePr>
          <p:cNvPr id="9222" name="Object 6">
            <a:extLst>
              <a:ext uri="{FF2B5EF4-FFF2-40B4-BE49-F238E27FC236}">
                <a16:creationId xmlns:a16="http://schemas.microsoft.com/office/drawing/2014/main" id="{68C8CD09-9866-F144-2897-681D5D6113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2975" y="1447800"/>
          <a:ext cx="38830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5" y="1447800"/>
                        <a:ext cx="38830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7">
            <a:extLst>
              <a:ext uri="{FF2B5EF4-FFF2-40B4-BE49-F238E27FC236}">
                <a16:creationId xmlns:a16="http://schemas.microsoft.com/office/drawing/2014/main" id="{2A3D356E-E65A-FA26-BD9B-3D33DA950B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3300" y="2133600"/>
          <a:ext cx="1003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2133600"/>
                        <a:ext cx="1003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5" name="Object 9">
            <a:extLst>
              <a:ext uri="{FF2B5EF4-FFF2-40B4-BE49-F238E27FC236}">
                <a16:creationId xmlns:a16="http://schemas.microsoft.com/office/drawing/2014/main" id="{FC69DE81-D6E1-60F7-7C63-AF847B23FB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2311400"/>
          <a:ext cx="965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311400"/>
                        <a:ext cx="965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9" name="Text Box 13">
            <a:extLst>
              <a:ext uri="{FF2B5EF4-FFF2-40B4-BE49-F238E27FC236}">
                <a16:creationId xmlns:a16="http://schemas.microsoft.com/office/drawing/2014/main" id="{7C82386B-1FDE-D55E-C689-4D0DA1EB0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150" y="3213100"/>
            <a:ext cx="1371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therefore</a:t>
            </a:r>
            <a:endParaRPr lang="zh-CN" altLang="en-US" sz="2400"/>
          </a:p>
        </p:txBody>
      </p:sp>
      <p:graphicFrame>
        <p:nvGraphicFramePr>
          <p:cNvPr id="9231" name="Object 15">
            <a:extLst>
              <a:ext uri="{FF2B5EF4-FFF2-40B4-BE49-F238E27FC236}">
                <a16:creationId xmlns:a16="http://schemas.microsoft.com/office/drawing/2014/main" id="{5523EF26-F44F-9F9C-A65C-91592F12F8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3009900"/>
          <a:ext cx="1308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009900"/>
                        <a:ext cx="13081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3" name="Text Box 17">
            <a:extLst>
              <a:ext uri="{FF2B5EF4-FFF2-40B4-BE49-F238E27FC236}">
                <a16:creationId xmlns:a16="http://schemas.microsoft.com/office/drawing/2014/main" id="{0EB18AB1-E5A0-1B89-10B5-A53A2CD3C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4350" y="3184525"/>
            <a:ext cx="762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in</a:t>
            </a:r>
            <a:endParaRPr lang="zh-CN" altLang="en-US" sz="2400"/>
          </a:p>
        </p:txBody>
      </p:sp>
      <p:graphicFrame>
        <p:nvGraphicFramePr>
          <p:cNvPr id="9234" name="Object 18">
            <a:extLst>
              <a:ext uri="{FF2B5EF4-FFF2-40B4-BE49-F238E27FC236}">
                <a16:creationId xmlns:a16="http://schemas.microsoft.com/office/drawing/2014/main" id="{3E7F286E-024F-CD36-14B6-10170132B2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3141663"/>
          <a:ext cx="965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141663"/>
                        <a:ext cx="965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Text Box 19">
            <a:extLst>
              <a:ext uri="{FF2B5EF4-FFF2-40B4-BE49-F238E27FC236}">
                <a16:creationId xmlns:a16="http://schemas.microsoft.com/office/drawing/2014/main" id="{D02C797F-0AE3-69F9-9B26-E85F0C143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3425" y="3182938"/>
            <a:ext cx="1600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on continuous .</a:t>
            </a:r>
          </a:p>
        </p:txBody>
      </p:sp>
      <p:sp>
        <p:nvSpPr>
          <p:cNvPr id="9228" name="Text Box 12">
            <a:extLst>
              <a:ext uri="{FF2B5EF4-FFF2-40B4-BE49-F238E27FC236}">
                <a16:creationId xmlns:a16="http://schemas.microsoft.com/office/drawing/2014/main" id="{E56329A5-4C1A-72CF-6674-74653F7EE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200400"/>
            <a:ext cx="15176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composite and formed ,</a:t>
            </a:r>
          </a:p>
        </p:txBody>
      </p:sp>
      <p:grpSp>
        <p:nvGrpSpPr>
          <p:cNvPr id="9296" name="Group 80">
            <a:extLst>
              <a:ext uri="{FF2B5EF4-FFF2-40B4-BE49-F238E27FC236}">
                <a16:creationId xmlns:a16="http://schemas.microsoft.com/office/drawing/2014/main" id="{6C92AC38-F3F6-764B-4C14-EEC5EC658AC5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486275"/>
            <a:ext cx="4048125" cy="1162050"/>
            <a:chOff x="1674" y="1773"/>
            <a:chExt cx="2550" cy="732"/>
          </a:xfrm>
        </p:grpSpPr>
        <p:sp>
          <p:nvSpPr>
            <p:cNvPr id="16405" name="Freeform 71">
              <a:extLst>
                <a:ext uri="{FF2B5EF4-FFF2-40B4-BE49-F238E27FC236}">
                  <a16:creationId xmlns:a16="http://schemas.microsoft.com/office/drawing/2014/main" id="{005E38C7-4DE1-EC13-BB09-7E20E0C1B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2211"/>
              <a:ext cx="648" cy="72"/>
            </a:xfrm>
            <a:custGeom>
              <a:avLst/>
              <a:gdLst>
                <a:gd name="T0" fmla="*/ 12 w 648"/>
                <a:gd name="T1" fmla="*/ 0 h 72"/>
                <a:gd name="T2" fmla="*/ 24 w 648"/>
                <a:gd name="T3" fmla="*/ 0 h 72"/>
                <a:gd name="T4" fmla="*/ 36 w 648"/>
                <a:gd name="T5" fmla="*/ 6 h 72"/>
                <a:gd name="T6" fmla="*/ 48 w 648"/>
                <a:gd name="T7" fmla="*/ 6 h 72"/>
                <a:gd name="T8" fmla="*/ 60 w 648"/>
                <a:gd name="T9" fmla="*/ 6 h 72"/>
                <a:gd name="T10" fmla="*/ 72 w 648"/>
                <a:gd name="T11" fmla="*/ 6 h 72"/>
                <a:gd name="T12" fmla="*/ 84 w 648"/>
                <a:gd name="T13" fmla="*/ 6 h 72"/>
                <a:gd name="T14" fmla="*/ 102 w 648"/>
                <a:gd name="T15" fmla="*/ 6 h 72"/>
                <a:gd name="T16" fmla="*/ 114 w 648"/>
                <a:gd name="T17" fmla="*/ 6 h 72"/>
                <a:gd name="T18" fmla="*/ 126 w 648"/>
                <a:gd name="T19" fmla="*/ 6 h 72"/>
                <a:gd name="T20" fmla="*/ 138 w 648"/>
                <a:gd name="T21" fmla="*/ 12 h 72"/>
                <a:gd name="T22" fmla="*/ 150 w 648"/>
                <a:gd name="T23" fmla="*/ 12 h 72"/>
                <a:gd name="T24" fmla="*/ 162 w 648"/>
                <a:gd name="T25" fmla="*/ 12 h 72"/>
                <a:gd name="T26" fmla="*/ 174 w 648"/>
                <a:gd name="T27" fmla="*/ 12 h 72"/>
                <a:gd name="T28" fmla="*/ 186 w 648"/>
                <a:gd name="T29" fmla="*/ 12 h 72"/>
                <a:gd name="T30" fmla="*/ 204 w 648"/>
                <a:gd name="T31" fmla="*/ 12 h 72"/>
                <a:gd name="T32" fmla="*/ 216 w 648"/>
                <a:gd name="T33" fmla="*/ 18 h 72"/>
                <a:gd name="T34" fmla="*/ 228 w 648"/>
                <a:gd name="T35" fmla="*/ 18 h 72"/>
                <a:gd name="T36" fmla="*/ 240 w 648"/>
                <a:gd name="T37" fmla="*/ 18 h 72"/>
                <a:gd name="T38" fmla="*/ 252 w 648"/>
                <a:gd name="T39" fmla="*/ 18 h 72"/>
                <a:gd name="T40" fmla="*/ 264 w 648"/>
                <a:gd name="T41" fmla="*/ 18 h 72"/>
                <a:gd name="T42" fmla="*/ 276 w 648"/>
                <a:gd name="T43" fmla="*/ 24 h 72"/>
                <a:gd name="T44" fmla="*/ 288 w 648"/>
                <a:gd name="T45" fmla="*/ 24 h 72"/>
                <a:gd name="T46" fmla="*/ 306 w 648"/>
                <a:gd name="T47" fmla="*/ 24 h 72"/>
                <a:gd name="T48" fmla="*/ 318 w 648"/>
                <a:gd name="T49" fmla="*/ 24 h 72"/>
                <a:gd name="T50" fmla="*/ 330 w 648"/>
                <a:gd name="T51" fmla="*/ 24 h 72"/>
                <a:gd name="T52" fmla="*/ 342 w 648"/>
                <a:gd name="T53" fmla="*/ 30 h 72"/>
                <a:gd name="T54" fmla="*/ 354 w 648"/>
                <a:gd name="T55" fmla="*/ 30 h 72"/>
                <a:gd name="T56" fmla="*/ 366 w 648"/>
                <a:gd name="T57" fmla="*/ 30 h 72"/>
                <a:gd name="T58" fmla="*/ 378 w 648"/>
                <a:gd name="T59" fmla="*/ 30 h 72"/>
                <a:gd name="T60" fmla="*/ 390 w 648"/>
                <a:gd name="T61" fmla="*/ 30 h 72"/>
                <a:gd name="T62" fmla="*/ 408 w 648"/>
                <a:gd name="T63" fmla="*/ 36 h 72"/>
                <a:gd name="T64" fmla="*/ 420 w 648"/>
                <a:gd name="T65" fmla="*/ 36 h 72"/>
                <a:gd name="T66" fmla="*/ 432 w 648"/>
                <a:gd name="T67" fmla="*/ 36 h 72"/>
                <a:gd name="T68" fmla="*/ 444 w 648"/>
                <a:gd name="T69" fmla="*/ 42 h 72"/>
                <a:gd name="T70" fmla="*/ 456 w 648"/>
                <a:gd name="T71" fmla="*/ 42 h 72"/>
                <a:gd name="T72" fmla="*/ 468 w 648"/>
                <a:gd name="T73" fmla="*/ 42 h 72"/>
                <a:gd name="T74" fmla="*/ 480 w 648"/>
                <a:gd name="T75" fmla="*/ 42 h 72"/>
                <a:gd name="T76" fmla="*/ 492 w 648"/>
                <a:gd name="T77" fmla="*/ 48 h 72"/>
                <a:gd name="T78" fmla="*/ 510 w 648"/>
                <a:gd name="T79" fmla="*/ 48 h 72"/>
                <a:gd name="T80" fmla="*/ 522 w 648"/>
                <a:gd name="T81" fmla="*/ 48 h 72"/>
                <a:gd name="T82" fmla="*/ 534 w 648"/>
                <a:gd name="T83" fmla="*/ 54 h 72"/>
                <a:gd name="T84" fmla="*/ 546 w 648"/>
                <a:gd name="T85" fmla="*/ 54 h 72"/>
                <a:gd name="T86" fmla="*/ 558 w 648"/>
                <a:gd name="T87" fmla="*/ 54 h 72"/>
                <a:gd name="T88" fmla="*/ 570 w 648"/>
                <a:gd name="T89" fmla="*/ 60 h 72"/>
                <a:gd name="T90" fmla="*/ 582 w 648"/>
                <a:gd name="T91" fmla="*/ 60 h 72"/>
                <a:gd name="T92" fmla="*/ 594 w 648"/>
                <a:gd name="T93" fmla="*/ 66 h 72"/>
                <a:gd name="T94" fmla="*/ 612 w 648"/>
                <a:gd name="T95" fmla="*/ 66 h 72"/>
                <a:gd name="T96" fmla="*/ 624 w 648"/>
                <a:gd name="T97" fmla="*/ 66 h 72"/>
                <a:gd name="T98" fmla="*/ 636 w 648"/>
                <a:gd name="T99" fmla="*/ 72 h 72"/>
                <a:gd name="T100" fmla="*/ 648 w 648"/>
                <a:gd name="T101" fmla="*/ 72 h 7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48" h="72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54" y="6"/>
                  </a:lnTo>
                  <a:lnTo>
                    <a:pt x="60" y="6"/>
                  </a:lnTo>
                  <a:lnTo>
                    <a:pt x="66" y="6"/>
                  </a:lnTo>
                  <a:lnTo>
                    <a:pt x="72" y="6"/>
                  </a:lnTo>
                  <a:lnTo>
                    <a:pt x="78" y="6"/>
                  </a:lnTo>
                  <a:lnTo>
                    <a:pt x="84" y="6"/>
                  </a:lnTo>
                  <a:lnTo>
                    <a:pt x="90" y="6"/>
                  </a:lnTo>
                  <a:lnTo>
                    <a:pt x="96" y="6"/>
                  </a:lnTo>
                  <a:lnTo>
                    <a:pt x="102" y="6"/>
                  </a:lnTo>
                  <a:lnTo>
                    <a:pt x="108" y="6"/>
                  </a:lnTo>
                  <a:lnTo>
                    <a:pt x="114" y="6"/>
                  </a:lnTo>
                  <a:lnTo>
                    <a:pt x="120" y="6"/>
                  </a:lnTo>
                  <a:lnTo>
                    <a:pt x="126" y="6"/>
                  </a:lnTo>
                  <a:lnTo>
                    <a:pt x="126" y="12"/>
                  </a:lnTo>
                  <a:lnTo>
                    <a:pt x="132" y="12"/>
                  </a:lnTo>
                  <a:lnTo>
                    <a:pt x="138" y="12"/>
                  </a:lnTo>
                  <a:lnTo>
                    <a:pt x="144" y="12"/>
                  </a:lnTo>
                  <a:lnTo>
                    <a:pt x="150" y="12"/>
                  </a:lnTo>
                  <a:lnTo>
                    <a:pt x="156" y="12"/>
                  </a:lnTo>
                  <a:lnTo>
                    <a:pt x="162" y="12"/>
                  </a:lnTo>
                  <a:lnTo>
                    <a:pt x="168" y="12"/>
                  </a:lnTo>
                  <a:lnTo>
                    <a:pt x="174" y="12"/>
                  </a:lnTo>
                  <a:lnTo>
                    <a:pt x="180" y="12"/>
                  </a:lnTo>
                  <a:lnTo>
                    <a:pt x="186" y="12"/>
                  </a:lnTo>
                  <a:lnTo>
                    <a:pt x="192" y="12"/>
                  </a:lnTo>
                  <a:lnTo>
                    <a:pt x="198" y="12"/>
                  </a:lnTo>
                  <a:lnTo>
                    <a:pt x="204" y="12"/>
                  </a:lnTo>
                  <a:lnTo>
                    <a:pt x="210" y="18"/>
                  </a:lnTo>
                  <a:lnTo>
                    <a:pt x="216" y="18"/>
                  </a:lnTo>
                  <a:lnTo>
                    <a:pt x="222" y="18"/>
                  </a:lnTo>
                  <a:lnTo>
                    <a:pt x="228" y="18"/>
                  </a:lnTo>
                  <a:lnTo>
                    <a:pt x="234" y="18"/>
                  </a:lnTo>
                  <a:lnTo>
                    <a:pt x="240" y="18"/>
                  </a:lnTo>
                  <a:lnTo>
                    <a:pt x="246" y="18"/>
                  </a:lnTo>
                  <a:lnTo>
                    <a:pt x="252" y="18"/>
                  </a:lnTo>
                  <a:lnTo>
                    <a:pt x="258" y="18"/>
                  </a:lnTo>
                  <a:lnTo>
                    <a:pt x="264" y="18"/>
                  </a:lnTo>
                  <a:lnTo>
                    <a:pt x="270" y="18"/>
                  </a:lnTo>
                  <a:lnTo>
                    <a:pt x="276" y="18"/>
                  </a:lnTo>
                  <a:lnTo>
                    <a:pt x="276" y="24"/>
                  </a:lnTo>
                  <a:lnTo>
                    <a:pt x="282" y="24"/>
                  </a:lnTo>
                  <a:lnTo>
                    <a:pt x="288" y="24"/>
                  </a:lnTo>
                  <a:lnTo>
                    <a:pt x="294" y="24"/>
                  </a:lnTo>
                  <a:lnTo>
                    <a:pt x="300" y="24"/>
                  </a:lnTo>
                  <a:lnTo>
                    <a:pt x="306" y="24"/>
                  </a:lnTo>
                  <a:lnTo>
                    <a:pt x="312" y="24"/>
                  </a:lnTo>
                  <a:lnTo>
                    <a:pt x="318" y="24"/>
                  </a:lnTo>
                  <a:lnTo>
                    <a:pt x="324" y="24"/>
                  </a:lnTo>
                  <a:lnTo>
                    <a:pt x="330" y="24"/>
                  </a:lnTo>
                  <a:lnTo>
                    <a:pt x="336" y="24"/>
                  </a:lnTo>
                  <a:lnTo>
                    <a:pt x="342" y="30"/>
                  </a:lnTo>
                  <a:lnTo>
                    <a:pt x="348" y="30"/>
                  </a:lnTo>
                  <a:lnTo>
                    <a:pt x="354" y="30"/>
                  </a:lnTo>
                  <a:lnTo>
                    <a:pt x="360" y="30"/>
                  </a:lnTo>
                  <a:lnTo>
                    <a:pt x="366" y="30"/>
                  </a:lnTo>
                  <a:lnTo>
                    <a:pt x="372" y="30"/>
                  </a:lnTo>
                  <a:lnTo>
                    <a:pt x="378" y="30"/>
                  </a:lnTo>
                  <a:lnTo>
                    <a:pt x="384" y="30"/>
                  </a:lnTo>
                  <a:lnTo>
                    <a:pt x="390" y="30"/>
                  </a:lnTo>
                  <a:lnTo>
                    <a:pt x="396" y="36"/>
                  </a:lnTo>
                  <a:lnTo>
                    <a:pt x="402" y="36"/>
                  </a:lnTo>
                  <a:lnTo>
                    <a:pt x="408" y="36"/>
                  </a:lnTo>
                  <a:lnTo>
                    <a:pt x="414" y="36"/>
                  </a:lnTo>
                  <a:lnTo>
                    <a:pt x="420" y="36"/>
                  </a:lnTo>
                  <a:lnTo>
                    <a:pt x="426" y="36"/>
                  </a:lnTo>
                  <a:lnTo>
                    <a:pt x="432" y="36"/>
                  </a:lnTo>
                  <a:lnTo>
                    <a:pt x="438" y="36"/>
                  </a:lnTo>
                  <a:lnTo>
                    <a:pt x="444" y="36"/>
                  </a:lnTo>
                  <a:lnTo>
                    <a:pt x="444" y="42"/>
                  </a:lnTo>
                  <a:lnTo>
                    <a:pt x="450" y="42"/>
                  </a:lnTo>
                  <a:lnTo>
                    <a:pt x="456" y="42"/>
                  </a:lnTo>
                  <a:lnTo>
                    <a:pt x="462" y="42"/>
                  </a:lnTo>
                  <a:lnTo>
                    <a:pt x="468" y="42"/>
                  </a:lnTo>
                  <a:lnTo>
                    <a:pt x="474" y="42"/>
                  </a:lnTo>
                  <a:lnTo>
                    <a:pt x="480" y="42"/>
                  </a:lnTo>
                  <a:lnTo>
                    <a:pt x="486" y="42"/>
                  </a:lnTo>
                  <a:lnTo>
                    <a:pt x="486" y="48"/>
                  </a:lnTo>
                  <a:lnTo>
                    <a:pt x="492" y="48"/>
                  </a:lnTo>
                  <a:lnTo>
                    <a:pt x="498" y="48"/>
                  </a:lnTo>
                  <a:lnTo>
                    <a:pt x="504" y="48"/>
                  </a:lnTo>
                  <a:lnTo>
                    <a:pt x="510" y="48"/>
                  </a:lnTo>
                  <a:lnTo>
                    <a:pt x="516" y="48"/>
                  </a:lnTo>
                  <a:lnTo>
                    <a:pt x="522" y="48"/>
                  </a:lnTo>
                  <a:lnTo>
                    <a:pt x="528" y="48"/>
                  </a:lnTo>
                  <a:lnTo>
                    <a:pt x="528" y="54"/>
                  </a:lnTo>
                  <a:lnTo>
                    <a:pt x="534" y="54"/>
                  </a:lnTo>
                  <a:lnTo>
                    <a:pt x="540" y="54"/>
                  </a:lnTo>
                  <a:lnTo>
                    <a:pt x="546" y="54"/>
                  </a:lnTo>
                  <a:lnTo>
                    <a:pt x="552" y="54"/>
                  </a:lnTo>
                  <a:lnTo>
                    <a:pt x="558" y="54"/>
                  </a:lnTo>
                  <a:lnTo>
                    <a:pt x="564" y="54"/>
                  </a:lnTo>
                  <a:lnTo>
                    <a:pt x="564" y="60"/>
                  </a:lnTo>
                  <a:lnTo>
                    <a:pt x="570" y="60"/>
                  </a:lnTo>
                  <a:lnTo>
                    <a:pt x="576" y="60"/>
                  </a:lnTo>
                  <a:lnTo>
                    <a:pt x="582" y="60"/>
                  </a:lnTo>
                  <a:lnTo>
                    <a:pt x="588" y="60"/>
                  </a:lnTo>
                  <a:lnTo>
                    <a:pt x="594" y="60"/>
                  </a:lnTo>
                  <a:lnTo>
                    <a:pt x="594" y="66"/>
                  </a:lnTo>
                  <a:lnTo>
                    <a:pt x="600" y="66"/>
                  </a:lnTo>
                  <a:lnTo>
                    <a:pt x="606" y="66"/>
                  </a:lnTo>
                  <a:lnTo>
                    <a:pt x="612" y="66"/>
                  </a:lnTo>
                  <a:lnTo>
                    <a:pt x="618" y="66"/>
                  </a:lnTo>
                  <a:lnTo>
                    <a:pt x="624" y="66"/>
                  </a:lnTo>
                  <a:lnTo>
                    <a:pt x="630" y="72"/>
                  </a:lnTo>
                  <a:lnTo>
                    <a:pt x="636" y="72"/>
                  </a:lnTo>
                  <a:lnTo>
                    <a:pt x="642" y="72"/>
                  </a:lnTo>
                  <a:lnTo>
                    <a:pt x="648" y="72"/>
                  </a:lnTo>
                </a:path>
              </a:pathLst>
            </a:custGeom>
            <a:noFill/>
            <a:ln w="9525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6" name="Freeform 72">
              <a:extLst>
                <a:ext uri="{FF2B5EF4-FFF2-40B4-BE49-F238E27FC236}">
                  <a16:creationId xmlns:a16="http://schemas.microsoft.com/office/drawing/2014/main" id="{135A281F-26F6-CF14-4952-6761F66AE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2" y="1773"/>
              <a:ext cx="624" cy="732"/>
            </a:xfrm>
            <a:custGeom>
              <a:avLst/>
              <a:gdLst>
                <a:gd name="T0" fmla="*/ 12 w 624"/>
                <a:gd name="T1" fmla="*/ 516 h 732"/>
                <a:gd name="T2" fmla="*/ 18 w 624"/>
                <a:gd name="T3" fmla="*/ 516 h 732"/>
                <a:gd name="T4" fmla="*/ 30 w 624"/>
                <a:gd name="T5" fmla="*/ 516 h 732"/>
                <a:gd name="T6" fmla="*/ 42 w 624"/>
                <a:gd name="T7" fmla="*/ 522 h 732"/>
                <a:gd name="T8" fmla="*/ 48 w 624"/>
                <a:gd name="T9" fmla="*/ 522 h 732"/>
                <a:gd name="T10" fmla="*/ 60 w 624"/>
                <a:gd name="T11" fmla="*/ 528 h 732"/>
                <a:gd name="T12" fmla="*/ 72 w 624"/>
                <a:gd name="T13" fmla="*/ 528 h 732"/>
                <a:gd name="T14" fmla="*/ 84 w 624"/>
                <a:gd name="T15" fmla="*/ 534 h 732"/>
                <a:gd name="T16" fmla="*/ 90 w 624"/>
                <a:gd name="T17" fmla="*/ 534 h 732"/>
                <a:gd name="T18" fmla="*/ 102 w 624"/>
                <a:gd name="T19" fmla="*/ 540 h 732"/>
                <a:gd name="T20" fmla="*/ 114 w 624"/>
                <a:gd name="T21" fmla="*/ 540 h 732"/>
                <a:gd name="T22" fmla="*/ 120 w 624"/>
                <a:gd name="T23" fmla="*/ 546 h 732"/>
                <a:gd name="T24" fmla="*/ 132 w 624"/>
                <a:gd name="T25" fmla="*/ 546 h 732"/>
                <a:gd name="T26" fmla="*/ 144 w 624"/>
                <a:gd name="T27" fmla="*/ 552 h 732"/>
                <a:gd name="T28" fmla="*/ 150 w 624"/>
                <a:gd name="T29" fmla="*/ 552 h 732"/>
                <a:gd name="T30" fmla="*/ 162 w 624"/>
                <a:gd name="T31" fmla="*/ 558 h 732"/>
                <a:gd name="T32" fmla="*/ 174 w 624"/>
                <a:gd name="T33" fmla="*/ 564 h 732"/>
                <a:gd name="T34" fmla="*/ 186 w 624"/>
                <a:gd name="T35" fmla="*/ 564 h 732"/>
                <a:gd name="T36" fmla="*/ 192 w 624"/>
                <a:gd name="T37" fmla="*/ 570 h 732"/>
                <a:gd name="T38" fmla="*/ 204 w 624"/>
                <a:gd name="T39" fmla="*/ 576 h 732"/>
                <a:gd name="T40" fmla="*/ 216 w 624"/>
                <a:gd name="T41" fmla="*/ 582 h 732"/>
                <a:gd name="T42" fmla="*/ 222 w 624"/>
                <a:gd name="T43" fmla="*/ 582 h 732"/>
                <a:gd name="T44" fmla="*/ 234 w 624"/>
                <a:gd name="T45" fmla="*/ 588 h 732"/>
                <a:gd name="T46" fmla="*/ 246 w 624"/>
                <a:gd name="T47" fmla="*/ 594 h 732"/>
                <a:gd name="T48" fmla="*/ 252 w 624"/>
                <a:gd name="T49" fmla="*/ 600 h 732"/>
                <a:gd name="T50" fmla="*/ 264 w 624"/>
                <a:gd name="T51" fmla="*/ 606 h 732"/>
                <a:gd name="T52" fmla="*/ 276 w 624"/>
                <a:gd name="T53" fmla="*/ 612 h 732"/>
                <a:gd name="T54" fmla="*/ 288 w 624"/>
                <a:gd name="T55" fmla="*/ 618 h 732"/>
                <a:gd name="T56" fmla="*/ 294 w 624"/>
                <a:gd name="T57" fmla="*/ 624 h 732"/>
                <a:gd name="T58" fmla="*/ 306 w 624"/>
                <a:gd name="T59" fmla="*/ 630 h 732"/>
                <a:gd name="T60" fmla="*/ 318 w 624"/>
                <a:gd name="T61" fmla="*/ 636 h 732"/>
                <a:gd name="T62" fmla="*/ 324 w 624"/>
                <a:gd name="T63" fmla="*/ 642 h 732"/>
                <a:gd name="T64" fmla="*/ 336 w 624"/>
                <a:gd name="T65" fmla="*/ 648 h 732"/>
                <a:gd name="T66" fmla="*/ 348 w 624"/>
                <a:gd name="T67" fmla="*/ 654 h 732"/>
                <a:gd name="T68" fmla="*/ 354 w 624"/>
                <a:gd name="T69" fmla="*/ 666 h 732"/>
                <a:gd name="T70" fmla="*/ 366 w 624"/>
                <a:gd name="T71" fmla="*/ 672 h 732"/>
                <a:gd name="T72" fmla="*/ 378 w 624"/>
                <a:gd name="T73" fmla="*/ 678 h 732"/>
                <a:gd name="T74" fmla="*/ 390 w 624"/>
                <a:gd name="T75" fmla="*/ 690 h 732"/>
                <a:gd name="T76" fmla="*/ 396 w 624"/>
                <a:gd name="T77" fmla="*/ 696 h 732"/>
                <a:gd name="T78" fmla="*/ 408 w 624"/>
                <a:gd name="T79" fmla="*/ 702 h 732"/>
                <a:gd name="T80" fmla="*/ 420 w 624"/>
                <a:gd name="T81" fmla="*/ 714 h 732"/>
                <a:gd name="T82" fmla="*/ 426 w 624"/>
                <a:gd name="T83" fmla="*/ 720 h 732"/>
                <a:gd name="T84" fmla="*/ 438 w 624"/>
                <a:gd name="T85" fmla="*/ 726 h 732"/>
                <a:gd name="T86" fmla="*/ 450 w 624"/>
                <a:gd name="T87" fmla="*/ 732 h 732"/>
                <a:gd name="T88" fmla="*/ 456 w 624"/>
                <a:gd name="T89" fmla="*/ 732 h 732"/>
                <a:gd name="T90" fmla="*/ 468 w 624"/>
                <a:gd name="T91" fmla="*/ 732 h 732"/>
                <a:gd name="T92" fmla="*/ 480 w 624"/>
                <a:gd name="T93" fmla="*/ 732 h 732"/>
                <a:gd name="T94" fmla="*/ 492 w 624"/>
                <a:gd name="T95" fmla="*/ 720 h 732"/>
                <a:gd name="T96" fmla="*/ 498 w 624"/>
                <a:gd name="T97" fmla="*/ 702 h 732"/>
                <a:gd name="T98" fmla="*/ 510 w 624"/>
                <a:gd name="T99" fmla="*/ 672 h 732"/>
                <a:gd name="T100" fmla="*/ 522 w 624"/>
                <a:gd name="T101" fmla="*/ 618 h 732"/>
                <a:gd name="T102" fmla="*/ 528 w 624"/>
                <a:gd name="T103" fmla="*/ 546 h 732"/>
                <a:gd name="T104" fmla="*/ 540 w 624"/>
                <a:gd name="T105" fmla="*/ 438 h 732"/>
                <a:gd name="T106" fmla="*/ 552 w 624"/>
                <a:gd name="T107" fmla="*/ 294 h 732"/>
                <a:gd name="T108" fmla="*/ 558 w 624"/>
                <a:gd name="T109" fmla="*/ 126 h 732"/>
                <a:gd name="T110" fmla="*/ 570 w 624"/>
                <a:gd name="T111" fmla="*/ 6 h 732"/>
                <a:gd name="T112" fmla="*/ 582 w 624"/>
                <a:gd name="T113" fmla="*/ 120 h 732"/>
                <a:gd name="T114" fmla="*/ 594 w 624"/>
                <a:gd name="T115" fmla="*/ 642 h 732"/>
                <a:gd name="T116" fmla="*/ 600 w 624"/>
                <a:gd name="T117" fmla="*/ 168 h 732"/>
                <a:gd name="T118" fmla="*/ 612 w 624"/>
                <a:gd name="T119" fmla="*/ 66 h 732"/>
                <a:gd name="T120" fmla="*/ 624 w 624"/>
                <a:gd name="T121" fmla="*/ 270 h 7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24" h="732">
                  <a:moveTo>
                    <a:pt x="0" y="510"/>
                  </a:moveTo>
                  <a:lnTo>
                    <a:pt x="6" y="510"/>
                  </a:lnTo>
                  <a:lnTo>
                    <a:pt x="6" y="516"/>
                  </a:lnTo>
                  <a:lnTo>
                    <a:pt x="12" y="516"/>
                  </a:lnTo>
                  <a:lnTo>
                    <a:pt x="18" y="516"/>
                  </a:lnTo>
                  <a:lnTo>
                    <a:pt x="24" y="516"/>
                  </a:lnTo>
                  <a:lnTo>
                    <a:pt x="30" y="516"/>
                  </a:lnTo>
                  <a:lnTo>
                    <a:pt x="30" y="522"/>
                  </a:lnTo>
                  <a:lnTo>
                    <a:pt x="36" y="522"/>
                  </a:lnTo>
                  <a:lnTo>
                    <a:pt x="42" y="522"/>
                  </a:lnTo>
                  <a:lnTo>
                    <a:pt x="48" y="522"/>
                  </a:lnTo>
                  <a:lnTo>
                    <a:pt x="54" y="522"/>
                  </a:lnTo>
                  <a:lnTo>
                    <a:pt x="60" y="528"/>
                  </a:lnTo>
                  <a:lnTo>
                    <a:pt x="66" y="528"/>
                  </a:lnTo>
                  <a:lnTo>
                    <a:pt x="72" y="528"/>
                  </a:lnTo>
                  <a:lnTo>
                    <a:pt x="78" y="528"/>
                  </a:lnTo>
                  <a:lnTo>
                    <a:pt x="78" y="534"/>
                  </a:lnTo>
                  <a:lnTo>
                    <a:pt x="84" y="534"/>
                  </a:lnTo>
                  <a:lnTo>
                    <a:pt x="90" y="534"/>
                  </a:lnTo>
                  <a:lnTo>
                    <a:pt x="96" y="534"/>
                  </a:lnTo>
                  <a:lnTo>
                    <a:pt x="102" y="534"/>
                  </a:lnTo>
                  <a:lnTo>
                    <a:pt x="102" y="540"/>
                  </a:lnTo>
                  <a:lnTo>
                    <a:pt x="108" y="540"/>
                  </a:lnTo>
                  <a:lnTo>
                    <a:pt x="114" y="540"/>
                  </a:lnTo>
                  <a:lnTo>
                    <a:pt x="120" y="540"/>
                  </a:lnTo>
                  <a:lnTo>
                    <a:pt x="120" y="546"/>
                  </a:lnTo>
                  <a:lnTo>
                    <a:pt x="126" y="546"/>
                  </a:lnTo>
                  <a:lnTo>
                    <a:pt x="132" y="546"/>
                  </a:lnTo>
                  <a:lnTo>
                    <a:pt x="138" y="552"/>
                  </a:lnTo>
                  <a:lnTo>
                    <a:pt x="144" y="552"/>
                  </a:lnTo>
                  <a:lnTo>
                    <a:pt x="150" y="552"/>
                  </a:lnTo>
                  <a:lnTo>
                    <a:pt x="156" y="558"/>
                  </a:lnTo>
                  <a:lnTo>
                    <a:pt x="162" y="558"/>
                  </a:lnTo>
                  <a:lnTo>
                    <a:pt x="168" y="558"/>
                  </a:lnTo>
                  <a:lnTo>
                    <a:pt x="168" y="564"/>
                  </a:lnTo>
                  <a:lnTo>
                    <a:pt x="174" y="564"/>
                  </a:lnTo>
                  <a:lnTo>
                    <a:pt x="180" y="564"/>
                  </a:lnTo>
                  <a:lnTo>
                    <a:pt x="186" y="564"/>
                  </a:lnTo>
                  <a:lnTo>
                    <a:pt x="186" y="570"/>
                  </a:lnTo>
                  <a:lnTo>
                    <a:pt x="192" y="570"/>
                  </a:lnTo>
                  <a:lnTo>
                    <a:pt x="198" y="570"/>
                  </a:lnTo>
                  <a:lnTo>
                    <a:pt x="204" y="576"/>
                  </a:lnTo>
                  <a:lnTo>
                    <a:pt x="210" y="576"/>
                  </a:lnTo>
                  <a:lnTo>
                    <a:pt x="216" y="582"/>
                  </a:lnTo>
                  <a:lnTo>
                    <a:pt x="222" y="582"/>
                  </a:lnTo>
                  <a:lnTo>
                    <a:pt x="228" y="582"/>
                  </a:lnTo>
                  <a:lnTo>
                    <a:pt x="228" y="588"/>
                  </a:lnTo>
                  <a:lnTo>
                    <a:pt x="234" y="588"/>
                  </a:lnTo>
                  <a:lnTo>
                    <a:pt x="240" y="594"/>
                  </a:lnTo>
                  <a:lnTo>
                    <a:pt x="246" y="594"/>
                  </a:lnTo>
                  <a:lnTo>
                    <a:pt x="252" y="594"/>
                  </a:lnTo>
                  <a:lnTo>
                    <a:pt x="252" y="600"/>
                  </a:lnTo>
                  <a:lnTo>
                    <a:pt x="258" y="600"/>
                  </a:lnTo>
                  <a:lnTo>
                    <a:pt x="264" y="600"/>
                  </a:lnTo>
                  <a:lnTo>
                    <a:pt x="264" y="606"/>
                  </a:lnTo>
                  <a:lnTo>
                    <a:pt x="270" y="606"/>
                  </a:lnTo>
                  <a:lnTo>
                    <a:pt x="276" y="612"/>
                  </a:lnTo>
                  <a:lnTo>
                    <a:pt x="282" y="612"/>
                  </a:lnTo>
                  <a:lnTo>
                    <a:pt x="288" y="618"/>
                  </a:lnTo>
                  <a:lnTo>
                    <a:pt x="294" y="618"/>
                  </a:lnTo>
                  <a:lnTo>
                    <a:pt x="294" y="624"/>
                  </a:lnTo>
                  <a:lnTo>
                    <a:pt x="300" y="624"/>
                  </a:lnTo>
                  <a:lnTo>
                    <a:pt x="306" y="624"/>
                  </a:lnTo>
                  <a:lnTo>
                    <a:pt x="306" y="630"/>
                  </a:lnTo>
                  <a:lnTo>
                    <a:pt x="312" y="630"/>
                  </a:lnTo>
                  <a:lnTo>
                    <a:pt x="312" y="636"/>
                  </a:lnTo>
                  <a:lnTo>
                    <a:pt x="318" y="636"/>
                  </a:lnTo>
                  <a:lnTo>
                    <a:pt x="324" y="636"/>
                  </a:lnTo>
                  <a:lnTo>
                    <a:pt x="324" y="642"/>
                  </a:lnTo>
                  <a:lnTo>
                    <a:pt x="330" y="642"/>
                  </a:lnTo>
                  <a:lnTo>
                    <a:pt x="330" y="648"/>
                  </a:lnTo>
                  <a:lnTo>
                    <a:pt x="336" y="648"/>
                  </a:lnTo>
                  <a:lnTo>
                    <a:pt x="342" y="654"/>
                  </a:lnTo>
                  <a:lnTo>
                    <a:pt x="348" y="654"/>
                  </a:lnTo>
                  <a:lnTo>
                    <a:pt x="348" y="660"/>
                  </a:lnTo>
                  <a:lnTo>
                    <a:pt x="354" y="660"/>
                  </a:lnTo>
                  <a:lnTo>
                    <a:pt x="354" y="666"/>
                  </a:lnTo>
                  <a:lnTo>
                    <a:pt x="360" y="666"/>
                  </a:lnTo>
                  <a:lnTo>
                    <a:pt x="366" y="672"/>
                  </a:lnTo>
                  <a:lnTo>
                    <a:pt x="372" y="672"/>
                  </a:lnTo>
                  <a:lnTo>
                    <a:pt x="372" y="678"/>
                  </a:lnTo>
                  <a:lnTo>
                    <a:pt x="378" y="678"/>
                  </a:lnTo>
                  <a:lnTo>
                    <a:pt x="378" y="684"/>
                  </a:lnTo>
                  <a:lnTo>
                    <a:pt x="384" y="684"/>
                  </a:lnTo>
                  <a:lnTo>
                    <a:pt x="390" y="690"/>
                  </a:lnTo>
                  <a:lnTo>
                    <a:pt x="396" y="696"/>
                  </a:lnTo>
                  <a:lnTo>
                    <a:pt x="402" y="696"/>
                  </a:lnTo>
                  <a:lnTo>
                    <a:pt x="402" y="702"/>
                  </a:lnTo>
                  <a:lnTo>
                    <a:pt x="408" y="702"/>
                  </a:lnTo>
                  <a:lnTo>
                    <a:pt x="408" y="708"/>
                  </a:lnTo>
                  <a:lnTo>
                    <a:pt x="414" y="708"/>
                  </a:lnTo>
                  <a:lnTo>
                    <a:pt x="420" y="714"/>
                  </a:lnTo>
                  <a:lnTo>
                    <a:pt x="426" y="714"/>
                  </a:lnTo>
                  <a:lnTo>
                    <a:pt x="426" y="720"/>
                  </a:lnTo>
                  <a:lnTo>
                    <a:pt x="432" y="720"/>
                  </a:lnTo>
                  <a:lnTo>
                    <a:pt x="438" y="726"/>
                  </a:lnTo>
                  <a:lnTo>
                    <a:pt x="444" y="726"/>
                  </a:lnTo>
                  <a:lnTo>
                    <a:pt x="444" y="732"/>
                  </a:lnTo>
                  <a:lnTo>
                    <a:pt x="450" y="732"/>
                  </a:lnTo>
                  <a:lnTo>
                    <a:pt x="456" y="732"/>
                  </a:lnTo>
                  <a:lnTo>
                    <a:pt x="462" y="732"/>
                  </a:lnTo>
                  <a:lnTo>
                    <a:pt x="468" y="732"/>
                  </a:lnTo>
                  <a:lnTo>
                    <a:pt x="474" y="732"/>
                  </a:lnTo>
                  <a:lnTo>
                    <a:pt x="480" y="732"/>
                  </a:lnTo>
                  <a:lnTo>
                    <a:pt x="480" y="726"/>
                  </a:lnTo>
                  <a:lnTo>
                    <a:pt x="486" y="726"/>
                  </a:lnTo>
                  <a:lnTo>
                    <a:pt x="486" y="720"/>
                  </a:lnTo>
                  <a:lnTo>
                    <a:pt x="492" y="720"/>
                  </a:lnTo>
                  <a:lnTo>
                    <a:pt x="492" y="714"/>
                  </a:lnTo>
                  <a:lnTo>
                    <a:pt x="498" y="708"/>
                  </a:lnTo>
                  <a:lnTo>
                    <a:pt x="498" y="702"/>
                  </a:lnTo>
                  <a:lnTo>
                    <a:pt x="504" y="696"/>
                  </a:lnTo>
                  <a:lnTo>
                    <a:pt x="504" y="684"/>
                  </a:lnTo>
                  <a:lnTo>
                    <a:pt x="510" y="678"/>
                  </a:lnTo>
                  <a:lnTo>
                    <a:pt x="510" y="672"/>
                  </a:lnTo>
                  <a:lnTo>
                    <a:pt x="510" y="660"/>
                  </a:lnTo>
                  <a:lnTo>
                    <a:pt x="516" y="648"/>
                  </a:lnTo>
                  <a:lnTo>
                    <a:pt x="516" y="636"/>
                  </a:lnTo>
                  <a:lnTo>
                    <a:pt x="522" y="618"/>
                  </a:lnTo>
                  <a:lnTo>
                    <a:pt x="522" y="606"/>
                  </a:lnTo>
                  <a:lnTo>
                    <a:pt x="528" y="588"/>
                  </a:lnTo>
                  <a:lnTo>
                    <a:pt x="528" y="564"/>
                  </a:lnTo>
                  <a:lnTo>
                    <a:pt x="528" y="546"/>
                  </a:lnTo>
                  <a:lnTo>
                    <a:pt x="534" y="522"/>
                  </a:lnTo>
                  <a:lnTo>
                    <a:pt x="534" y="498"/>
                  </a:lnTo>
                  <a:lnTo>
                    <a:pt x="540" y="468"/>
                  </a:lnTo>
                  <a:lnTo>
                    <a:pt x="540" y="438"/>
                  </a:lnTo>
                  <a:lnTo>
                    <a:pt x="540" y="408"/>
                  </a:lnTo>
                  <a:lnTo>
                    <a:pt x="546" y="372"/>
                  </a:lnTo>
                  <a:lnTo>
                    <a:pt x="546" y="336"/>
                  </a:lnTo>
                  <a:lnTo>
                    <a:pt x="552" y="294"/>
                  </a:lnTo>
                  <a:lnTo>
                    <a:pt x="552" y="252"/>
                  </a:lnTo>
                  <a:lnTo>
                    <a:pt x="558" y="210"/>
                  </a:lnTo>
                  <a:lnTo>
                    <a:pt x="558" y="168"/>
                  </a:lnTo>
                  <a:lnTo>
                    <a:pt x="558" y="126"/>
                  </a:lnTo>
                  <a:lnTo>
                    <a:pt x="564" y="90"/>
                  </a:lnTo>
                  <a:lnTo>
                    <a:pt x="564" y="54"/>
                  </a:lnTo>
                  <a:lnTo>
                    <a:pt x="570" y="24"/>
                  </a:lnTo>
                  <a:lnTo>
                    <a:pt x="570" y="6"/>
                  </a:lnTo>
                  <a:lnTo>
                    <a:pt x="576" y="0"/>
                  </a:lnTo>
                  <a:lnTo>
                    <a:pt x="576" y="12"/>
                  </a:lnTo>
                  <a:lnTo>
                    <a:pt x="576" y="54"/>
                  </a:lnTo>
                  <a:lnTo>
                    <a:pt x="582" y="120"/>
                  </a:lnTo>
                  <a:lnTo>
                    <a:pt x="582" y="222"/>
                  </a:lnTo>
                  <a:lnTo>
                    <a:pt x="588" y="354"/>
                  </a:lnTo>
                  <a:lnTo>
                    <a:pt x="588" y="504"/>
                  </a:lnTo>
                  <a:lnTo>
                    <a:pt x="594" y="642"/>
                  </a:lnTo>
                  <a:lnTo>
                    <a:pt x="594" y="732"/>
                  </a:lnTo>
                  <a:lnTo>
                    <a:pt x="594" y="690"/>
                  </a:lnTo>
                  <a:lnTo>
                    <a:pt x="600" y="486"/>
                  </a:lnTo>
                  <a:lnTo>
                    <a:pt x="600" y="168"/>
                  </a:lnTo>
                  <a:lnTo>
                    <a:pt x="606" y="0"/>
                  </a:lnTo>
                  <a:lnTo>
                    <a:pt x="606" y="342"/>
                  </a:lnTo>
                  <a:lnTo>
                    <a:pt x="612" y="732"/>
                  </a:lnTo>
                  <a:lnTo>
                    <a:pt x="612" y="66"/>
                  </a:lnTo>
                  <a:lnTo>
                    <a:pt x="612" y="702"/>
                  </a:lnTo>
                  <a:lnTo>
                    <a:pt x="618" y="318"/>
                  </a:lnTo>
                  <a:lnTo>
                    <a:pt x="618" y="714"/>
                  </a:lnTo>
                  <a:lnTo>
                    <a:pt x="624" y="270"/>
                  </a:lnTo>
                  <a:lnTo>
                    <a:pt x="624" y="180"/>
                  </a:lnTo>
                </a:path>
              </a:pathLst>
            </a:custGeom>
            <a:noFill/>
            <a:ln w="9525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7" name="Freeform 73">
              <a:extLst>
                <a:ext uri="{FF2B5EF4-FFF2-40B4-BE49-F238E27FC236}">
                  <a16:creationId xmlns:a16="http://schemas.microsoft.com/office/drawing/2014/main" id="{6967CD3C-F8F9-87D7-0E73-8242AA736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1773"/>
              <a:ext cx="648" cy="732"/>
            </a:xfrm>
            <a:custGeom>
              <a:avLst/>
              <a:gdLst>
                <a:gd name="T0" fmla="*/ 12 w 648"/>
                <a:gd name="T1" fmla="*/ 30 h 732"/>
                <a:gd name="T2" fmla="*/ 24 w 648"/>
                <a:gd name="T3" fmla="*/ 564 h 732"/>
                <a:gd name="T4" fmla="*/ 36 w 648"/>
                <a:gd name="T5" fmla="*/ 228 h 732"/>
                <a:gd name="T6" fmla="*/ 48 w 648"/>
                <a:gd name="T7" fmla="*/ 720 h 732"/>
                <a:gd name="T8" fmla="*/ 60 w 648"/>
                <a:gd name="T9" fmla="*/ 642 h 732"/>
                <a:gd name="T10" fmla="*/ 72 w 648"/>
                <a:gd name="T11" fmla="*/ 438 h 732"/>
                <a:gd name="T12" fmla="*/ 84 w 648"/>
                <a:gd name="T13" fmla="*/ 264 h 732"/>
                <a:gd name="T14" fmla="*/ 102 w 648"/>
                <a:gd name="T15" fmla="*/ 144 h 732"/>
                <a:gd name="T16" fmla="*/ 114 w 648"/>
                <a:gd name="T17" fmla="*/ 72 h 732"/>
                <a:gd name="T18" fmla="*/ 126 w 648"/>
                <a:gd name="T19" fmla="*/ 30 h 732"/>
                <a:gd name="T20" fmla="*/ 138 w 648"/>
                <a:gd name="T21" fmla="*/ 12 h 732"/>
                <a:gd name="T22" fmla="*/ 150 w 648"/>
                <a:gd name="T23" fmla="*/ 0 h 732"/>
                <a:gd name="T24" fmla="*/ 162 w 648"/>
                <a:gd name="T25" fmla="*/ 0 h 732"/>
                <a:gd name="T26" fmla="*/ 174 w 648"/>
                <a:gd name="T27" fmla="*/ 0 h 732"/>
                <a:gd name="T28" fmla="*/ 186 w 648"/>
                <a:gd name="T29" fmla="*/ 6 h 732"/>
                <a:gd name="T30" fmla="*/ 204 w 648"/>
                <a:gd name="T31" fmla="*/ 18 h 732"/>
                <a:gd name="T32" fmla="*/ 216 w 648"/>
                <a:gd name="T33" fmla="*/ 24 h 732"/>
                <a:gd name="T34" fmla="*/ 228 w 648"/>
                <a:gd name="T35" fmla="*/ 36 h 732"/>
                <a:gd name="T36" fmla="*/ 240 w 648"/>
                <a:gd name="T37" fmla="*/ 48 h 732"/>
                <a:gd name="T38" fmla="*/ 252 w 648"/>
                <a:gd name="T39" fmla="*/ 54 h 732"/>
                <a:gd name="T40" fmla="*/ 264 w 648"/>
                <a:gd name="T41" fmla="*/ 66 h 732"/>
                <a:gd name="T42" fmla="*/ 276 w 648"/>
                <a:gd name="T43" fmla="*/ 78 h 732"/>
                <a:gd name="T44" fmla="*/ 288 w 648"/>
                <a:gd name="T45" fmla="*/ 84 h 732"/>
                <a:gd name="T46" fmla="*/ 306 w 648"/>
                <a:gd name="T47" fmla="*/ 96 h 732"/>
                <a:gd name="T48" fmla="*/ 318 w 648"/>
                <a:gd name="T49" fmla="*/ 102 h 732"/>
                <a:gd name="T50" fmla="*/ 330 w 648"/>
                <a:gd name="T51" fmla="*/ 108 h 732"/>
                <a:gd name="T52" fmla="*/ 342 w 648"/>
                <a:gd name="T53" fmla="*/ 120 h 732"/>
                <a:gd name="T54" fmla="*/ 354 w 648"/>
                <a:gd name="T55" fmla="*/ 126 h 732"/>
                <a:gd name="T56" fmla="*/ 366 w 648"/>
                <a:gd name="T57" fmla="*/ 132 h 732"/>
                <a:gd name="T58" fmla="*/ 378 w 648"/>
                <a:gd name="T59" fmla="*/ 138 h 732"/>
                <a:gd name="T60" fmla="*/ 390 w 648"/>
                <a:gd name="T61" fmla="*/ 144 h 732"/>
                <a:gd name="T62" fmla="*/ 408 w 648"/>
                <a:gd name="T63" fmla="*/ 150 h 732"/>
                <a:gd name="T64" fmla="*/ 420 w 648"/>
                <a:gd name="T65" fmla="*/ 156 h 732"/>
                <a:gd name="T66" fmla="*/ 432 w 648"/>
                <a:gd name="T67" fmla="*/ 162 h 732"/>
                <a:gd name="T68" fmla="*/ 444 w 648"/>
                <a:gd name="T69" fmla="*/ 168 h 732"/>
                <a:gd name="T70" fmla="*/ 456 w 648"/>
                <a:gd name="T71" fmla="*/ 174 h 732"/>
                <a:gd name="T72" fmla="*/ 468 w 648"/>
                <a:gd name="T73" fmla="*/ 174 h 732"/>
                <a:gd name="T74" fmla="*/ 480 w 648"/>
                <a:gd name="T75" fmla="*/ 180 h 732"/>
                <a:gd name="T76" fmla="*/ 492 w 648"/>
                <a:gd name="T77" fmla="*/ 186 h 732"/>
                <a:gd name="T78" fmla="*/ 510 w 648"/>
                <a:gd name="T79" fmla="*/ 192 h 732"/>
                <a:gd name="T80" fmla="*/ 522 w 648"/>
                <a:gd name="T81" fmla="*/ 192 h 732"/>
                <a:gd name="T82" fmla="*/ 534 w 648"/>
                <a:gd name="T83" fmla="*/ 198 h 732"/>
                <a:gd name="T84" fmla="*/ 546 w 648"/>
                <a:gd name="T85" fmla="*/ 198 h 732"/>
                <a:gd name="T86" fmla="*/ 558 w 648"/>
                <a:gd name="T87" fmla="*/ 204 h 732"/>
                <a:gd name="T88" fmla="*/ 570 w 648"/>
                <a:gd name="T89" fmla="*/ 210 h 732"/>
                <a:gd name="T90" fmla="*/ 582 w 648"/>
                <a:gd name="T91" fmla="*/ 210 h 732"/>
                <a:gd name="T92" fmla="*/ 594 w 648"/>
                <a:gd name="T93" fmla="*/ 216 h 732"/>
                <a:gd name="T94" fmla="*/ 612 w 648"/>
                <a:gd name="T95" fmla="*/ 216 h 732"/>
                <a:gd name="T96" fmla="*/ 624 w 648"/>
                <a:gd name="T97" fmla="*/ 222 h 732"/>
                <a:gd name="T98" fmla="*/ 636 w 648"/>
                <a:gd name="T99" fmla="*/ 222 h 732"/>
                <a:gd name="T100" fmla="*/ 648 w 648"/>
                <a:gd name="T101" fmla="*/ 228 h 73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48" h="732">
                  <a:moveTo>
                    <a:pt x="0" y="552"/>
                  </a:moveTo>
                  <a:lnTo>
                    <a:pt x="0" y="462"/>
                  </a:lnTo>
                  <a:lnTo>
                    <a:pt x="6" y="18"/>
                  </a:lnTo>
                  <a:lnTo>
                    <a:pt x="6" y="414"/>
                  </a:lnTo>
                  <a:lnTo>
                    <a:pt x="12" y="30"/>
                  </a:lnTo>
                  <a:lnTo>
                    <a:pt x="12" y="666"/>
                  </a:lnTo>
                  <a:lnTo>
                    <a:pt x="12" y="0"/>
                  </a:lnTo>
                  <a:lnTo>
                    <a:pt x="18" y="390"/>
                  </a:lnTo>
                  <a:lnTo>
                    <a:pt x="18" y="732"/>
                  </a:lnTo>
                  <a:lnTo>
                    <a:pt x="24" y="564"/>
                  </a:lnTo>
                  <a:lnTo>
                    <a:pt x="24" y="246"/>
                  </a:lnTo>
                  <a:lnTo>
                    <a:pt x="30" y="42"/>
                  </a:lnTo>
                  <a:lnTo>
                    <a:pt x="30" y="0"/>
                  </a:lnTo>
                  <a:lnTo>
                    <a:pt x="30" y="90"/>
                  </a:lnTo>
                  <a:lnTo>
                    <a:pt x="36" y="228"/>
                  </a:lnTo>
                  <a:lnTo>
                    <a:pt x="36" y="378"/>
                  </a:lnTo>
                  <a:lnTo>
                    <a:pt x="42" y="510"/>
                  </a:lnTo>
                  <a:lnTo>
                    <a:pt x="42" y="612"/>
                  </a:lnTo>
                  <a:lnTo>
                    <a:pt x="48" y="678"/>
                  </a:lnTo>
                  <a:lnTo>
                    <a:pt x="48" y="720"/>
                  </a:lnTo>
                  <a:lnTo>
                    <a:pt x="48" y="732"/>
                  </a:lnTo>
                  <a:lnTo>
                    <a:pt x="54" y="726"/>
                  </a:lnTo>
                  <a:lnTo>
                    <a:pt x="54" y="708"/>
                  </a:lnTo>
                  <a:lnTo>
                    <a:pt x="60" y="678"/>
                  </a:lnTo>
                  <a:lnTo>
                    <a:pt x="60" y="642"/>
                  </a:lnTo>
                  <a:lnTo>
                    <a:pt x="66" y="606"/>
                  </a:lnTo>
                  <a:lnTo>
                    <a:pt x="66" y="564"/>
                  </a:lnTo>
                  <a:lnTo>
                    <a:pt x="66" y="522"/>
                  </a:lnTo>
                  <a:lnTo>
                    <a:pt x="72" y="480"/>
                  </a:lnTo>
                  <a:lnTo>
                    <a:pt x="72" y="438"/>
                  </a:lnTo>
                  <a:lnTo>
                    <a:pt x="78" y="396"/>
                  </a:lnTo>
                  <a:lnTo>
                    <a:pt x="78" y="360"/>
                  </a:lnTo>
                  <a:lnTo>
                    <a:pt x="84" y="324"/>
                  </a:lnTo>
                  <a:lnTo>
                    <a:pt x="84" y="294"/>
                  </a:lnTo>
                  <a:lnTo>
                    <a:pt x="84" y="264"/>
                  </a:lnTo>
                  <a:lnTo>
                    <a:pt x="90" y="234"/>
                  </a:lnTo>
                  <a:lnTo>
                    <a:pt x="90" y="210"/>
                  </a:lnTo>
                  <a:lnTo>
                    <a:pt x="96" y="186"/>
                  </a:lnTo>
                  <a:lnTo>
                    <a:pt x="96" y="168"/>
                  </a:lnTo>
                  <a:lnTo>
                    <a:pt x="102" y="144"/>
                  </a:lnTo>
                  <a:lnTo>
                    <a:pt x="102" y="126"/>
                  </a:lnTo>
                  <a:lnTo>
                    <a:pt x="102" y="114"/>
                  </a:lnTo>
                  <a:lnTo>
                    <a:pt x="108" y="96"/>
                  </a:lnTo>
                  <a:lnTo>
                    <a:pt x="108" y="84"/>
                  </a:lnTo>
                  <a:lnTo>
                    <a:pt x="114" y="72"/>
                  </a:lnTo>
                  <a:lnTo>
                    <a:pt x="114" y="60"/>
                  </a:lnTo>
                  <a:lnTo>
                    <a:pt x="114" y="54"/>
                  </a:lnTo>
                  <a:lnTo>
                    <a:pt x="120" y="48"/>
                  </a:lnTo>
                  <a:lnTo>
                    <a:pt x="120" y="36"/>
                  </a:lnTo>
                  <a:lnTo>
                    <a:pt x="126" y="30"/>
                  </a:lnTo>
                  <a:lnTo>
                    <a:pt x="126" y="24"/>
                  </a:lnTo>
                  <a:lnTo>
                    <a:pt x="132" y="18"/>
                  </a:lnTo>
                  <a:lnTo>
                    <a:pt x="132" y="12"/>
                  </a:lnTo>
                  <a:lnTo>
                    <a:pt x="138" y="12"/>
                  </a:lnTo>
                  <a:lnTo>
                    <a:pt x="138" y="6"/>
                  </a:lnTo>
                  <a:lnTo>
                    <a:pt x="144" y="6"/>
                  </a:lnTo>
                  <a:lnTo>
                    <a:pt x="144" y="0"/>
                  </a:lnTo>
                  <a:lnTo>
                    <a:pt x="150" y="0"/>
                  </a:lnTo>
                  <a:lnTo>
                    <a:pt x="156" y="0"/>
                  </a:lnTo>
                  <a:lnTo>
                    <a:pt x="162" y="0"/>
                  </a:lnTo>
                  <a:lnTo>
                    <a:pt x="168" y="0"/>
                  </a:lnTo>
                  <a:lnTo>
                    <a:pt x="174" y="0"/>
                  </a:lnTo>
                  <a:lnTo>
                    <a:pt x="180" y="0"/>
                  </a:lnTo>
                  <a:lnTo>
                    <a:pt x="180" y="6"/>
                  </a:lnTo>
                  <a:lnTo>
                    <a:pt x="186" y="6"/>
                  </a:lnTo>
                  <a:lnTo>
                    <a:pt x="192" y="12"/>
                  </a:lnTo>
                  <a:lnTo>
                    <a:pt x="198" y="12"/>
                  </a:lnTo>
                  <a:lnTo>
                    <a:pt x="204" y="18"/>
                  </a:lnTo>
                  <a:lnTo>
                    <a:pt x="210" y="24"/>
                  </a:lnTo>
                  <a:lnTo>
                    <a:pt x="216" y="24"/>
                  </a:lnTo>
                  <a:lnTo>
                    <a:pt x="216" y="30"/>
                  </a:lnTo>
                  <a:lnTo>
                    <a:pt x="222" y="30"/>
                  </a:lnTo>
                  <a:lnTo>
                    <a:pt x="222" y="36"/>
                  </a:lnTo>
                  <a:lnTo>
                    <a:pt x="228" y="36"/>
                  </a:lnTo>
                  <a:lnTo>
                    <a:pt x="234" y="42"/>
                  </a:lnTo>
                  <a:lnTo>
                    <a:pt x="240" y="48"/>
                  </a:lnTo>
                  <a:lnTo>
                    <a:pt x="246" y="48"/>
                  </a:lnTo>
                  <a:lnTo>
                    <a:pt x="246" y="54"/>
                  </a:lnTo>
                  <a:lnTo>
                    <a:pt x="252" y="54"/>
                  </a:lnTo>
                  <a:lnTo>
                    <a:pt x="252" y="60"/>
                  </a:lnTo>
                  <a:lnTo>
                    <a:pt x="258" y="60"/>
                  </a:lnTo>
                  <a:lnTo>
                    <a:pt x="264" y="66"/>
                  </a:lnTo>
                  <a:lnTo>
                    <a:pt x="270" y="66"/>
                  </a:lnTo>
                  <a:lnTo>
                    <a:pt x="270" y="72"/>
                  </a:lnTo>
                  <a:lnTo>
                    <a:pt x="276" y="72"/>
                  </a:lnTo>
                  <a:lnTo>
                    <a:pt x="276" y="78"/>
                  </a:lnTo>
                  <a:lnTo>
                    <a:pt x="282" y="78"/>
                  </a:lnTo>
                  <a:lnTo>
                    <a:pt x="288" y="84"/>
                  </a:lnTo>
                  <a:lnTo>
                    <a:pt x="294" y="84"/>
                  </a:lnTo>
                  <a:lnTo>
                    <a:pt x="294" y="90"/>
                  </a:lnTo>
                  <a:lnTo>
                    <a:pt x="300" y="90"/>
                  </a:lnTo>
                  <a:lnTo>
                    <a:pt x="306" y="96"/>
                  </a:lnTo>
                  <a:lnTo>
                    <a:pt x="312" y="96"/>
                  </a:lnTo>
                  <a:lnTo>
                    <a:pt x="312" y="102"/>
                  </a:lnTo>
                  <a:lnTo>
                    <a:pt x="318" y="102"/>
                  </a:lnTo>
                  <a:lnTo>
                    <a:pt x="318" y="108"/>
                  </a:lnTo>
                  <a:lnTo>
                    <a:pt x="324" y="108"/>
                  </a:lnTo>
                  <a:lnTo>
                    <a:pt x="330" y="108"/>
                  </a:lnTo>
                  <a:lnTo>
                    <a:pt x="330" y="114"/>
                  </a:lnTo>
                  <a:lnTo>
                    <a:pt x="336" y="114"/>
                  </a:lnTo>
                  <a:lnTo>
                    <a:pt x="342" y="120"/>
                  </a:lnTo>
                  <a:lnTo>
                    <a:pt x="348" y="120"/>
                  </a:lnTo>
                  <a:lnTo>
                    <a:pt x="354" y="126"/>
                  </a:lnTo>
                  <a:lnTo>
                    <a:pt x="360" y="126"/>
                  </a:lnTo>
                  <a:lnTo>
                    <a:pt x="360" y="132"/>
                  </a:lnTo>
                  <a:lnTo>
                    <a:pt x="366" y="132"/>
                  </a:lnTo>
                  <a:lnTo>
                    <a:pt x="372" y="132"/>
                  </a:lnTo>
                  <a:lnTo>
                    <a:pt x="372" y="138"/>
                  </a:lnTo>
                  <a:lnTo>
                    <a:pt x="378" y="138"/>
                  </a:lnTo>
                  <a:lnTo>
                    <a:pt x="384" y="138"/>
                  </a:lnTo>
                  <a:lnTo>
                    <a:pt x="390" y="144"/>
                  </a:lnTo>
                  <a:lnTo>
                    <a:pt x="396" y="144"/>
                  </a:lnTo>
                  <a:lnTo>
                    <a:pt x="396" y="150"/>
                  </a:lnTo>
                  <a:lnTo>
                    <a:pt x="402" y="150"/>
                  </a:lnTo>
                  <a:lnTo>
                    <a:pt x="408" y="150"/>
                  </a:lnTo>
                  <a:lnTo>
                    <a:pt x="414" y="156"/>
                  </a:lnTo>
                  <a:lnTo>
                    <a:pt x="420" y="156"/>
                  </a:lnTo>
                  <a:lnTo>
                    <a:pt x="426" y="162"/>
                  </a:lnTo>
                  <a:lnTo>
                    <a:pt x="432" y="162"/>
                  </a:lnTo>
                  <a:lnTo>
                    <a:pt x="438" y="162"/>
                  </a:lnTo>
                  <a:lnTo>
                    <a:pt x="438" y="168"/>
                  </a:lnTo>
                  <a:lnTo>
                    <a:pt x="444" y="168"/>
                  </a:lnTo>
                  <a:lnTo>
                    <a:pt x="450" y="168"/>
                  </a:lnTo>
                  <a:lnTo>
                    <a:pt x="456" y="168"/>
                  </a:lnTo>
                  <a:lnTo>
                    <a:pt x="456" y="174"/>
                  </a:lnTo>
                  <a:lnTo>
                    <a:pt x="462" y="174"/>
                  </a:lnTo>
                  <a:lnTo>
                    <a:pt x="468" y="174"/>
                  </a:lnTo>
                  <a:lnTo>
                    <a:pt x="474" y="180"/>
                  </a:lnTo>
                  <a:lnTo>
                    <a:pt x="480" y="180"/>
                  </a:lnTo>
                  <a:lnTo>
                    <a:pt x="486" y="180"/>
                  </a:lnTo>
                  <a:lnTo>
                    <a:pt x="492" y="186"/>
                  </a:lnTo>
                  <a:lnTo>
                    <a:pt x="498" y="186"/>
                  </a:lnTo>
                  <a:lnTo>
                    <a:pt x="504" y="186"/>
                  </a:lnTo>
                  <a:lnTo>
                    <a:pt x="510" y="192"/>
                  </a:lnTo>
                  <a:lnTo>
                    <a:pt x="516" y="192"/>
                  </a:lnTo>
                  <a:lnTo>
                    <a:pt x="522" y="192"/>
                  </a:lnTo>
                  <a:lnTo>
                    <a:pt x="522" y="198"/>
                  </a:lnTo>
                  <a:lnTo>
                    <a:pt x="528" y="198"/>
                  </a:lnTo>
                  <a:lnTo>
                    <a:pt x="534" y="198"/>
                  </a:lnTo>
                  <a:lnTo>
                    <a:pt x="540" y="198"/>
                  </a:lnTo>
                  <a:lnTo>
                    <a:pt x="546" y="198"/>
                  </a:lnTo>
                  <a:lnTo>
                    <a:pt x="546" y="204"/>
                  </a:lnTo>
                  <a:lnTo>
                    <a:pt x="552" y="204"/>
                  </a:lnTo>
                  <a:lnTo>
                    <a:pt x="558" y="204"/>
                  </a:lnTo>
                  <a:lnTo>
                    <a:pt x="564" y="204"/>
                  </a:lnTo>
                  <a:lnTo>
                    <a:pt x="570" y="210"/>
                  </a:lnTo>
                  <a:lnTo>
                    <a:pt x="576" y="210"/>
                  </a:lnTo>
                  <a:lnTo>
                    <a:pt x="582" y="210"/>
                  </a:lnTo>
                  <a:lnTo>
                    <a:pt x="588" y="210"/>
                  </a:lnTo>
                  <a:lnTo>
                    <a:pt x="594" y="210"/>
                  </a:lnTo>
                  <a:lnTo>
                    <a:pt x="594" y="216"/>
                  </a:lnTo>
                  <a:lnTo>
                    <a:pt x="600" y="216"/>
                  </a:lnTo>
                  <a:lnTo>
                    <a:pt x="606" y="216"/>
                  </a:lnTo>
                  <a:lnTo>
                    <a:pt x="612" y="216"/>
                  </a:lnTo>
                  <a:lnTo>
                    <a:pt x="618" y="216"/>
                  </a:lnTo>
                  <a:lnTo>
                    <a:pt x="618" y="222"/>
                  </a:lnTo>
                  <a:lnTo>
                    <a:pt x="624" y="222"/>
                  </a:lnTo>
                  <a:lnTo>
                    <a:pt x="630" y="222"/>
                  </a:lnTo>
                  <a:lnTo>
                    <a:pt x="636" y="222"/>
                  </a:lnTo>
                  <a:lnTo>
                    <a:pt x="642" y="222"/>
                  </a:lnTo>
                  <a:lnTo>
                    <a:pt x="648" y="228"/>
                  </a:lnTo>
                </a:path>
              </a:pathLst>
            </a:custGeom>
            <a:noFill/>
            <a:ln w="9525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8" name="Freeform 74">
              <a:extLst>
                <a:ext uri="{FF2B5EF4-FFF2-40B4-BE49-F238E27FC236}">
                  <a16:creationId xmlns:a16="http://schemas.microsoft.com/office/drawing/2014/main" id="{0F2576E2-E09A-54FB-E97C-1C80D6214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2001"/>
              <a:ext cx="624" cy="66"/>
            </a:xfrm>
            <a:custGeom>
              <a:avLst/>
              <a:gdLst>
                <a:gd name="T0" fmla="*/ 12 w 624"/>
                <a:gd name="T1" fmla="*/ 0 h 66"/>
                <a:gd name="T2" fmla="*/ 18 w 624"/>
                <a:gd name="T3" fmla="*/ 0 h 66"/>
                <a:gd name="T4" fmla="*/ 30 w 624"/>
                <a:gd name="T5" fmla="*/ 6 h 66"/>
                <a:gd name="T6" fmla="*/ 42 w 624"/>
                <a:gd name="T7" fmla="*/ 6 h 66"/>
                <a:gd name="T8" fmla="*/ 48 w 624"/>
                <a:gd name="T9" fmla="*/ 6 h 66"/>
                <a:gd name="T10" fmla="*/ 60 w 624"/>
                <a:gd name="T11" fmla="*/ 6 h 66"/>
                <a:gd name="T12" fmla="*/ 72 w 624"/>
                <a:gd name="T13" fmla="*/ 12 h 66"/>
                <a:gd name="T14" fmla="*/ 78 w 624"/>
                <a:gd name="T15" fmla="*/ 12 h 66"/>
                <a:gd name="T16" fmla="*/ 90 w 624"/>
                <a:gd name="T17" fmla="*/ 12 h 66"/>
                <a:gd name="T18" fmla="*/ 102 w 624"/>
                <a:gd name="T19" fmla="*/ 18 h 66"/>
                <a:gd name="T20" fmla="*/ 114 w 624"/>
                <a:gd name="T21" fmla="*/ 18 h 66"/>
                <a:gd name="T22" fmla="*/ 120 w 624"/>
                <a:gd name="T23" fmla="*/ 18 h 66"/>
                <a:gd name="T24" fmla="*/ 132 w 624"/>
                <a:gd name="T25" fmla="*/ 18 h 66"/>
                <a:gd name="T26" fmla="*/ 144 w 624"/>
                <a:gd name="T27" fmla="*/ 24 h 66"/>
                <a:gd name="T28" fmla="*/ 150 w 624"/>
                <a:gd name="T29" fmla="*/ 24 h 66"/>
                <a:gd name="T30" fmla="*/ 162 w 624"/>
                <a:gd name="T31" fmla="*/ 24 h 66"/>
                <a:gd name="T32" fmla="*/ 174 w 624"/>
                <a:gd name="T33" fmla="*/ 24 h 66"/>
                <a:gd name="T34" fmla="*/ 180 w 624"/>
                <a:gd name="T35" fmla="*/ 30 h 66"/>
                <a:gd name="T36" fmla="*/ 192 w 624"/>
                <a:gd name="T37" fmla="*/ 30 h 66"/>
                <a:gd name="T38" fmla="*/ 204 w 624"/>
                <a:gd name="T39" fmla="*/ 30 h 66"/>
                <a:gd name="T40" fmla="*/ 216 w 624"/>
                <a:gd name="T41" fmla="*/ 30 h 66"/>
                <a:gd name="T42" fmla="*/ 222 w 624"/>
                <a:gd name="T43" fmla="*/ 30 h 66"/>
                <a:gd name="T44" fmla="*/ 234 w 624"/>
                <a:gd name="T45" fmla="*/ 36 h 66"/>
                <a:gd name="T46" fmla="*/ 246 w 624"/>
                <a:gd name="T47" fmla="*/ 36 h 66"/>
                <a:gd name="T48" fmla="*/ 252 w 624"/>
                <a:gd name="T49" fmla="*/ 36 h 66"/>
                <a:gd name="T50" fmla="*/ 264 w 624"/>
                <a:gd name="T51" fmla="*/ 36 h 66"/>
                <a:gd name="T52" fmla="*/ 276 w 624"/>
                <a:gd name="T53" fmla="*/ 36 h 66"/>
                <a:gd name="T54" fmla="*/ 282 w 624"/>
                <a:gd name="T55" fmla="*/ 36 h 66"/>
                <a:gd name="T56" fmla="*/ 294 w 624"/>
                <a:gd name="T57" fmla="*/ 42 h 66"/>
                <a:gd name="T58" fmla="*/ 306 w 624"/>
                <a:gd name="T59" fmla="*/ 42 h 66"/>
                <a:gd name="T60" fmla="*/ 318 w 624"/>
                <a:gd name="T61" fmla="*/ 42 h 66"/>
                <a:gd name="T62" fmla="*/ 324 w 624"/>
                <a:gd name="T63" fmla="*/ 42 h 66"/>
                <a:gd name="T64" fmla="*/ 336 w 624"/>
                <a:gd name="T65" fmla="*/ 42 h 66"/>
                <a:gd name="T66" fmla="*/ 348 w 624"/>
                <a:gd name="T67" fmla="*/ 42 h 66"/>
                <a:gd name="T68" fmla="*/ 354 w 624"/>
                <a:gd name="T69" fmla="*/ 48 h 66"/>
                <a:gd name="T70" fmla="*/ 366 w 624"/>
                <a:gd name="T71" fmla="*/ 48 h 66"/>
                <a:gd name="T72" fmla="*/ 378 w 624"/>
                <a:gd name="T73" fmla="*/ 48 h 66"/>
                <a:gd name="T74" fmla="*/ 384 w 624"/>
                <a:gd name="T75" fmla="*/ 48 h 66"/>
                <a:gd name="T76" fmla="*/ 396 w 624"/>
                <a:gd name="T77" fmla="*/ 48 h 66"/>
                <a:gd name="T78" fmla="*/ 408 w 624"/>
                <a:gd name="T79" fmla="*/ 48 h 66"/>
                <a:gd name="T80" fmla="*/ 420 w 624"/>
                <a:gd name="T81" fmla="*/ 54 h 66"/>
                <a:gd name="T82" fmla="*/ 426 w 624"/>
                <a:gd name="T83" fmla="*/ 54 h 66"/>
                <a:gd name="T84" fmla="*/ 438 w 624"/>
                <a:gd name="T85" fmla="*/ 54 h 66"/>
                <a:gd name="T86" fmla="*/ 450 w 624"/>
                <a:gd name="T87" fmla="*/ 54 h 66"/>
                <a:gd name="T88" fmla="*/ 456 w 624"/>
                <a:gd name="T89" fmla="*/ 54 h 66"/>
                <a:gd name="T90" fmla="*/ 468 w 624"/>
                <a:gd name="T91" fmla="*/ 54 h 66"/>
                <a:gd name="T92" fmla="*/ 480 w 624"/>
                <a:gd name="T93" fmla="*/ 54 h 66"/>
                <a:gd name="T94" fmla="*/ 486 w 624"/>
                <a:gd name="T95" fmla="*/ 54 h 66"/>
                <a:gd name="T96" fmla="*/ 498 w 624"/>
                <a:gd name="T97" fmla="*/ 60 h 66"/>
                <a:gd name="T98" fmla="*/ 510 w 624"/>
                <a:gd name="T99" fmla="*/ 60 h 66"/>
                <a:gd name="T100" fmla="*/ 522 w 624"/>
                <a:gd name="T101" fmla="*/ 60 h 66"/>
                <a:gd name="T102" fmla="*/ 528 w 624"/>
                <a:gd name="T103" fmla="*/ 60 h 66"/>
                <a:gd name="T104" fmla="*/ 540 w 624"/>
                <a:gd name="T105" fmla="*/ 60 h 66"/>
                <a:gd name="T106" fmla="*/ 552 w 624"/>
                <a:gd name="T107" fmla="*/ 60 h 66"/>
                <a:gd name="T108" fmla="*/ 558 w 624"/>
                <a:gd name="T109" fmla="*/ 60 h 66"/>
                <a:gd name="T110" fmla="*/ 570 w 624"/>
                <a:gd name="T111" fmla="*/ 60 h 66"/>
                <a:gd name="T112" fmla="*/ 582 w 624"/>
                <a:gd name="T113" fmla="*/ 60 h 66"/>
                <a:gd name="T114" fmla="*/ 588 w 624"/>
                <a:gd name="T115" fmla="*/ 60 h 66"/>
                <a:gd name="T116" fmla="*/ 600 w 624"/>
                <a:gd name="T117" fmla="*/ 66 h 66"/>
                <a:gd name="T118" fmla="*/ 612 w 624"/>
                <a:gd name="T119" fmla="*/ 66 h 66"/>
                <a:gd name="T120" fmla="*/ 624 w 624"/>
                <a:gd name="T121" fmla="*/ 66 h 6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624" h="66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0" y="6"/>
                  </a:lnTo>
                  <a:lnTo>
                    <a:pt x="36" y="6"/>
                  </a:lnTo>
                  <a:lnTo>
                    <a:pt x="42" y="6"/>
                  </a:lnTo>
                  <a:lnTo>
                    <a:pt x="48" y="6"/>
                  </a:lnTo>
                  <a:lnTo>
                    <a:pt x="54" y="6"/>
                  </a:lnTo>
                  <a:lnTo>
                    <a:pt x="60" y="6"/>
                  </a:lnTo>
                  <a:lnTo>
                    <a:pt x="66" y="12"/>
                  </a:lnTo>
                  <a:lnTo>
                    <a:pt x="72" y="12"/>
                  </a:lnTo>
                  <a:lnTo>
                    <a:pt x="78" y="12"/>
                  </a:lnTo>
                  <a:lnTo>
                    <a:pt x="84" y="12"/>
                  </a:lnTo>
                  <a:lnTo>
                    <a:pt x="90" y="12"/>
                  </a:lnTo>
                  <a:lnTo>
                    <a:pt x="96" y="12"/>
                  </a:lnTo>
                  <a:lnTo>
                    <a:pt x="96" y="18"/>
                  </a:lnTo>
                  <a:lnTo>
                    <a:pt x="102" y="18"/>
                  </a:lnTo>
                  <a:lnTo>
                    <a:pt x="108" y="18"/>
                  </a:lnTo>
                  <a:lnTo>
                    <a:pt x="114" y="18"/>
                  </a:lnTo>
                  <a:lnTo>
                    <a:pt x="120" y="18"/>
                  </a:lnTo>
                  <a:lnTo>
                    <a:pt x="126" y="18"/>
                  </a:lnTo>
                  <a:lnTo>
                    <a:pt x="132" y="18"/>
                  </a:lnTo>
                  <a:lnTo>
                    <a:pt x="138" y="18"/>
                  </a:lnTo>
                  <a:lnTo>
                    <a:pt x="138" y="24"/>
                  </a:lnTo>
                  <a:lnTo>
                    <a:pt x="144" y="24"/>
                  </a:lnTo>
                  <a:lnTo>
                    <a:pt x="150" y="24"/>
                  </a:lnTo>
                  <a:lnTo>
                    <a:pt x="156" y="24"/>
                  </a:lnTo>
                  <a:lnTo>
                    <a:pt x="162" y="24"/>
                  </a:lnTo>
                  <a:lnTo>
                    <a:pt x="168" y="24"/>
                  </a:lnTo>
                  <a:lnTo>
                    <a:pt x="174" y="24"/>
                  </a:lnTo>
                  <a:lnTo>
                    <a:pt x="180" y="24"/>
                  </a:lnTo>
                  <a:lnTo>
                    <a:pt x="180" y="30"/>
                  </a:lnTo>
                  <a:lnTo>
                    <a:pt x="186" y="30"/>
                  </a:lnTo>
                  <a:lnTo>
                    <a:pt x="192" y="30"/>
                  </a:lnTo>
                  <a:lnTo>
                    <a:pt x="198" y="30"/>
                  </a:lnTo>
                  <a:lnTo>
                    <a:pt x="204" y="30"/>
                  </a:lnTo>
                  <a:lnTo>
                    <a:pt x="210" y="30"/>
                  </a:lnTo>
                  <a:lnTo>
                    <a:pt x="216" y="30"/>
                  </a:lnTo>
                  <a:lnTo>
                    <a:pt x="222" y="30"/>
                  </a:lnTo>
                  <a:lnTo>
                    <a:pt x="228" y="30"/>
                  </a:lnTo>
                  <a:lnTo>
                    <a:pt x="234" y="36"/>
                  </a:lnTo>
                  <a:lnTo>
                    <a:pt x="240" y="36"/>
                  </a:lnTo>
                  <a:lnTo>
                    <a:pt x="246" y="36"/>
                  </a:lnTo>
                  <a:lnTo>
                    <a:pt x="252" y="36"/>
                  </a:lnTo>
                  <a:lnTo>
                    <a:pt x="258" y="36"/>
                  </a:lnTo>
                  <a:lnTo>
                    <a:pt x="264" y="36"/>
                  </a:lnTo>
                  <a:lnTo>
                    <a:pt x="270" y="36"/>
                  </a:lnTo>
                  <a:lnTo>
                    <a:pt x="276" y="36"/>
                  </a:lnTo>
                  <a:lnTo>
                    <a:pt x="282" y="36"/>
                  </a:lnTo>
                  <a:lnTo>
                    <a:pt x="288" y="42"/>
                  </a:lnTo>
                  <a:lnTo>
                    <a:pt x="294" y="42"/>
                  </a:lnTo>
                  <a:lnTo>
                    <a:pt x="300" y="42"/>
                  </a:lnTo>
                  <a:lnTo>
                    <a:pt x="306" y="42"/>
                  </a:lnTo>
                  <a:lnTo>
                    <a:pt x="312" y="42"/>
                  </a:lnTo>
                  <a:lnTo>
                    <a:pt x="318" y="42"/>
                  </a:lnTo>
                  <a:lnTo>
                    <a:pt x="324" y="42"/>
                  </a:lnTo>
                  <a:lnTo>
                    <a:pt x="330" y="42"/>
                  </a:lnTo>
                  <a:lnTo>
                    <a:pt x="336" y="42"/>
                  </a:lnTo>
                  <a:lnTo>
                    <a:pt x="342" y="42"/>
                  </a:lnTo>
                  <a:lnTo>
                    <a:pt x="348" y="42"/>
                  </a:lnTo>
                  <a:lnTo>
                    <a:pt x="348" y="48"/>
                  </a:lnTo>
                  <a:lnTo>
                    <a:pt x="354" y="48"/>
                  </a:lnTo>
                  <a:lnTo>
                    <a:pt x="360" y="48"/>
                  </a:lnTo>
                  <a:lnTo>
                    <a:pt x="366" y="48"/>
                  </a:lnTo>
                  <a:lnTo>
                    <a:pt x="372" y="48"/>
                  </a:lnTo>
                  <a:lnTo>
                    <a:pt x="378" y="48"/>
                  </a:lnTo>
                  <a:lnTo>
                    <a:pt x="384" y="48"/>
                  </a:lnTo>
                  <a:lnTo>
                    <a:pt x="390" y="48"/>
                  </a:lnTo>
                  <a:lnTo>
                    <a:pt x="396" y="48"/>
                  </a:lnTo>
                  <a:lnTo>
                    <a:pt x="402" y="48"/>
                  </a:lnTo>
                  <a:lnTo>
                    <a:pt x="408" y="48"/>
                  </a:lnTo>
                  <a:lnTo>
                    <a:pt x="414" y="48"/>
                  </a:lnTo>
                  <a:lnTo>
                    <a:pt x="420" y="54"/>
                  </a:lnTo>
                  <a:lnTo>
                    <a:pt x="426" y="54"/>
                  </a:lnTo>
                  <a:lnTo>
                    <a:pt x="432" y="54"/>
                  </a:lnTo>
                  <a:lnTo>
                    <a:pt x="438" y="54"/>
                  </a:lnTo>
                  <a:lnTo>
                    <a:pt x="444" y="54"/>
                  </a:lnTo>
                  <a:lnTo>
                    <a:pt x="450" y="54"/>
                  </a:lnTo>
                  <a:lnTo>
                    <a:pt x="456" y="54"/>
                  </a:lnTo>
                  <a:lnTo>
                    <a:pt x="462" y="54"/>
                  </a:lnTo>
                  <a:lnTo>
                    <a:pt x="468" y="54"/>
                  </a:lnTo>
                  <a:lnTo>
                    <a:pt x="474" y="54"/>
                  </a:lnTo>
                  <a:lnTo>
                    <a:pt x="480" y="54"/>
                  </a:lnTo>
                  <a:lnTo>
                    <a:pt x="486" y="54"/>
                  </a:lnTo>
                  <a:lnTo>
                    <a:pt x="492" y="54"/>
                  </a:lnTo>
                  <a:lnTo>
                    <a:pt x="498" y="54"/>
                  </a:lnTo>
                  <a:lnTo>
                    <a:pt x="498" y="60"/>
                  </a:lnTo>
                  <a:lnTo>
                    <a:pt x="504" y="60"/>
                  </a:lnTo>
                  <a:lnTo>
                    <a:pt x="510" y="60"/>
                  </a:lnTo>
                  <a:lnTo>
                    <a:pt x="516" y="60"/>
                  </a:lnTo>
                  <a:lnTo>
                    <a:pt x="522" y="60"/>
                  </a:lnTo>
                  <a:lnTo>
                    <a:pt x="528" y="60"/>
                  </a:lnTo>
                  <a:lnTo>
                    <a:pt x="534" y="60"/>
                  </a:lnTo>
                  <a:lnTo>
                    <a:pt x="540" y="60"/>
                  </a:lnTo>
                  <a:lnTo>
                    <a:pt x="546" y="60"/>
                  </a:lnTo>
                  <a:lnTo>
                    <a:pt x="552" y="60"/>
                  </a:lnTo>
                  <a:lnTo>
                    <a:pt x="558" y="60"/>
                  </a:lnTo>
                  <a:lnTo>
                    <a:pt x="564" y="60"/>
                  </a:lnTo>
                  <a:lnTo>
                    <a:pt x="570" y="60"/>
                  </a:lnTo>
                  <a:lnTo>
                    <a:pt x="576" y="60"/>
                  </a:lnTo>
                  <a:lnTo>
                    <a:pt x="582" y="60"/>
                  </a:lnTo>
                  <a:lnTo>
                    <a:pt x="588" y="60"/>
                  </a:lnTo>
                  <a:lnTo>
                    <a:pt x="594" y="66"/>
                  </a:lnTo>
                  <a:lnTo>
                    <a:pt x="600" y="66"/>
                  </a:lnTo>
                  <a:lnTo>
                    <a:pt x="606" y="66"/>
                  </a:lnTo>
                  <a:lnTo>
                    <a:pt x="612" y="66"/>
                  </a:lnTo>
                  <a:lnTo>
                    <a:pt x="618" y="66"/>
                  </a:lnTo>
                  <a:lnTo>
                    <a:pt x="624" y="66"/>
                  </a:lnTo>
                </a:path>
              </a:pathLst>
            </a:custGeom>
            <a:noFill/>
            <a:ln w="9525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02" name="Group 86">
            <a:extLst>
              <a:ext uri="{FF2B5EF4-FFF2-40B4-BE49-F238E27FC236}">
                <a16:creationId xmlns:a16="http://schemas.microsoft.com/office/drawing/2014/main" id="{B1D270E6-8043-2220-B056-A5956A7B00E3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4114800"/>
            <a:ext cx="4318000" cy="1752600"/>
            <a:chOff x="1056" y="2592"/>
            <a:chExt cx="2720" cy="1104"/>
          </a:xfrm>
        </p:grpSpPr>
        <p:sp>
          <p:nvSpPr>
            <p:cNvPr id="16400" name="Line 76">
              <a:extLst>
                <a:ext uri="{FF2B5EF4-FFF2-40B4-BE49-F238E27FC236}">
                  <a16:creationId xmlns:a16="http://schemas.microsoft.com/office/drawing/2014/main" id="{74ABB168-F8FD-1E87-BB05-EFD1811F2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192"/>
              <a:ext cx="2720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1" name="Line 78">
              <a:extLst>
                <a:ext uri="{FF2B5EF4-FFF2-40B4-BE49-F238E27FC236}">
                  <a16:creationId xmlns:a16="http://schemas.microsoft.com/office/drawing/2014/main" id="{38CE3ECA-5D7E-35EC-1372-AE60EEF9C3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34" y="2592"/>
              <a:ext cx="1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02" name="Object 82">
              <a:extLst>
                <a:ext uri="{FF2B5EF4-FFF2-40B4-BE49-F238E27FC236}">
                  <a16:creationId xmlns:a16="http://schemas.microsoft.com/office/drawing/2014/main" id="{3E8B24AD-ED5D-7569-4A71-653386B11D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00" y="3216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0" imgH="0" progId="Equation.3">
                    <p:embed/>
                  </p:oleObj>
                </mc:Choice>
                <mc:Fallback>
                  <p:oleObj name="Equation" r:id="rId11" imgW="0" imgH="0" progId="Equation.3">
                    <p:embed/>
                    <p:pic>
                      <p:nvPicPr>
                        <p:cNvPr id="0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3216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3" name="Object 83">
              <a:extLst>
                <a:ext uri="{FF2B5EF4-FFF2-40B4-BE49-F238E27FC236}">
                  <a16:creationId xmlns:a16="http://schemas.microsoft.com/office/drawing/2014/main" id="{04C61A14-E107-F12B-C62C-0526253EEA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04" y="259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0" imgH="0" progId="Equation.3">
                    <p:embed/>
                  </p:oleObj>
                </mc:Choice>
                <mc:Fallback>
                  <p:oleObj name="Equation" r:id="rId13" imgW="0" imgH="0" progId="Equation.3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4" y="259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4" name="Object 84">
              <a:extLst>
                <a:ext uri="{FF2B5EF4-FFF2-40B4-BE49-F238E27FC236}">
                  <a16:creationId xmlns:a16="http://schemas.microsoft.com/office/drawing/2014/main" id="{6FB76DBE-D3DF-A682-56C2-6591DCC49A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08" y="3216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0" imgH="0" progId="Equation.3">
                    <p:embed/>
                  </p:oleObj>
                </mc:Choice>
                <mc:Fallback>
                  <p:oleObj name="Equation" r:id="rId15" imgW="0" imgH="0" progId="Equation.3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8" y="3216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301" name="Object 85">
            <a:extLst>
              <a:ext uri="{FF2B5EF4-FFF2-40B4-BE49-F238E27FC236}">
                <a16:creationId xmlns:a16="http://schemas.microsoft.com/office/drawing/2014/main" id="{E8873F4F-ABE5-48F9-3686-E62CBFE8D7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24350" y="4113213"/>
          <a:ext cx="1173163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350" y="4113213"/>
                        <a:ext cx="1173163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utoUpdateAnimBg="0"/>
      <p:bldP spid="9229" grpId="0" autoUpdateAnimBg="0"/>
      <p:bldP spid="9233" grpId="0" autoUpdateAnimBg="0"/>
      <p:bldP spid="9235" grpId="0" autoUpdateAnimBg="0"/>
      <p:bldP spid="922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C016C109-895A-3203-CF35-6715B4B3B8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488950"/>
            <a:ext cx="1066800" cy="533400"/>
          </a:xfrm>
        </p:spPr>
        <p:txBody>
          <a:bodyPr/>
          <a:lstStyle/>
          <a:p>
            <a:pPr eaLnBrk="1" hangingPunct="1"/>
            <a:r>
              <a:rPr lang="en-US" altLang="zh-CN" sz="2400" b="1">
                <a:ea typeface="楷体_GB2312" pitchFamily="49" charset="-122"/>
              </a:rPr>
              <a:t>Example1 .</a:t>
            </a:r>
          </a:p>
        </p:txBody>
      </p:sp>
      <p:sp>
        <p:nvSpPr>
          <p:cNvPr id="17410" name="Text Box 4">
            <a:extLst>
              <a:ext uri="{FF2B5EF4-FFF2-40B4-BE49-F238E27FC236}">
                <a16:creationId xmlns:a16="http://schemas.microsoft.com/office/drawing/2014/main" id="{FFB5C4F3-E278-CC92-E936-8E2383F72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88950"/>
            <a:ext cx="5838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Let</a:t>
            </a:r>
            <a:endParaRPr lang="zh-CN" altLang="en-US" sz="2400"/>
          </a:p>
        </p:txBody>
      </p:sp>
      <p:sp>
        <p:nvSpPr>
          <p:cNvPr id="17411" name="Rectangle 8">
            <a:extLst>
              <a:ext uri="{FF2B5EF4-FFF2-40B4-BE49-F238E27FC236}">
                <a16:creationId xmlns:a16="http://schemas.microsoft.com/office/drawing/2014/main" id="{9F259D08-1610-CD80-D3B7-74877E176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00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7412" name="Object 10">
            <a:extLst>
              <a:ext uri="{FF2B5EF4-FFF2-40B4-BE49-F238E27FC236}">
                <a16:creationId xmlns:a16="http://schemas.microsoft.com/office/drawing/2014/main" id="{269C0D90-761E-7C39-4F43-E49CED09A5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5800" y="527050"/>
          <a:ext cx="1854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527050"/>
                        <a:ext cx="1854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11">
            <a:extLst>
              <a:ext uri="{FF2B5EF4-FFF2-40B4-BE49-F238E27FC236}">
                <a16:creationId xmlns:a16="http://schemas.microsoft.com/office/drawing/2014/main" id="{175FA782-3F7A-F1EE-157D-22FC13EF3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57200"/>
            <a:ext cx="7312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均</a:t>
            </a:r>
            <a:r>
              <a:rPr lang="en-US" altLang="zh-CN" sz="2400"/>
              <a:t>in</a:t>
            </a:r>
            <a:endParaRPr lang="zh-CN" altLang="en-US" sz="2400"/>
          </a:p>
        </p:txBody>
      </p:sp>
      <p:graphicFrame>
        <p:nvGraphicFramePr>
          <p:cNvPr id="17414" name="Object 12">
            <a:extLst>
              <a:ext uri="{FF2B5EF4-FFF2-40B4-BE49-F238E27FC236}">
                <a16:creationId xmlns:a16="http://schemas.microsoft.com/office/drawing/2014/main" id="{6F17E488-080C-FD87-1414-9F3D1ACE54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0900" y="539750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900" y="539750"/>
                        <a:ext cx="825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13">
            <a:extLst>
              <a:ext uri="{FF2B5EF4-FFF2-40B4-BE49-F238E27FC236}">
                <a16:creationId xmlns:a16="http://schemas.microsoft.com/office/drawing/2014/main" id="{FA7B8B39-BF5A-EB08-AFED-50B548508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88950"/>
            <a:ext cx="21467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on continuous,</a:t>
            </a:r>
          </a:p>
        </p:txBody>
      </p:sp>
      <p:sp>
        <p:nvSpPr>
          <p:cNvPr id="46094" name="Text Box 14">
            <a:extLst>
              <a:ext uri="{FF2B5EF4-FFF2-40B4-BE49-F238E27FC236}">
                <a16:creationId xmlns:a16="http://schemas.microsoft.com/office/drawing/2014/main" id="{1AC36060-3D3A-F34B-2152-CA879792A9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1138" y="471488"/>
            <a:ext cx="19864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Prooffunction</a:t>
            </a:r>
            <a:endParaRPr lang="zh-CN" altLang="en-US" sz="2400"/>
          </a:p>
        </p:txBody>
      </p:sp>
      <p:graphicFrame>
        <p:nvGraphicFramePr>
          <p:cNvPr id="46095" name="Object 15">
            <a:extLst>
              <a:ext uri="{FF2B5EF4-FFF2-40B4-BE49-F238E27FC236}">
                <a16:creationId xmlns:a16="http://schemas.microsoft.com/office/drawing/2014/main" id="{B063F399-35BB-084F-29A1-348CE59EB7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3588" y="1143000"/>
          <a:ext cx="37576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3588" y="1143000"/>
                        <a:ext cx="37576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6" name="Text Box 16">
            <a:extLst>
              <a:ext uri="{FF2B5EF4-FFF2-40B4-BE49-F238E27FC236}">
                <a16:creationId xmlns:a16="http://schemas.microsoft.com/office/drawing/2014/main" id="{FE5D231B-B7F4-4E83-C89B-B6BAFF163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538" y="2430463"/>
            <a:ext cx="10326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also in</a:t>
            </a:r>
            <a:endParaRPr lang="zh-CN" altLang="en-US" sz="2400"/>
          </a:p>
        </p:txBody>
      </p:sp>
      <p:graphicFrame>
        <p:nvGraphicFramePr>
          <p:cNvPr id="46097" name="Object 17">
            <a:extLst>
              <a:ext uri="{FF2B5EF4-FFF2-40B4-BE49-F238E27FC236}">
                <a16:creationId xmlns:a16="http://schemas.microsoft.com/office/drawing/2014/main" id="{AEFE7A8A-1764-5D47-1009-151442A845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8938" y="2420938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938" y="2420938"/>
                        <a:ext cx="825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8" name="Text Box 18">
            <a:extLst>
              <a:ext uri="{FF2B5EF4-FFF2-40B4-BE49-F238E27FC236}">
                <a16:creationId xmlns:a16="http://schemas.microsoft.com/office/drawing/2014/main" id="{2BEDCA17-C962-BADE-FCFB-BBCEF8D36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75" y="2411413"/>
            <a:ext cx="214674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on continuous.</a:t>
            </a:r>
          </a:p>
        </p:txBody>
      </p:sp>
      <p:sp>
        <p:nvSpPr>
          <p:cNvPr id="46099" name="Text Box 19">
            <a:extLst>
              <a:ext uri="{FF2B5EF4-FFF2-40B4-BE49-F238E27FC236}">
                <a16:creationId xmlns:a16="http://schemas.microsoft.com/office/drawing/2014/main" id="{CC5285A6-1D3E-346B-0749-9D3CDD07A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214688"/>
            <a:ext cx="1026243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Proof: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46100" name="Object 20">
            <a:extLst>
              <a:ext uri="{FF2B5EF4-FFF2-40B4-BE49-F238E27FC236}">
                <a16:creationId xmlns:a16="http://schemas.microsoft.com/office/drawing/2014/main" id="{A3E74846-78D1-449F-F5E6-6A4834C52F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3168650"/>
          <a:ext cx="1854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3168650"/>
                        <a:ext cx="18542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0" name="Object 30">
            <a:extLst>
              <a:ext uri="{FF2B5EF4-FFF2-40B4-BE49-F238E27FC236}">
                <a16:creationId xmlns:a16="http://schemas.microsoft.com/office/drawing/2014/main" id="{212B41B3-C1EB-2CC6-E723-5E6C74468F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3219450"/>
          <a:ext cx="1981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219450"/>
                        <a:ext cx="1981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1" name="Object 31">
            <a:extLst>
              <a:ext uri="{FF2B5EF4-FFF2-40B4-BE49-F238E27FC236}">
                <a16:creationId xmlns:a16="http://schemas.microsoft.com/office/drawing/2014/main" id="{D51C8F50-423B-477A-E44C-D660188388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3225800"/>
          <a:ext cx="2209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225800"/>
                        <a:ext cx="2209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2" name="Object 32">
            <a:extLst>
              <a:ext uri="{FF2B5EF4-FFF2-40B4-BE49-F238E27FC236}">
                <a16:creationId xmlns:a16="http://schemas.microsoft.com/office/drawing/2014/main" id="{1B93D129-F231-5EE6-9343-985F7F849E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3962400"/>
          <a:ext cx="3213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962400"/>
                        <a:ext cx="32131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3" name="Object 33">
            <a:extLst>
              <a:ext uri="{FF2B5EF4-FFF2-40B4-BE49-F238E27FC236}">
                <a16:creationId xmlns:a16="http://schemas.microsoft.com/office/drawing/2014/main" id="{125A1800-EF18-2E1B-0BCB-BA55C954D4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67300" y="3994150"/>
          <a:ext cx="2247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3994150"/>
                        <a:ext cx="2247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114" name="Object 34">
            <a:extLst>
              <a:ext uri="{FF2B5EF4-FFF2-40B4-BE49-F238E27FC236}">
                <a16:creationId xmlns:a16="http://schemas.microsoft.com/office/drawing/2014/main" id="{50660DB9-8116-4CCB-E3B0-E37D7BF57E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3962400"/>
          <a:ext cx="3159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962400"/>
                        <a:ext cx="31591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5" name="Text Box 35">
            <a:extLst>
              <a:ext uri="{FF2B5EF4-FFF2-40B4-BE49-F238E27FC236}">
                <a16:creationId xmlns:a16="http://schemas.microsoft.com/office/drawing/2014/main" id="{D536E6B2-E2DD-12F4-34F6-F3A2B60AF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613" y="4648200"/>
            <a:ext cx="83888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GB" altLang="zh-CN" sz="2400"/>
              <a:t>root according toOperations on Continuous Functions</a:t>
            </a:r>
            <a:r>
              <a:rPr lang="zh-CN" altLang="en-GB" sz="2400"/>
              <a:t>法</a:t>
            </a:r>
            <a:r>
              <a:rPr lang="en-GB" altLang="zh-CN" sz="2400"/>
              <a:t>then ,</a:t>
            </a:r>
            <a:endParaRPr lang="en-US" altLang="zh-CN" sz="2400"/>
          </a:p>
        </p:txBody>
      </p:sp>
      <p:sp>
        <p:nvSpPr>
          <p:cNvPr id="46116" name="Text Box 36">
            <a:extLst>
              <a:ext uri="{FF2B5EF4-FFF2-40B4-BE49-F238E27FC236}">
                <a16:creationId xmlns:a16="http://schemas.microsoft.com/office/drawing/2014/main" id="{5E5814B7-9B7A-FBB3-1663-687D9C0EA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665663"/>
            <a:ext cx="16898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2400"/>
              <a:t>we see that</a:t>
            </a:r>
            <a:endParaRPr lang="zh-CN" altLang="en-US" sz="2400"/>
          </a:p>
        </p:txBody>
      </p:sp>
      <p:graphicFrame>
        <p:nvGraphicFramePr>
          <p:cNvPr id="46117" name="Object 37">
            <a:extLst>
              <a:ext uri="{FF2B5EF4-FFF2-40B4-BE49-F238E27FC236}">
                <a16:creationId xmlns:a16="http://schemas.microsoft.com/office/drawing/2014/main" id="{0C42BCAC-6717-598B-EAA1-37F28A4BA5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4652963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652963"/>
                        <a:ext cx="1625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18" name="Text Box 38">
            <a:extLst>
              <a:ext uri="{FF2B5EF4-FFF2-40B4-BE49-F238E27FC236}">
                <a16:creationId xmlns:a16="http://schemas.microsoft.com/office/drawing/2014/main" id="{F6C0D286-29A7-1E58-C5AD-7B7763BED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648200"/>
            <a:ext cx="10326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2400"/>
              <a:t>also in</a:t>
            </a:r>
            <a:endParaRPr lang="zh-CN" altLang="en-US" sz="2400"/>
          </a:p>
        </p:txBody>
      </p:sp>
      <p:graphicFrame>
        <p:nvGraphicFramePr>
          <p:cNvPr id="46119" name="Object 39">
            <a:extLst>
              <a:ext uri="{FF2B5EF4-FFF2-40B4-BE49-F238E27FC236}">
                <a16:creationId xmlns:a16="http://schemas.microsoft.com/office/drawing/2014/main" id="{8F4D4937-14E3-3A5D-AC4B-8A3E191B7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27900" y="4652963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0" y="4652963"/>
                        <a:ext cx="825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21" name="Text Box 41">
            <a:extLst>
              <a:ext uri="{FF2B5EF4-FFF2-40B4-BE49-F238E27FC236}">
                <a16:creationId xmlns:a16="http://schemas.microsoft.com/office/drawing/2014/main" id="{DCF3E150-4B10-6B35-BCC7-247DD3DF4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275263"/>
            <a:ext cx="22317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en-US" altLang="zh-CN" sz="2400"/>
              <a:t>on continuous .</a:t>
            </a:r>
          </a:p>
        </p:txBody>
      </p:sp>
      <p:graphicFrame>
        <p:nvGraphicFramePr>
          <p:cNvPr id="46128" name="Object 48">
            <a:extLst>
              <a:ext uri="{FF2B5EF4-FFF2-40B4-BE49-F238E27FC236}">
                <a16:creationId xmlns:a16="http://schemas.microsoft.com/office/drawing/2014/main" id="{81C69EAC-46F9-9BC9-87C9-3360705ED1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9625" y="1828800"/>
          <a:ext cx="37195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0" imgH="0" progId="Equation.3">
                  <p:embed/>
                </p:oleObj>
              </mc:Choice>
              <mc:Fallback>
                <p:oleObj name="Equation" r:id="rId23" imgW="0" imgH="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9625" y="1828800"/>
                        <a:ext cx="37195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6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0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60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6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6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6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6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6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6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6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6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6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94" grpId="0" build="p" autoUpdateAnimBg="0"/>
      <p:bldP spid="46096" grpId="0" build="p" autoUpdateAnimBg="0"/>
      <p:bldP spid="46098" grpId="0" build="p" autoUpdateAnimBg="0" advAuto="0"/>
      <p:bldP spid="46099" grpId="0" build="p" autoUpdateAnimBg="0"/>
      <p:bldP spid="46115" grpId="0" build="p" autoUpdateAnimBg="0"/>
      <p:bldP spid="46116" grpId="0" build="p" autoUpdateAnimBg="0"/>
      <p:bldP spid="46118" grpId="0" build="p" autoUpdateAnimBg="0" advAuto="0"/>
      <p:bldP spid="46121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EF8C419-9BDD-6837-0B4B-2CCF86FAC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77813"/>
            <a:ext cx="4489450" cy="609600"/>
          </a:xfrm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II. elementary function's continuity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C89FF066-598E-CD3D-A59F-B27587948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928688"/>
            <a:ext cx="5943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basic elementary functioninDefinitioninterval inside continuous</a:t>
            </a:r>
            <a:endParaRPr lang="zh-CN" altLang="en-US" sz="2400"/>
          </a:p>
        </p:txBody>
      </p:sp>
      <p:sp>
        <p:nvSpPr>
          <p:cNvPr id="10245" name="Text Box 5">
            <a:extLst>
              <a:ext uri="{FF2B5EF4-FFF2-40B4-BE49-F238E27FC236}">
                <a16:creationId xmlns:a16="http://schemas.microsoft.com/office/drawing/2014/main" id="{2AC28643-A4F9-1A9A-ECED-0B296FB1B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614488"/>
            <a:ext cx="5715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zh-CN" sz="2400"/>
              <a:t>continuousfunction after fourthenoperation</a:t>
            </a:r>
            <a:r>
              <a:rPr lang="zh-CN" altLang="en-GB" sz="2400"/>
              <a:t>仍</a:t>
            </a:r>
            <a:r>
              <a:rPr lang="en-GB" altLang="zh-CN" sz="2400"/>
              <a:t>continuous</a:t>
            </a:r>
            <a:endParaRPr lang="zh-CN" altLang="en-US" sz="2400"/>
          </a:p>
        </p:txBody>
      </p:sp>
      <p:sp>
        <p:nvSpPr>
          <p:cNvPr id="10246" name="Text Box 6">
            <a:extLst>
              <a:ext uri="{FF2B5EF4-FFF2-40B4-BE49-F238E27FC236}">
                <a16:creationId xmlns:a16="http://schemas.microsoft.com/office/drawing/2014/main" id="{FC67488C-FA15-C1C2-04D8-26699497C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300288"/>
            <a:ext cx="502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continuousfunction's compositefunctioncontinuous</a:t>
            </a:r>
            <a:endParaRPr lang="zh-CN" altLang="en-US" sz="2400"/>
          </a:p>
        </p:txBody>
      </p:sp>
      <p:sp>
        <p:nvSpPr>
          <p:cNvPr id="10250" name="Text Box 10">
            <a:extLst>
              <a:ext uri="{FF2B5EF4-FFF2-40B4-BE49-F238E27FC236}">
                <a16:creationId xmlns:a16="http://schemas.microsoft.com/office/drawing/2014/main" id="{5BF4FB02-4D94-A0E7-DF75-AD28B1D10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413" y="1157288"/>
            <a:ext cx="2490787" cy="156966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allelementary functioninDefinitioninterval inside continuous</a:t>
            </a:r>
            <a:endParaRPr lang="zh-CN" altLang="en-US" sz="2400"/>
          </a:p>
        </p:txBody>
      </p:sp>
      <p:sp>
        <p:nvSpPr>
          <p:cNvPr id="10251" name="Text Box 11">
            <a:extLst>
              <a:ext uri="{FF2B5EF4-FFF2-40B4-BE49-F238E27FC236}">
                <a16:creationId xmlns:a16="http://schemas.microsoft.com/office/drawing/2014/main" id="{C4E2057F-C973-FBAA-CD32-BD0F00832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971800"/>
            <a:ext cx="1295400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for example,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graphicFrame>
        <p:nvGraphicFramePr>
          <p:cNvPr id="10252" name="Object 12">
            <a:extLst>
              <a:ext uri="{FF2B5EF4-FFF2-40B4-BE49-F238E27FC236}">
                <a16:creationId xmlns:a16="http://schemas.microsoft.com/office/drawing/2014/main" id="{EDE9B647-6A37-D749-2C23-FE2A72FF05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9300" y="3644900"/>
          <a:ext cx="1765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3644900"/>
                        <a:ext cx="17653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3" name="Text Box 13">
            <a:extLst>
              <a:ext uri="{FF2B5EF4-FFF2-40B4-BE49-F238E27FC236}">
                <a16:creationId xmlns:a16="http://schemas.microsoft.com/office/drawing/2014/main" id="{6EB12AEA-D421-8E45-8517-33A013696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611563"/>
            <a:ext cx="2743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's continuousinterval is</a:t>
            </a:r>
            <a:endParaRPr lang="zh-CN" altLang="en-US" sz="2400"/>
          </a:p>
        </p:txBody>
      </p:sp>
      <p:graphicFrame>
        <p:nvGraphicFramePr>
          <p:cNvPr id="10254" name="Object 14">
            <a:extLst>
              <a:ext uri="{FF2B5EF4-FFF2-40B4-BE49-F238E27FC236}">
                <a16:creationId xmlns:a16="http://schemas.microsoft.com/office/drawing/2014/main" id="{186402EA-B3E1-21FF-CFA0-DCC0F3515E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0600" y="3716338"/>
          <a:ext cx="965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716338"/>
                        <a:ext cx="965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Text Box 15">
            <a:extLst>
              <a:ext uri="{FF2B5EF4-FFF2-40B4-BE49-F238E27FC236}">
                <a16:creationId xmlns:a16="http://schemas.microsoft.com/office/drawing/2014/main" id="{7084E83E-BDDB-B191-28DC-ED791D1B8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613150"/>
            <a:ext cx="31242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( end point is one-sidedcontinuous)</a:t>
            </a:r>
            <a:endParaRPr lang="en-US" altLang="zh-CN" sz="2400" dirty="0">
              <a:latin typeface="+mn-ea"/>
              <a:ea typeface="+mn-ea"/>
            </a:endParaRPr>
          </a:p>
        </p:txBody>
      </p:sp>
      <p:graphicFrame>
        <p:nvGraphicFramePr>
          <p:cNvPr id="10256" name="Object 16">
            <a:extLst>
              <a:ext uri="{FF2B5EF4-FFF2-40B4-BE49-F238E27FC236}">
                <a16:creationId xmlns:a16="http://schemas.microsoft.com/office/drawing/2014/main" id="{FE9E99AE-5592-2CE0-4994-5D466565BF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600" y="4451350"/>
          <a:ext cx="162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4451350"/>
                        <a:ext cx="1625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7" name="Text Box 17">
            <a:extLst>
              <a:ext uri="{FF2B5EF4-FFF2-40B4-BE49-F238E27FC236}">
                <a16:creationId xmlns:a16="http://schemas.microsoft.com/office/drawing/2014/main" id="{85DD1E35-4E15-73AB-E8CB-820ED0680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343400"/>
            <a:ext cx="2743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's continuousinterval is</a:t>
            </a:r>
            <a:endParaRPr lang="zh-CN" altLang="en-US" sz="2400"/>
          </a:p>
        </p:txBody>
      </p:sp>
      <p:graphicFrame>
        <p:nvGraphicFramePr>
          <p:cNvPr id="10258" name="Object 18">
            <a:extLst>
              <a:ext uri="{FF2B5EF4-FFF2-40B4-BE49-F238E27FC236}">
                <a16:creationId xmlns:a16="http://schemas.microsoft.com/office/drawing/2014/main" id="{A58B877C-5C44-6563-E933-DCB7551FE0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5200" y="4451350"/>
          <a:ext cx="353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0" y="4451350"/>
                        <a:ext cx="3530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9" name="Object 19">
            <a:extLst>
              <a:ext uri="{FF2B5EF4-FFF2-40B4-BE49-F238E27FC236}">
                <a16:creationId xmlns:a16="http://schemas.microsoft.com/office/drawing/2014/main" id="{E6D0235B-A1C7-88A5-5FB6-2EDABDC839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5084763"/>
          <a:ext cx="2120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084763"/>
                        <a:ext cx="2120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1" name="Text Box 21">
            <a:extLst>
              <a:ext uri="{FF2B5EF4-FFF2-40B4-BE49-F238E27FC236}">
                <a16:creationId xmlns:a16="http://schemas.microsoft.com/office/drawing/2014/main" id="{7E707D40-920F-00D9-F52E-884A5A23D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108575"/>
            <a:ext cx="2514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's domain is</a:t>
            </a:r>
            <a:endParaRPr lang="zh-CN" altLang="en-US" sz="2400"/>
          </a:p>
        </p:txBody>
      </p:sp>
      <p:graphicFrame>
        <p:nvGraphicFramePr>
          <p:cNvPr id="10262" name="Object 22">
            <a:extLst>
              <a:ext uri="{FF2B5EF4-FFF2-40B4-BE49-F238E27FC236}">
                <a16:creationId xmlns:a16="http://schemas.microsoft.com/office/drawing/2014/main" id="{A51E7959-029F-C03C-9105-89C933D432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5157788"/>
          <a:ext cx="227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5157788"/>
                        <a:ext cx="2273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3" name="Text Box 23">
            <a:extLst>
              <a:ext uri="{FF2B5EF4-FFF2-40B4-BE49-F238E27FC236}">
                <a16:creationId xmlns:a16="http://schemas.microsoft.com/office/drawing/2014/main" id="{B72CB212-F6F2-01E5-F98F-C23209DBB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5745163"/>
            <a:ext cx="3124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therefore it</a:t>
            </a:r>
            <a:r>
              <a:rPr lang="zh-CN" altLang="en-US" sz="2400"/>
              <a:t>无</a:t>
            </a:r>
            <a:r>
              <a:rPr lang="en-US" altLang="zh-CN" sz="2400"/>
              <a:t>continuous point</a:t>
            </a:r>
            <a:endParaRPr lang="zh-CN" altLang="en-US" sz="2400"/>
          </a:p>
        </p:txBody>
      </p:sp>
      <p:sp>
        <p:nvSpPr>
          <p:cNvPr id="10268" name="Text Box 28">
            <a:extLst>
              <a:ext uri="{FF2B5EF4-FFF2-40B4-BE49-F238E27FC236}">
                <a16:creationId xmlns:a16="http://schemas.microsoft.com/office/drawing/2014/main" id="{73B383AF-FE65-1F8E-7D8B-0DABCAEE2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5105400"/>
            <a:ext cx="4921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而</a:t>
            </a:r>
          </a:p>
        </p:txBody>
      </p:sp>
      <p:sp>
        <p:nvSpPr>
          <p:cNvPr id="10275" name="AutoShape 35">
            <a:extLst>
              <a:ext uri="{FF2B5EF4-FFF2-40B4-BE49-F238E27FC236}">
                <a16:creationId xmlns:a16="http://schemas.microsoft.com/office/drawing/2014/main" id="{0327B697-E7F3-57CF-4C5B-368FD3EDAABB}"/>
              </a:ext>
            </a:extLst>
          </p:cNvPr>
          <p:cNvSpPr>
            <a:spLocks/>
          </p:cNvSpPr>
          <p:nvPr/>
        </p:nvSpPr>
        <p:spPr bwMode="auto">
          <a:xfrm>
            <a:off x="6019800" y="1081088"/>
            <a:ext cx="152400" cy="1676400"/>
          </a:xfrm>
          <a:prstGeom prst="righ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autoUpdateAnimBg="0"/>
      <p:bldP spid="10245" grpId="0" autoUpdateAnimBg="0"/>
      <p:bldP spid="10246" grpId="0" autoUpdateAnimBg="0"/>
      <p:bldP spid="10250" grpId="0" animBg="1" autoUpdateAnimBg="0"/>
      <p:bldP spid="10251" grpId="0" autoUpdateAnimBg="0"/>
      <p:bldP spid="10253" grpId="0" autoUpdateAnimBg="0"/>
      <p:bldP spid="10255" grpId="0" autoUpdateAnimBg="0"/>
      <p:bldP spid="10257" grpId="0" autoUpdateAnimBg="0"/>
      <p:bldP spid="10261" grpId="0" autoUpdateAnimBg="0"/>
      <p:bldP spid="10263" grpId="0" autoUpdateAnimBg="0"/>
      <p:bldP spid="1026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C890E369-EF74-C1F6-4CD7-FDDC31FB9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358775"/>
            <a:ext cx="1600200" cy="609600"/>
          </a:xfrm>
        </p:spPr>
        <p:txBody>
          <a:bodyPr/>
          <a:lstStyle/>
          <a:p>
            <a:pPr eaLnBrk="1" hangingPunct="1"/>
            <a:r>
              <a:rPr lang="en-US" altLang="zh-CN" sz="2800" b="1">
                <a:ea typeface="楷体_GB2312" pitchFamily="49" charset="-122"/>
              </a:rPr>
              <a:t>Example2. find</a:t>
            </a:r>
            <a:endParaRPr lang="zh-CN" altLang="en-US" sz="2800">
              <a:ea typeface="楷体_GB2312" pitchFamily="49" charset="-122"/>
            </a:endParaRPr>
          </a:p>
        </p:txBody>
      </p:sp>
      <p:graphicFrame>
        <p:nvGraphicFramePr>
          <p:cNvPr id="19458" name="Object 3">
            <a:extLst>
              <a:ext uri="{FF2B5EF4-FFF2-40B4-BE49-F238E27FC236}">
                <a16:creationId xmlns:a16="http://schemas.microsoft.com/office/drawing/2014/main" id="{114E909E-5858-24C7-ED61-38FE4C4F8D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4200" y="250825"/>
          <a:ext cx="2336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4200" y="250825"/>
                        <a:ext cx="2336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Text Box 5">
            <a:extLst>
              <a:ext uri="{FF2B5EF4-FFF2-40B4-BE49-F238E27FC236}">
                <a16:creationId xmlns:a16="http://schemas.microsoft.com/office/drawing/2014/main" id="{D3E1CD5E-6407-FD9F-5992-F08900B66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228725"/>
            <a:ext cx="990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Solution: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F9592545-C3E4-6CE8-62F3-A109AAAD0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013" y="1303338"/>
            <a:ext cx="1371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原 </a:t>
            </a:r>
            <a:r>
              <a:rPr lang="en-US" altLang="zh-CN" sz="2400"/>
              <a:t>formula</a:t>
            </a:r>
            <a:endParaRPr lang="zh-CN" altLang="en-US" sz="2400"/>
          </a:p>
        </p:txBody>
      </p:sp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15EDC9EB-6BF8-03EB-5424-F299AD4A72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5500" y="1092200"/>
          <a:ext cx="2628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1092200"/>
                        <a:ext cx="26289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>
            <a:extLst>
              <a:ext uri="{FF2B5EF4-FFF2-40B4-BE49-F238E27FC236}">
                <a16:creationId xmlns:a16="http://schemas.microsoft.com/office/drawing/2014/main" id="{F2734FB0-4BAF-D1E3-965B-EE64FD82C9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1320800"/>
          <a:ext cx="1193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320800"/>
                        <a:ext cx="1193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>
            <a:extLst>
              <a:ext uri="{FF2B5EF4-FFF2-40B4-BE49-F238E27FC236}">
                <a16:creationId xmlns:a16="http://schemas.microsoft.com/office/drawing/2014/main" id="{F15ADE47-75C6-7E99-87A1-DF69A75990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1079500"/>
          <a:ext cx="8763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079500"/>
                        <a:ext cx="8763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Text Box 11">
            <a:extLst>
              <a:ext uri="{FF2B5EF4-FFF2-40B4-BE49-F238E27FC236}">
                <a16:creationId xmlns:a16="http://schemas.microsoft.com/office/drawing/2014/main" id="{27271ED5-A6B0-B588-1F0E-B88CC1A50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422525"/>
            <a:ext cx="1828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Example3. find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3564" name="Object 12">
            <a:extLst>
              <a:ext uri="{FF2B5EF4-FFF2-40B4-BE49-F238E27FC236}">
                <a16:creationId xmlns:a16="http://schemas.microsoft.com/office/drawing/2014/main" id="{08634EFB-1D1E-7BCE-C971-7D9156075C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5150" y="2133600"/>
          <a:ext cx="15621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133600"/>
                        <a:ext cx="15621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6" name="Text Box 14">
            <a:extLst>
              <a:ext uri="{FF2B5EF4-FFF2-40B4-BE49-F238E27FC236}">
                <a16:creationId xmlns:a16="http://schemas.microsoft.com/office/drawing/2014/main" id="{924394D6-7189-D695-A1F9-B9AEFAF90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384550"/>
            <a:ext cx="15240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Solution: let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3567" name="Object 15">
            <a:extLst>
              <a:ext uri="{FF2B5EF4-FFF2-40B4-BE49-F238E27FC236}">
                <a16:creationId xmlns:a16="http://schemas.microsoft.com/office/drawing/2014/main" id="{821DE3ED-54F1-760E-C2A6-59EACD11CC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3352800"/>
          <a:ext cx="1473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352800"/>
                        <a:ext cx="1473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8" name="Text Box 16">
            <a:extLst>
              <a:ext uri="{FF2B5EF4-FFF2-40B4-BE49-F238E27FC236}">
                <a16:creationId xmlns:a16="http://schemas.microsoft.com/office/drawing/2014/main" id="{766E9EF8-30A5-71EE-7569-15571316C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398838"/>
            <a:ext cx="76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</a:t>
            </a:r>
            <a:endParaRPr lang="zh-CN" altLang="en-US" sz="2400"/>
          </a:p>
        </p:txBody>
      </p:sp>
      <p:graphicFrame>
        <p:nvGraphicFramePr>
          <p:cNvPr id="23569" name="Object 17">
            <a:extLst>
              <a:ext uri="{FF2B5EF4-FFF2-40B4-BE49-F238E27FC236}">
                <a16:creationId xmlns:a16="http://schemas.microsoft.com/office/drawing/2014/main" id="{915A9367-3750-C15D-1AD5-A06452D376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9838" y="3416300"/>
          <a:ext cx="2209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416300"/>
                        <a:ext cx="2209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0" name="Text Box 18">
            <a:extLst>
              <a:ext uri="{FF2B5EF4-FFF2-40B4-BE49-F238E27FC236}">
                <a16:creationId xmlns:a16="http://schemas.microsoft.com/office/drawing/2014/main" id="{6967563D-7F74-40CE-77C9-56C712356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095750"/>
            <a:ext cx="1066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原 </a:t>
            </a:r>
            <a:r>
              <a:rPr lang="en-US" altLang="zh-CN" sz="2400"/>
              <a:t>formula</a:t>
            </a:r>
            <a:endParaRPr lang="zh-CN" altLang="en-US" sz="2400"/>
          </a:p>
        </p:txBody>
      </p:sp>
      <p:graphicFrame>
        <p:nvGraphicFramePr>
          <p:cNvPr id="23571" name="Object 19">
            <a:extLst>
              <a:ext uri="{FF2B5EF4-FFF2-40B4-BE49-F238E27FC236}">
                <a16:creationId xmlns:a16="http://schemas.microsoft.com/office/drawing/2014/main" id="{4D0900A5-5684-419D-15F0-6EE8D70EDA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3860800"/>
          <a:ext cx="2438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860800"/>
                        <a:ext cx="2438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2" name="Object 20">
            <a:extLst>
              <a:ext uri="{FF2B5EF4-FFF2-40B4-BE49-F238E27FC236}">
                <a16:creationId xmlns:a16="http://schemas.microsoft.com/office/drawing/2014/main" id="{2E64D821-3C2D-492C-C969-7D2BBAAC19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4149725"/>
          <a:ext cx="850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149725"/>
                        <a:ext cx="8509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4" name="Text Box 22">
            <a:extLst>
              <a:ext uri="{FF2B5EF4-FFF2-40B4-BE49-F238E27FC236}">
                <a16:creationId xmlns:a16="http://schemas.microsoft.com/office/drawing/2014/main" id="{F47738CC-90E6-5FFD-B591-7AF9F2C68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068888"/>
            <a:ext cx="1981200" cy="4619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Note: </a:t>
            </a:r>
            <a:r>
              <a:rPr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当</a:t>
            </a:r>
            <a:endParaRPr lang="zh-CN" altLang="en-US" sz="2400" dirty="0">
              <a:latin typeface="+mn-ea"/>
              <a:ea typeface="+mn-ea"/>
            </a:endParaRPr>
          </a:p>
        </p:txBody>
      </p:sp>
      <p:graphicFrame>
        <p:nvGraphicFramePr>
          <p:cNvPr id="23576" name="Object 24">
            <a:extLst>
              <a:ext uri="{FF2B5EF4-FFF2-40B4-BE49-F238E27FC236}">
                <a16:creationId xmlns:a16="http://schemas.microsoft.com/office/drawing/2014/main" id="{B206149B-CC47-3350-E92C-29D6B356C3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5157788"/>
          <a:ext cx="850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157788"/>
                        <a:ext cx="8509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7" name="Text Box 25">
            <a:extLst>
              <a:ext uri="{FF2B5EF4-FFF2-40B4-BE49-F238E27FC236}">
                <a16:creationId xmlns:a16="http://schemas.microsoft.com/office/drawing/2014/main" id="{71055B20-1C38-5ACB-B98B-E288C052A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5100" y="5013325"/>
            <a:ext cx="152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when , has</a:t>
            </a:r>
            <a:endParaRPr lang="zh-CN" altLang="en-US" sz="2400"/>
          </a:p>
        </p:txBody>
      </p:sp>
      <p:graphicFrame>
        <p:nvGraphicFramePr>
          <p:cNvPr id="23580" name="Object 28">
            <a:extLst>
              <a:ext uri="{FF2B5EF4-FFF2-40B4-BE49-F238E27FC236}">
                <a16:creationId xmlns:a16="http://schemas.microsoft.com/office/drawing/2014/main" id="{6F2F1EE0-4261-37C4-AEEA-1DC102107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0" y="5084763"/>
          <a:ext cx="927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084763"/>
                        <a:ext cx="927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8" name="Object 26">
            <a:extLst>
              <a:ext uri="{FF2B5EF4-FFF2-40B4-BE49-F238E27FC236}">
                <a16:creationId xmlns:a16="http://schemas.microsoft.com/office/drawing/2014/main" id="{C6AE1B20-1DBF-C8A3-6EBC-7B9844E040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5664200"/>
          <a:ext cx="160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664200"/>
                        <a:ext cx="1600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79" name="Object 27">
            <a:extLst>
              <a:ext uri="{FF2B5EF4-FFF2-40B4-BE49-F238E27FC236}">
                <a16:creationId xmlns:a16="http://schemas.microsoft.com/office/drawing/2014/main" id="{A23B244B-C774-2C3D-BD2E-DDC85B13FF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5537200"/>
          <a:ext cx="1155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537200"/>
                        <a:ext cx="1155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7" name="Object 35">
            <a:extLst>
              <a:ext uri="{FF2B5EF4-FFF2-40B4-BE49-F238E27FC236}">
                <a16:creationId xmlns:a16="http://schemas.microsoft.com/office/drawing/2014/main" id="{1DDE1133-A580-D272-6058-D7D67D4793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0913" y="5732463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0913" y="5732463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8" name="Object 36">
            <a:extLst>
              <a:ext uri="{FF2B5EF4-FFF2-40B4-BE49-F238E27FC236}">
                <a16:creationId xmlns:a16="http://schemas.microsoft.com/office/drawing/2014/main" id="{587B6409-95AE-E1FE-8160-FA988A50BA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5708650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0" imgH="0" progId="Equation.3">
                  <p:embed/>
                </p:oleObj>
              </mc:Choice>
              <mc:Fallback>
                <p:oleObj name="Equation" r:id="rId30" imgW="0" imgH="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708650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utoUpdateAnimBg="0"/>
      <p:bldP spid="23558" grpId="0" autoUpdateAnimBg="0"/>
      <p:bldP spid="23563" grpId="0" autoUpdateAnimBg="0"/>
      <p:bldP spid="23566" grpId="0" autoUpdateAnimBg="0"/>
      <p:bldP spid="23568" grpId="0" autoUpdateAnimBg="0"/>
      <p:bldP spid="23570" grpId="0" autoUpdateAnimBg="0"/>
      <p:bldP spid="23574" grpId="0" autoUpdateAnimBg="0"/>
      <p:bldP spid="2357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73105CD-1B62-42D4-789D-5FAB2F654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304800"/>
            <a:ext cx="1371600" cy="609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400" b="1">
                <a:latin typeface="+mn-ea"/>
                <a:ea typeface="+mn-ea"/>
              </a:rPr>
              <a:t>Example4. find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20482" name="Object 4">
            <a:extLst>
              <a:ext uri="{FF2B5EF4-FFF2-40B4-BE49-F238E27FC236}">
                <a16:creationId xmlns:a16="http://schemas.microsoft.com/office/drawing/2014/main" id="{B3EB281F-F031-F810-A1A9-2BF82EB174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88913"/>
          <a:ext cx="226377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88913"/>
                        <a:ext cx="226377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3" name="Text Box 5">
            <a:extLst>
              <a:ext uri="{FF2B5EF4-FFF2-40B4-BE49-F238E27FC236}">
                <a16:creationId xmlns:a16="http://schemas.microsoft.com/office/drawing/2014/main" id="{FE2EDA34-1561-FB46-A3B5-BED566223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398588"/>
            <a:ext cx="14253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</a:rPr>
              <a:t>Solution:</a:t>
            </a:r>
          </a:p>
        </p:txBody>
      </p:sp>
      <p:sp>
        <p:nvSpPr>
          <p:cNvPr id="48134" name="Text Box 6">
            <a:extLst>
              <a:ext uri="{FF2B5EF4-FFF2-40B4-BE49-F238E27FC236}">
                <a16:creationId xmlns:a16="http://schemas.microsoft.com/office/drawing/2014/main" id="{E9A475FD-6B98-8F78-2CDA-1E0998057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1313" y="1455738"/>
            <a:ext cx="16017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/>
              <a:t>原 </a:t>
            </a:r>
            <a:r>
              <a:rPr lang="en-US" altLang="zh-CN" sz="2400"/>
              <a:t>formula</a:t>
            </a:r>
            <a:endParaRPr lang="zh-CN" altLang="en-US" sz="2400"/>
          </a:p>
        </p:txBody>
      </p:sp>
      <p:graphicFrame>
        <p:nvGraphicFramePr>
          <p:cNvPr id="48135" name="Object 7">
            <a:extLst>
              <a:ext uri="{FF2B5EF4-FFF2-40B4-BE49-F238E27FC236}">
                <a16:creationId xmlns:a16="http://schemas.microsoft.com/office/drawing/2014/main" id="{99E0E45D-0328-5933-8525-CF237A4676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9350" y="1447800"/>
          <a:ext cx="1054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1447800"/>
                        <a:ext cx="1054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>
            <a:extLst>
              <a:ext uri="{FF2B5EF4-FFF2-40B4-BE49-F238E27FC236}">
                <a16:creationId xmlns:a16="http://schemas.microsoft.com/office/drawing/2014/main" id="{45C53757-21D6-A3F8-F0D2-3B1C9E5F29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1155700"/>
          <a:ext cx="168433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155700"/>
                        <a:ext cx="1684338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7" name="Object 9">
            <a:extLst>
              <a:ext uri="{FF2B5EF4-FFF2-40B4-BE49-F238E27FC236}">
                <a16:creationId xmlns:a16="http://schemas.microsoft.com/office/drawing/2014/main" id="{E5D9EF72-E075-1989-B076-6142D45A0C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9350" y="2373313"/>
          <a:ext cx="1054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2373313"/>
                        <a:ext cx="1054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8" name="Object 10">
            <a:extLst>
              <a:ext uri="{FF2B5EF4-FFF2-40B4-BE49-F238E27FC236}">
                <a16:creationId xmlns:a16="http://schemas.microsoft.com/office/drawing/2014/main" id="{3BFDEFF7-777A-08A2-8185-3260C7AE85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2005013"/>
          <a:ext cx="2238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005013"/>
                        <a:ext cx="2238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1" name="Object 13">
            <a:extLst>
              <a:ext uri="{FF2B5EF4-FFF2-40B4-BE49-F238E27FC236}">
                <a16:creationId xmlns:a16="http://schemas.microsoft.com/office/drawing/2014/main" id="{5817BB79-7193-0FF0-9D60-7B1A9B557E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2286000"/>
          <a:ext cx="635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286000"/>
                        <a:ext cx="635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2" name="Text Box 24">
            <a:extLst>
              <a:ext uri="{FF2B5EF4-FFF2-40B4-BE49-F238E27FC236}">
                <a16:creationId xmlns:a16="http://schemas.microsoft.com/office/drawing/2014/main" id="{BBC5A524-5F52-92B1-BC6A-64CAB4F4C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3305175"/>
            <a:ext cx="167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chemeClr val="tx2"/>
                </a:solidFill>
              </a:rPr>
              <a:t>Note: if</a:t>
            </a:r>
            <a:endParaRPr lang="zh-CN" altLang="en-US" sz="2400"/>
          </a:p>
        </p:txBody>
      </p:sp>
      <p:graphicFrame>
        <p:nvGraphicFramePr>
          <p:cNvPr id="48153" name="Object 25">
            <a:extLst>
              <a:ext uri="{FF2B5EF4-FFF2-40B4-BE49-F238E27FC236}">
                <a16:creationId xmlns:a16="http://schemas.microsoft.com/office/drawing/2014/main" id="{EC48B930-08D4-A844-48C4-D99A4EF3CC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4700" y="3340100"/>
          <a:ext cx="2070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3340100"/>
                        <a:ext cx="20701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4" name="Text Box 26">
            <a:extLst>
              <a:ext uri="{FF2B5EF4-FFF2-40B4-BE49-F238E27FC236}">
                <a16:creationId xmlns:a16="http://schemas.microsoft.com/office/drawing/2014/main" id="{3577CD61-AF36-6421-1ECA-3C4FC931A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1275" y="3321050"/>
            <a:ext cx="1295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then has</a:t>
            </a:r>
            <a:endParaRPr lang="zh-CN" altLang="en-US" sz="2400"/>
          </a:p>
        </p:txBody>
      </p:sp>
      <p:graphicFrame>
        <p:nvGraphicFramePr>
          <p:cNvPr id="48155" name="Object 27">
            <a:extLst>
              <a:ext uri="{FF2B5EF4-FFF2-40B4-BE49-F238E27FC236}">
                <a16:creationId xmlns:a16="http://schemas.microsoft.com/office/drawing/2014/main" id="{246B889E-A49D-E987-530F-1416A48223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8900" y="4486275"/>
          <a:ext cx="2984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900" y="4486275"/>
                        <a:ext cx="29845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6" name="Object 28">
            <a:extLst>
              <a:ext uri="{FF2B5EF4-FFF2-40B4-BE49-F238E27FC236}">
                <a16:creationId xmlns:a16="http://schemas.microsoft.com/office/drawing/2014/main" id="{8203E209-C77D-B5C7-AC4C-7A3288330E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3340100"/>
          <a:ext cx="2133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340100"/>
                        <a:ext cx="21336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7" name="Object 29">
            <a:extLst>
              <a:ext uri="{FF2B5EF4-FFF2-40B4-BE49-F238E27FC236}">
                <a16:creationId xmlns:a16="http://schemas.microsoft.com/office/drawing/2014/main" id="{AA93890E-75F8-BED0-ACD5-EE39B216B6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4687888"/>
          <a:ext cx="187325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687888"/>
                        <a:ext cx="187325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8" name="Object 30">
            <a:extLst>
              <a:ext uri="{FF2B5EF4-FFF2-40B4-BE49-F238E27FC236}">
                <a16:creationId xmlns:a16="http://schemas.microsoft.com/office/drawing/2014/main" id="{A9FA3821-14A9-FEA1-4E34-B6A1948CC7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24400" y="4246563"/>
          <a:ext cx="271780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4246563"/>
                        <a:ext cx="271780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9" name="Object 31">
            <a:extLst>
              <a:ext uri="{FF2B5EF4-FFF2-40B4-BE49-F238E27FC236}">
                <a16:creationId xmlns:a16="http://schemas.microsoft.com/office/drawing/2014/main" id="{CE20C34A-F2A1-5EE9-A12B-95406CE84A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5753100"/>
          <a:ext cx="482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753100"/>
                        <a:ext cx="482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60" name="Object 32">
            <a:extLst>
              <a:ext uri="{FF2B5EF4-FFF2-40B4-BE49-F238E27FC236}">
                <a16:creationId xmlns:a16="http://schemas.microsoft.com/office/drawing/2014/main" id="{4346FC47-151E-9541-F385-B3DCF46E34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5232400"/>
          <a:ext cx="184943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232400"/>
                        <a:ext cx="1849438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62" name="Freeform 34">
            <a:extLst>
              <a:ext uri="{FF2B5EF4-FFF2-40B4-BE49-F238E27FC236}">
                <a16:creationId xmlns:a16="http://schemas.microsoft.com/office/drawing/2014/main" id="{6CBB956C-9C44-42D0-53F9-553F7C76396E}"/>
              </a:ext>
            </a:extLst>
          </p:cNvPr>
          <p:cNvSpPr>
            <a:spLocks/>
          </p:cNvSpPr>
          <p:nvPr/>
        </p:nvSpPr>
        <p:spPr bwMode="auto">
          <a:xfrm>
            <a:off x="1295400" y="4318000"/>
            <a:ext cx="5334000" cy="1752600"/>
          </a:xfrm>
          <a:custGeom>
            <a:avLst/>
            <a:gdLst>
              <a:gd name="T0" fmla="*/ 0 w 3456"/>
              <a:gd name="T1" fmla="*/ 2147483646 h 1104"/>
              <a:gd name="T2" fmla="*/ 0 w 3456"/>
              <a:gd name="T3" fmla="*/ 2147483646 h 1104"/>
              <a:gd name="T4" fmla="*/ 2147483646 w 3456"/>
              <a:gd name="T5" fmla="*/ 2147483646 h 1104"/>
              <a:gd name="T6" fmla="*/ 2147483646 w 3456"/>
              <a:gd name="T7" fmla="*/ 2147483646 h 1104"/>
              <a:gd name="T8" fmla="*/ 2147483646 w 3456"/>
              <a:gd name="T9" fmla="*/ 2147483646 h 1104"/>
              <a:gd name="T10" fmla="*/ 2147483646 w 3456"/>
              <a:gd name="T11" fmla="*/ 0 h 1104"/>
              <a:gd name="T12" fmla="*/ 0 w 3456"/>
              <a:gd name="T13" fmla="*/ 0 h 1104"/>
              <a:gd name="T14" fmla="*/ 0 w 3456"/>
              <a:gd name="T15" fmla="*/ 2147483646 h 11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456" h="1104">
                <a:moveTo>
                  <a:pt x="0" y="48"/>
                </a:moveTo>
                <a:lnTo>
                  <a:pt x="0" y="1104"/>
                </a:lnTo>
                <a:lnTo>
                  <a:pt x="3456" y="1104"/>
                </a:lnTo>
                <a:lnTo>
                  <a:pt x="3456" y="528"/>
                </a:lnTo>
                <a:lnTo>
                  <a:pt x="2016" y="528"/>
                </a:lnTo>
                <a:lnTo>
                  <a:pt x="2016" y="0"/>
                </a:lnTo>
                <a:lnTo>
                  <a:pt x="0" y="0"/>
                </a:lnTo>
                <a:lnTo>
                  <a:pt x="0" y="96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8176" name="Object 48">
            <a:extLst>
              <a:ext uri="{FF2B5EF4-FFF2-40B4-BE49-F238E27FC236}">
                <a16:creationId xmlns:a16="http://schemas.microsoft.com/office/drawing/2014/main" id="{60467DB9-8C35-7B63-C72F-536020A6F7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2133600"/>
          <a:ext cx="44132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133600"/>
                        <a:ext cx="44132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8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8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8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 build="p" autoUpdateAnimBg="0"/>
      <p:bldP spid="48134" grpId="0" build="p" autoUpdateAnimBg="0" advAuto="0"/>
      <p:bldP spid="48152" grpId="0" autoUpdateAnimBg="0"/>
      <p:bldP spid="4815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5" name="Object 10">
            <a:extLst>
              <a:ext uri="{FF2B5EF4-FFF2-40B4-BE49-F238E27FC236}">
                <a16:creationId xmlns:a16="http://schemas.microsoft.com/office/drawing/2014/main" id="{92987BB3-7FE3-58A8-2411-6A895A2D04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379413"/>
          <a:ext cx="3124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79413"/>
                        <a:ext cx="31242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6" name="Rectangle 2">
            <a:extLst>
              <a:ext uri="{FF2B5EF4-FFF2-40B4-BE49-F238E27FC236}">
                <a16:creationId xmlns:a16="http://schemas.microsoft.com/office/drawing/2014/main" id="{0B18F8C0-DDAF-96C0-5A2E-5CF1020FA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5313" y="490538"/>
            <a:ext cx="1600200" cy="609600"/>
          </a:xfrm>
        </p:spPr>
        <p:txBody>
          <a:bodyPr/>
          <a:lstStyle/>
          <a:p>
            <a:pPr eaLnBrk="1" hangingPunct="1"/>
            <a:r>
              <a:rPr lang="en-US" altLang="zh-CN" sz="2400" b="1">
                <a:ea typeface="楷体_GB2312" pitchFamily="49" charset="-122"/>
              </a:rPr>
              <a:t>Example5. Let</a:t>
            </a:r>
            <a:endParaRPr lang="zh-CN" altLang="en-US" sz="2400">
              <a:ea typeface="楷体_GB2312" pitchFamily="49" charset="-122"/>
            </a:endParaRPr>
          </a:p>
        </p:txBody>
      </p:sp>
      <p:graphicFrame>
        <p:nvGraphicFramePr>
          <p:cNvPr id="21507" name="Object 3">
            <a:extLst>
              <a:ext uri="{FF2B5EF4-FFF2-40B4-BE49-F238E27FC236}">
                <a16:creationId xmlns:a16="http://schemas.microsoft.com/office/drawing/2014/main" id="{A137D47A-2310-C692-0274-BF7F988271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6100" y="330200"/>
          <a:ext cx="33655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100" y="330200"/>
                        <a:ext cx="33655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Text Box 5">
            <a:extLst>
              <a:ext uri="{FF2B5EF4-FFF2-40B4-BE49-F238E27FC236}">
                <a16:creationId xmlns:a16="http://schemas.microsoft.com/office/drawing/2014/main" id="{0D4C52CB-91AA-A679-F95A-6CF7EC4650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19288"/>
            <a:ext cx="9906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Solution:</a:t>
            </a:r>
            <a:endParaRPr lang="en-US" altLang="zh-CN" sz="2400" b="1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5606" name="Text Box 6">
            <a:extLst>
              <a:ext uri="{FF2B5EF4-FFF2-40B4-BE49-F238E27FC236}">
                <a16:creationId xmlns:a16="http://schemas.microsoft.com/office/drawing/2014/main" id="{07765D38-53B5-513B-A0E4-63AF84FA0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1344613"/>
            <a:ext cx="2667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discusscompositefunction</a:t>
            </a:r>
            <a:endParaRPr lang="zh-CN" altLang="en-US" sz="2400"/>
          </a:p>
        </p:txBody>
      </p:sp>
      <p:graphicFrame>
        <p:nvGraphicFramePr>
          <p:cNvPr id="25611" name="Object 11">
            <a:extLst>
              <a:ext uri="{FF2B5EF4-FFF2-40B4-BE49-F238E27FC236}">
                <a16:creationId xmlns:a16="http://schemas.microsoft.com/office/drawing/2014/main" id="{2430FD20-F207-638F-4DF1-FC0DDB0BBB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1341438"/>
          <a:ext cx="11811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341438"/>
                        <a:ext cx="11811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3" name="Text Box 13">
            <a:extLst>
              <a:ext uri="{FF2B5EF4-FFF2-40B4-BE49-F238E27FC236}">
                <a16:creationId xmlns:a16="http://schemas.microsoft.com/office/drawing/2014/main" id="{011FD92E-B403-783E-C69B-A802D6191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5688" y="1327150"/>
            <a:ext cx="1905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's continuity .</a:t>
            </a:r>
          </a:p>
        </p:txBody>
      </p:sp>
      <p:graphicFrame>
        <p:nvGraphicFramePr>
          <p:cNvPr id="25616" name="Object 16">
            <a:extLst>
              <a:ext uri="{FF2B5EF4-FFF2-40B4-BE49-F238E27FC236}">
                <a16:creationId xmlns:a16="http://schemas.microsoft.com/office/drawing/2014/main" id="{7CD8F32F-733C-6FA6-0A53-20069B2AE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200" y="2641600"/>
          <a:ext cx="1485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641600"/>
                        <a:ext cx="1485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9" name="Object 19">
            <a:extLst>
              <a:ext uri="{FF2B5EF4-FFF2-40B4-BE49-F238E27FC236}">
                <a16:creationId xmlns:a16="http://schemas.microsoft.com/office/drawing/2014/main" id="{EF041469-096C-9219-DBCD-3176C7DCD5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2743200"/>
          <a:ext cx="2413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743200"/>
                        <a:ext cx="2413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0" name="Object 20">
            <a:extLst>
              <a:ext uri="{FF2B5EF4-FFF2-40B4-BE49-F238E27FC236}">
                <a16:creationId xmlns:a16="http://schemas.microsoft.com/office/drawing/2014/main" id="{D50B9959-82B4-7567-05BA-47E325616A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1600" y="2209800"/>
          <a:ext cx="1930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0" imgH="0" progId="Equation.3">
                  <p:embed/>
                </p:oleObj>
              </mc:Choice>
              <mc:Fallback>
                <p:oleObj name="Equation" r:id="rId12" imgW="0" imgH="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1600" y="2209800"/>
                        <a:ext cx="1930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1" name="Object 21">
            <a:extLst>
              <a:ext uri="{FF2B5EF4-FFF2-40B4-BE49-F238E27FC236}">
                <a16:creationId xmlns:a16="http://schemas.microsoft.com/office/drawing/2014/main" id="{466C0BA0-D2F5-E7C7-0656-23C969429E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2971800"/>
          <a:ext cx="2133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0" imgH="0" progId="Equation.3">
                  <p:embed/>
                </p:oleObj>
              </mc:Choice>
              <mc:Fallback>
                <p:oleObj name="Equation" r:id="rId14" imgW="0" imgH="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971800"/>
                        <a:ext cx="2133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7" name="Text Box 27">
            <a:extLst>
              <a:ext uri="{FF2B5EF4-FFF2-40B4-BE49-F238E27FC236}">
                <a16:creationId xmlns:a16="http://schemas.microsoft.com/office/drawing/2014/main" id="{340158DB-88D1-BDB9-4FBB-4A6B967EC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7725" y="3497263"/>
            <a:ext cx="18732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hence this when continuous;</a:t>
            </a:r>
          </a:p>
        </p:txBody>
      </p:sp>
      <p:sp>
        <p:nvSpPr>
          <p:cNvPr id="25628" name="Text Box 28">
            <a:extLst>
              <a:ext uri="{FF2B5EF4-FFF2-40B4-BE49-F238E27FC236}">
                <a16:creationId xmlns:a16="http://schemas.microsoft.com/office/drawing/2014/main" id="{218C2B99-4405-CADA-8292-C3F13A99C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3497263"/>
            <a:ext cx="7620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而</a:t>
            </a:r>
          </a:p>
        </p:txBody>
      </p:sp>
      <p:graphicFrame>
        <p:nvGraphicFramePr>
          <p:cNvPr id="25629" name="Object 29">
            <a:extLst>
              <a:ext uri="{FF2B5EF4-FFF2-40B4-BE49-F238E27FC236}">
                <a16:creationId xmlns:a16="http://schemas.microsoft.com/office/drawing/2014/main" id="{E55D9DAA-19B3-103C-7E52-DBCDDD2D0C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7200" y="4248150"/>
          <a:ext cx="18796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0" imgH="0" progId="Equation.3">
                  <p:embed/>
                </p:oleObj>
              </mc:Choice>
              <mc:Fallback>
                <p:oleObj name="Equation" r:id="rId16" imgW="0" imgH="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4248150"/>
                        <a:ext cx="18796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3" name="Object 33">
            <a:extLst>
              <a:ext uri="{FF2B5EF4-FFF2-40B4-BE49-F238E27FC236}">
                <a16:creationId xmlns:a16="http://schemas.microsoft.com/office/drawing/2014/main" id="{61E262FB-8CAE-6DC8-F0A9-90FD8512D4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70300" y="4191000"/>
          <a:ext cx="1358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0" imgH="0" progId="Equation.3">
                  <p:embed/>
                </p:oleObj>
              </mc:Choice>
              <mc:Fallback>
                <p:oleObj name="Equation" r:id="rId18" imgW="0" imgH="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0300" y="4191000"/>
                        <a:ext cx="1358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4" name="Object 34">
            <a:extLst>
              <a:ext uri="{FF2B5EF4-FFF2-40B4-BE49-F238E27FC236}">
                <a16:creationId xmlns:a16="http://schemas.microsoft.com/office/drawing/2014/main" id="{6CA2AD1F-AF2C-1608-8693-C80B1E2394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1588" y="4281488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0" imgH="0" progId="Equation.3">
                  <p:embed/>
                </p:oleObj>
              </mc:Choice>
              <mc:Fallback>
                <p:oleObj name="Equation" r:id="rId20" imgW="0" imgH="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1588" y="4281488"/>
                        <a:ext cx="431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5" name="Object 35">
            <a:extLst>
              <a:ext uri="{FF2B5EF4-FFF2-40B4-BE49-F238E27FC236}">
                <a16:creationId xmlns:a16="http://schemas.microsoft.com/office/drawing/2014/main" id="{4A1F4E41-E29C-0BDB-6DF3-4EFC236F3D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89100" y="5043488"/>
          <a:ext cx="1892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0" imgH="0" progId="Equation.3">
                  <p:embed/>
                </p:oleObj>
              </mc:Choice>
              <mc:Fallback>
                <p:oleObj name="Equation" r:id="rId22" imgW="0" imgH="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9100" y="5043488"/>
                        <a:ext cx="18923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9" name="Object 39">
            <a:extLst>
              <a:ext uri="{FF2B5EF4-FFF2-40B4-BE49-F238E27FC236}">
                <a16:creationId xmlns:a16="http://schemas.microsoft.com/office/drawing/2014/main" id="{524F06FC-294D-2141-5414-E36E79FF98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4900" y="5043488"/>
          <a:ext cx="2146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0" imgH="0" progId="Equation.3">
                  <p:embed/>
                </p:oleObj>
              </mc:Choice>
              <mc:Fallback>
                <p:oleObj name="Equation" r:id="rId24" imgW="0" imgH="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4900" y="5043488"/>
                        <a:ext cx="21463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0" name="Object 40">
            <a:extLst>
              <a:ext uri="{FF2B5EF4-FFF2-40B4-BE49-F238E27FC236}">
                <a16:creationId xmlns:a16="http://schemas.microsoft.com/office/drawing/2014/main" id="{3EB50AF0-82EA-CA6F-8C29-319B3EDFA2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2000" y="5106988"/>
          <a:ext cx="698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0" imgH="0" progId="Equation.3">
                  <p:embed/>
                </p:oleObj>
              </mc:Choice>
              <mc:Fallback>
                <p:oleObj name="Equation" r:id="rId26" imgW="0" imgH="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0" y="5106988"/>
                        <a:ext cx="698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1" name="Text Box 41">
            <a:extLst>
              <a:ext uri="{FF2B5EF4-FFF2-40B4-BE49-F238E27FC236}">
                <a16:creationId xmlns:a16="http://schemas.microsoft.com/office/drawing/2014/main" id="{826438D3-6D8E-BEC8-8192-545C025D1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50" y="5797550"/>
            <a:ext cx="7556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/>
              <a:t>hence</a:t>
            </a:r>
            <a:endParaRPr lang="zh-CN" altLang="en-US" sz="2400"/>
          </a:p>
        </p:txBody>
      </p:sp>
      <p:graphicFrame>
        <p:nvGraphicFramePr>
          <p:cNvPr id="25643" name="Object 43">
            <a:extLst>
              <a:ext uri="{FF2B5EF4-FFF2-40B4-BE49-F238E27FC236}">
                <a16:creationId xmlns:a16="http://schemas.microsoft.com/office/drawing/2014/main" id="{E733F585-4862-AC81-6B5E-07688A4A18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5805488"/>
          <a:ext cx="1193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0" imgH="0" progId="Equation.3">
                  <p:embed/>
                </p:oleObj>
              </mc:Choice>
              <mc:Fallback>
                <p:oleObj name="Equation" r:id="rId28" imgW="0" imgH="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805488"/>
                        <a:ext cx="1193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6" name="Text Box 46">
            <a:extLst>
              <a:ext uri="{FF2B5EF4-FFF2-40B4-BE49-F238E27FC236}">
                <a16:creationId xmlns:a16="http://schemas.microsoft.com/office/drawing/2014/main" id="{6462934B-84D8-30DC-A531-A3488C0DD24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572000" y="5777109"/>
            <a:ext cx="3733800" cy="461665"/>
          </a:xfrm>
          <a:prstGeom prst="rect">
            <a:avLst/>
          </a:prstGeom>
          <a:blipFill>
            <a:blip r:embed="rId30"/>
            <a:stretch>
              <a:fillRect t="-10811" b="-27027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25647" name="Object 47">
            <a:extLst>
              <a:ext uri="{FF2B5EF4-FFF2-40B4-BE49-F238E27FC236}">
                <a16:creationId xmlns:a16="http://schemas.microsoft.com/office/drawing/2014/main" id="{F5388C69-048A-BBE1-4060-608001B412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2209800"/>
          <a:ext cx="2806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0" imgH="0" progId="Equation.3">
                  <p:embed/>
                </p:oleObj>
              </mc:Choice>
              <mc:Fallback>
                <p:oleObj name="Equation" r:id="rId31" imgW="0" imgH="0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209800"/>
                        <a:ext cx="2806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48" name="Object 48">
            <a:extLst>
              <a:ext uri="{FF2B5EF4-FFF2-40B4-BE49-F238E27FC236}">
                <a16:creationId xmlns:a16="http://schemas.microsoft.com/office/drawing/2014/main" id="{6C48BFB6-E1A2-B0DA-721A-D1CB42B756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2971800"/>
          <a:ext cx="287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0" imgH="0" progId="Equation.3">
                  <p:embed/>
                </p:oleObj>
              </mc:Choice>
              <mc:Fallback>
                <p:oleObj name="Equation" r:id="rId33" imgW="0" imgH="0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2971800"/>
                        <a:ext cx="2870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51" name="Object 51">
            <a:extLst>
              <a:ext uri="{FF2B5EF4-FFF2-40B4-BE49-F238E27FC236}">
                <a16:creationId xmlns:a16="http://schemas.microsoft.com/office/drawing/2014/main" id="{044949F9-7A58-4B72-3A2A-D58C5B01F9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5825" y="3551238"/>
          <a:ext cx="38306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0" imgH="0" progId="Equation.3">
                  <p:embed/>
                </p:oleObj>
              </mc:Choice>
              <mc:Fallback>
                <p:oleObj name="Equation" r:id="rId35" imgW="0" imgH="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3551238"/>
                        <a:ext cx="38306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5" name="Text Box 45">
            <a:extLst>
              <a:ext uri="{FF2B5EF4-FFF2-40B4-BE49-F238E27FC236}">
                <a16:creationId xmlns:a16="http://schemas.microsoft.com/office/drawing/2014/main" id="{112DE27B-3299-77ED-D583-A6455BA65E4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905000" y="5805488"/>
            <a:ext cx="3048000" cy="461665"/>
          </a:xfrm>
          <a:prstGeom prst="rect">
            <a:avLst/>
          </a:prstGeom>
          <a:blipFill>
            <a:blip r:embed="rId37"/>
            <a:stretch>
              <a:fillRect l="-3320" t="-7895" b="-26316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5655" name="AutoShape 55">
            <a:extLst>
              <a:ext uri="{FF2B5EF4-FFF2-40B4-BE49-F238E27FC236}">
                <a16:creationId xmlns:a16="http://schemas.microsoft.com/office/drawing/2014/main" id="{C5D8BB03-C12E-A38A-B70E-258F365BC0E3}"/>
              </a:ext>
            </a:extLst>
          </p:cNvPr>
          <p:cNvSpPr>
            <a:spLocks/>
          </p:cNvSpPr>
          <p:nvPr/>
        </p:nvSpPr>
        <p:spPr bwMode="auto">
          <a:xfrm>
            <a:off x="2438400" y="2362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62" name="AutoShape 62">
            <a:extLst>
              <a:ext uri="{FF2B5EF4-FFF2-40B4-BE49-F238E27FC236}">
                <a16:creationId xmlns:a16="http://schemas.microsoft.com/office/drawing/2014/main" id="{AA3E2036-5284-D03D-3242-2929927DABD4}"/>
              </a:ext>
            </a:extLst>
          </p:cNvPr>
          <p:cNvSpPr>
            <a:spLocks/>
          </p:cNvSpPr>
          <p:nvPr/>
        </p:nvSpPr>
        <p:spPr bwMode="auto">
          <a:xfrm>
            <a:off x="6096000" y="2362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utoUpdateAnimBg="0"/>
      <p:bldP spid="25606" grpId="0" autoUpdateAnimBg="0"/>
      <p:bldP spid="25613" grpId="0" autoUpdateAnimBg="0"/>
      <p:bldP spid="25627" grpId="0" autoUpdateAnimBg="0"/>
      <p:bldP spid="25628" grpId="0" autoUpdateAnimBg="0"/>
      <p:bldP spid="2564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C1F8DF41-1618-C21A-09EF-419AE059E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287338"/>
            <a:ext cx="2447925" cy="719137"/>
          </a:xfrm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FFFFFF"/>
                </a:solidFill>
                <a:ea typeface="楷体_GB2312" pitchFamily="49" charset="-122"/>
              </a:rPr>
              <a:t>Summary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F2375825-E82C-1BAC-ECAF-A857D78F1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1252538"/>
            <a:ext cx="26638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inDefinitioninterval inside continuous</a:t>
            </a:r>
            <a:endParaRPr lang="zh-CN" altLang="en-US" sz="2400"/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02ADC943-D780-093F-BAC0-AAEF5BB64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1947863"/>
            <a:ext cx="30972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/>
              <a:t>四</a:t>
            </a:r>
            <a:r>
              <a:rPr lang="en-US" altLang="zh-CN" sz="2400" b="1"/>
              <a:t>thenoperation's </a:t>
            </a:r>
            <a:r>
              <a:rPr lang="zh-CN" altLang="en-US" sz="2400" b="1"/>
              <a:t>结果</a:t>
            </a:r>
            <a:r>
              <a:rPr lang="en-US" altLang="zh-CN" sz="2400" b="1"/>
              <a:t>continuous</a:t>
            </a:r>
            <a:endParaRPr lang="zh-CN" altLang="en-US" sz="2400"/>
          </a:p>
        </p:txBody>
      </p:sp>
      <p:sp>
        <p:nvSpPr>
          <p:cNvPr id="27653" name="Text Box 5">
            <a:extLst>
              <a:ext uri="{FF2B5EF4-FFF2-40B4-BE49-F238E27FC236}">
                <a16:creationId xmlns:a16="http://schemas.microsoft.com/office/drawing/2014/main" id="{F4167A1C-171E-CC92-E51E-781093526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2597150"/>
            <a:ext cx="23653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inverse functioncontinuous</a:t>
            </a:r>
            <a:endParaRPr lang="zh-CN" altLang="en-US" sz="2400"/>
          </a:p>
        </p:txBody>
      </p:sp>
      <p:sp>
        <p:nvSpPr>
          <p:cNvPr id="27654" name="Text Box 6">
            <a:extLst>
              <a:ext uri="{FF2B5EF4-FFF2-40B4-BE49-F238E27FC236}">
                <a16:creationId xmlns:a16="http://schemas.microsoft.com/office/drawing/2014/main" id="{15013A94-BBDD-9E23-1492-2884A8B60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963" y="3292475"/>
            <a:ext cx="23653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compositefunctioncontinuous</a:t>
            </a:r>
            <a:endParaRPr lang="zh-CN" altLang="en-US" sz="2400"/>
          </a:p>
        </p:txBody>
      </p:sp>
      <p:sp>
        <p:nvSpPr>
          <p:cNvPr id="27655" name="AutoShape 7">
            <a:extLst>
              <a:ext uri="{FF2B5EF4-FFF2-40B4-BE49-F238E27FC236}">
                <a16:creationId xmlns:a16="http://schemas.microsoft.com/office/drawing/2014/main" id="{6CC1B5AF-00B0-E0A8-F391-493CFC4D3CA6}"/>
              </a:ext>
            </a:extLst>
          </p:cNvPr>
          <p:cNvSpPr>
            <a:spLocks/>
          </p:cNvSpPr>
          <p:nvPr/>
        </p:nvSpPr>
        <p:spPr bwMode="auto">
          <a:xfrm>
            <a:off x="5715000" y="1371600"/>
            <a:ext cx="304800" cy="2667000"/>
          </a:xfrm>
          <a:prstGeom prst="rightBrace">
            <a:avLst>
              <a:gd name="adj1" fmla="val 72917"/>
              <a:gd name="adj2" fmla="val 50000"/>
            </a:avLst>
          </a:prstGeom>
          <a:noFill/>
          <a:ln w="9525">
            <a:solidFill>
              <a:srgbClr val="FFFF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7656" name="Text Box 8">
            <a:extLst>
              <a:ext uri="{FF2B5EF4-FFF2-40B4-BE49-F238E27FC236}">
                <a16:creationId xmlns:a16="http://schemas.microsoft.com/office/drawing/2014/main" id="{FAA09B86-6F2C-1E2E-7CFE-EA427E554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1828800"/>
            <a:ext cx="2057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FFFF"/>
                </a:solidFill>
              </a:rPr>
              <a:t>elementary functioninDefinitioninterval inside continuous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657" name="Text Box 9">
            <a:extLst>
              <a:ext uri="{FF2B5EF4-FFF2-40B4-BE49-F238E27FC236}">
                <a16:creationId xmlns:a16="http://schemas.microsoft.com/office/drawing/2014/main" id="{280AFF9B-964A-DCDF-9EB0-51B0BF7DE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4192588"/>
            <a:ext cx="6396037" cy="138499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400" b="1">
                <a:latin typeface="+mn-ea"/>
                <a:ea typeface="+mn-ea"/>
              </a:rPr>
              <a:t>Note: piecewisefunctionin</a:t>
            </a:r>
            <a:r>
              <a:rPr lang="zh-CN" altLang="en-GB" sz="2400" b="1">
                <a:latin typeface="+mn-ea"/>
                <a:ea typeface="+mn-ea"/>
              </a:rPr>
              <a:t>界 </a:t>
            </a:r>
            <a:r>
              <a:rPr lang="en-GB" altLang="zh-CN" sz="2400" b="1">
                <a:latin typeface="+mn-ea"/>
                <a:ea typeface="+mn-ea"/>
              </a:rPr>
              <a:t>point at is </a:t>
            </a:r>
            <a:r>
              <a:rPr lang="zh-CN" altLang="en-GB" sz="2400" b="1">
                <a:latin typeface="+mn-ea"/>
                <a:ea typeface="+mn-ea"/>
              </a:rPr>
              <a:t>否</a:t>
            </a:r>
            <a:r>
              <a:rPr lang="en-GB" altLang="zh-CN" sz="2400" b="1">
                <a:latin typeface="+mn-ea"/>
                <a:ea typeface="+mn-ea"/>
              </a:rPr>
              <a:t>continuous needdiscuss its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400" b="1">
                <a:latin typeface="+mn-ea"/>
                <a:ea typeface="+mn-ea"/>
              </a:rPr>
              <a:t> left, rightcontinuity.</a:t>
            </a:r>
            <a:endParaRPr lang="en-US" altLang="zh-CN" sz="2400" dirty="0">
              <a:latin typeface="+mn-ea"/>
              <a:ea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autoUpdateAnimBg="0"/>
      <p:bldP spid="27652" grpId="0" autoUpdateAnimBg="0"/>
      <p:bldP spid="27653" grpId="0" autoUpdateAnimBg="0"/>
      <p:bldP spid="27654" grpId="0" autoUpdateAnimBg="0"/>
      <p:bldP spid="27656" grpId="0" autoUpdateAnimBg="0"/>
      <p:bldP spid="2765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A1755B16-997A-B2A0-D0D2-8FE704D7A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8775" y="287338"/>
            <a:ext cx="2447925" cy="719137"/>
          </a:xfrm>
          <a:solidFill>
            <a:schemeClr val="bg1"/>
          </a:solidFill>
          <a:ln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zh-CN" sz="3200" b="1">
                <a:ea typeface="楷体_GB2312" pitchFamily="49" charset="-122"/>
              </a:rPr>
              <a:t>Think and Exercise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29701" name="Object 5">
            <a:extLst>
              <a:ext uri="{FF2B5EF4-FFF2-40B4-BE49-F238E27FC236}">
                <a16:creationId xmlns:a16="http://schemas.microsoft.com/office/drawing/2014/main" id="{7115A5C0-B9D5-8223-8F8C-3E1716C812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1158875"/>
          <a:ext cx="30289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42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158875"/>
                        <a:ext cx="30289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>
            <a:extLst>
              <a:ext uri="{FF2B5EF4-FFF2-40B4-BE49-F238E27FC236}">
                <a16:creationId xmlns:a16="http://schemas.microsoft.com/office/drawing/2014/main" id="{5A4F3E36-FD3A-AC59-0773-7A1DDD83AA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9050" y="1062038"/>
          <a:ext cx="41386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42000"/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1062038"/>
                        <a:ext cx="413861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5" name="Text Box 9">
            <a:extLst>
              <a:ext uri="{FF2B5EF4-FFF2-40B4-BE49-F238E27FC236}">
                <a16:creationId xmlns:a16="http://schemas.microsoft.com/office/drawing/2014/main" id="{B8825AD3-BC89-85C8-160D-1EB6EC3128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88" y="1614488"/>
            <a:ext cx="1447800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zh-CN" sz="2400">
                <a:latin typeface="+mn-ea"/>
                <a:ea typeface="+mn-ea"/>
              </a:rPr>
              <a:t>continuous?</a:t>
            </a:r>
            <a:endParaRPr lang="en-US" altLang="zh-CN" sz="2400" dirty="0">
              <a:latin typeface="+mn-ea"/>
              <a:ea typeface="+mn-ea"/>
            </a:endParaRPr>
          </a:p>
        </p:txBody>
      </p:sp>
      <p:sp>
        <p:nvSpPr>
          <p:cNvPr id="29706" name="Text Box 10">
            <a:extLst>
              <a:ext uri="{FF2B5EF4-FFF2-40B4-BE49-F238E27FC236}">
                <a16:creationId xmlns:a16="http://schemas.microsoft.com/office/drawing/2014/main" id="{72CB8649-3EAC-8636-D9D9-D2027AB26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0" y="2147888"/>
            <a:ext cx="1143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/>
              <a:t>反</a:t>
            </a:r>
            <a:r>
              <a:rPr lang="en-US" altLang="zh-CN" sz="2400"/>
              <a:t>Example</a:t>
            </a:r>
            <a:endParaRPr lang="zh-CN" altLang="en-US" sz="2400"/>
          </a:p>
        </p:txBody>
      </p:sp>
      <p:grpSp>
        <p:nvGrpSpPr>
          <p:cNvPr id="29739" name="Group 43">
            <a:extLst>
              <a:ext uri="{FF2B5EF4-FFF2-40B4-BE49-F238E27FC236}">
                <a16:creationId xmlns:a16="http://schemas.microsoft.com/office/drawing/2014/main" id="{54DC4E43-4CE3-1B89-B6D8-A34D9C7B4E59}"/>
              </a:ext>
            </a:extLst>
          </p:cNvPr>
          <p:cNvGrpSpPr>
            <a:grpSpLocks/>
          </p:cNvGrpSpPr>
          <p:nvPr/>
        </p:nvGrpSpPr>
        <p:grpSpPr bwMode="auto">
          <a:xfrm>
            <a:off x="2046288" y="2598738"/>
            <a:ext cx="4518025" cy="1144587"/>
            <a:chOff x="1264" y="1768"/>
            <a:chExt cx="2816" cy="584"/>
          </a:xfrm>
        </p:grpSpPr>
        <p:graphicFrame>
          <p:nvGraphicFramePr>
            <p:cNvPr id="23567" name="Object 11">
              <a:extLst>
                <a:ext uri="{FF2B5EF4-FFF2-40B4-BE49-F238E27FC236}">
                  <a16:creationId xmlns:a16="http://schemas.microsoft.com/office/drawing/2014/main" id="{1969F9B1-1EA0-38DA-BE90-F1FBE65367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64" y="1792"/>
            <a:ext cx="1136" cy="5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0" imgH="0" progId="Equation.3">
                    <p:embed/>
                  </p:oleObj>
                </mc:Choice>
                <mc:Fallback>
                  <p:oleObj name="Equation" r:id="rId6" imgW="0" imgH="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4" y="1792"/>
                          <a:ext cx="1136" cy="5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8" name="Text Box 12">
              <a:extLst>
                <a:ext uri="{FF2B5EF4-FFF2-40B4-BE49-F238E27FC236}">
                  <a16:creationId xmlns:a16="http://schemas.microsoft.com/office/drawing/2014/main" id="{FECEC229-8D59-9D2D-80A4-6AE9F28F3829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496" y="1768"/>
              <a:ext cx="1536" cy="236"/>
            </a:xfrm>
            <a:prstGeom prst="rect">
              <a:avLst/>
            </a:prstGeom>
            <a:blipFill>
              <a:blip r:embed="rId8"/>
              <a:stretch>
                <a:fillRect t="-10811" b="-29730"/>
              </a:stretch>
            </a:blipFill>
            <a:ln>
              <a:noFill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29709" name="Text Box 13">
              <a:extLst>
                <a:ext uri="{FF2B5EF4-FFF2-40B4-BE49-F238E27FC236}">
                  <a16:creationId xmlns:a16="http://schemas.microsoft.com/office/drawing/2014/main" id="{EE345B8B-6ADB-7522-1CE8-1BDB42B53D53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496" y="2078"/>
              <a:ext cx="1584" cy="236"/>
            </a:xfrm>
            <a:prstGeom prst="rect">
              <a:avLst/>
            </a:prstGeom>
            <a:blipFill>
              <a:blip r:embed="rId9"/>
              <a:stretch>
                <a:fillRect t="-10811" b="-29730"/>
              </a:stretch>
            </a:blipFill>
            <a:ln>
              <a:noFill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  <p:graphicFrame>
        <p:nvGraphicFramePr>
          <p:cNvPr id="29711" name="Object 15">
            <a:extLst>
              <a:ext uri="{FF2B5EF4-FFF2-40B4-BE49-F238E27FC236}">
                <a16:creationId xmlns:a16="http://schemas.microsoft.com/office/drawing/2014/main" id="{81F05401-0A33-3458-A2BC-DC3DFE659B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3784600"/>
          <a:ext cx="736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3">
                  <p:embed/>
                </p:oleObj>
              </mc:Choice>
              <mc:Fallback>
                <p:oleObj name="Equation" r:id="rId10" imgW="0" imgH="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784600"/>
                        <a:ext cx="7366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2" name="Text Box 16">
            <a:extLst>
              <a:ext uri="{FF2B5EF4-FFF2-40B4-BE49-F238E27FC236}">
                <a16:creationId xmlns:a16="http://schemas.microsoft.com/office/drawing/2014/main" id="{6020205B-FA4D-FD2C-D5DF-4557495F838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803400" y="3744913"/>
            <a:ext cx="2057400" cy="461665"/>
          </a:xfrm>
          <a:prstGeom prst="rect">
            <a:avLst/>
          </a:prstGeom>
          <a:blipFill>
            <a:blip r:embed="rId12"/>
            <a:stretch>
              <a:fillRect l="-3086" t="-10526" r="-8025" b="-26316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29713" name="Object 17">
            <a:extLst>
              <a:ext uri="{FF2B5EF4-FFF2-40B4-BE49-F238E27FC236}">
                <a16:creationId xmlns:a16="http://schemas.microsoft.com/office/drawing/2014/main" id="{1172AEEA-FF75-1B66-7C69-1AC148D853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79800" y="3733800"/>
          <a:ext cx="2057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0" imgH="0" progId="Equation.3">
                  <p:embed/>
                </p:oleObj>
              </mc:Choice>
              <mc:Fallback>
                <p:oleObj name="Equation" r:id="rId13" imgW="0" imgH="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lum bright="100000" contrast="-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3733800"/>
                        <a:ext cx="2057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4" name="Text Box 18">
            <a:extLst>
              <a:ext uri="{FF2B5EF4-FFF2-40B4-BE49-F238E27FC236}">
                <a16:creationId xmlns:a16="http://schemas.microsoft.com/office/drawing/2014/main" id="{7015964D-DE89-5ADA-4574-45E7D5E4EA60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127499" y="3697215"/>
            <a:ext cx="3343275" cy="461665"/>
          </a:xfrm>
          <a:prstGeom prst="rect">
            <a:avLst/>
          </a:prstGeom>
          <a:blipFill>
            <a:blip r:embed="rId15"/>
            <a:stretch>
              <a:fillRect l="-1132" t="-5263" r="-1887" b="-28947"/>
            </a:stretch>
          </a:blipFill>
          <a:ln>
            <a:noFill/>
          </a:ln>
          <a:effec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9726" name="Text Box 30">
            <a:extLst>
              <a:ext uri="{FF2B5EF4-FFF2-40B4-BE49-F238E27FC236}">
                <a16:creationId xmlns:a16="http://schemas.microsoft.com/office/drawing/2014/main" id="{F71E1825-99FB-C02B-BE5E-C2F9CEDE3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614488"/>
            <a:ext cx="31806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/>
              <a:t>conversely is </a:t>
            </a:r>
            <a:r>
              <a:rPr lang="zh-CN" altLang="en-US" sz="2400"/>
              <a:t>否 </a:t>
            </a:r>
            <a:r>
              <a:rPr lang="en-US" altLang="zh-CN" sz="2400"/>
              <a:t>holds?</a:t>
            </a:r>
          </a:p>
        </p:txBody>
      </p:sp>
      <p:sp>
        <p:nvSpPr>
          <p:cNvPr id="29727" name="Text Box 31">
            <a:extLst>
              <a:ext uri="{FF2B5EF4-FFF2-40B4-BE49-F238E27FC236}">
                <a16:creationId xmlns:a16="http://schemas.microsoft.com/office/drawing/2014/main" id="{2A8ABAD7-F14B-D21A-75BC-8BD084133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" y="4792663"/>
            <a:ext cx="4953000" cy="181588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800" b="1">
                <a:solidFill>
                  <a:schemeClr val="tx2"/>
                </a:solidFill>
                <a:latin typeface="+mn-ea"/>
                <a:ea typeface="+mn-ea"/>
              </a:rPr>
              <a:t>Homework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800" b="1">
                <a:solidFill>
                  <a:schemeClr val="tx2"/>
                </a:solidFill>
                <a:latin typeface="+mn-ea"/>
                <a:ea typeface="+mn-ea"/>
              </a:rPr>
              <a:t>P66 3 (2) ,(4), (6) , (8) ; </a:t>
            </a:r>
          </a:p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GB" altLang="zh-CN" sz="2800" b="1">
                <a:solidFill>
                  <a:schemeClr val="tx2"/>
                </a:solidFill>
                <a:latin typeface="+mn-ea"/>
                <a:ea typeface="+mn-ea"/>
              </a:rPr>
              <a:t> 4 (2), (4) ,(6) , (8) ;</a:t>
            </a:r>
            <a:endParaRPr lang="en-US" altLang="zh-CN" sz="2400" dirty="0">
              <a:solidFill>
                <a:srgbClr val="FF0000"/>
              </a:solidFill>
              <a:latin typeface="+mn-lt"/>
              <a:ea typeface="仿宋_GB2312" pitchFamily="49" charset="-122"/>
            </a:endParaRPr>
          </a:p>
        </p:txBody>
      </p:sp>
      <p:sp>
        <p:nvSpPr>
          <p:cNvPr id="29729" name="Text Box 33">
            <a:extLst>
              <a:ext uri="{FF2B5EF4-FFF2-40B4-BE49-F238E27FC236}">
                <a16:creationId xmlns:a16="http://schemas.microsoft.com/office/drawing/2014/main" id="{4B914E80-E1C7-AF62-8C57-BBEACDDD5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2147888"/>
            <a:ext cx="874713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chemeClr val="tx2"/>
                </a:solidFill>
              </a:rPr>
              <a:t>Hint:</a:t>
            </a:r>
          </a:p>
        </p:txBody>
      </p:sp>
      <p:sp>
        <p:nvSpPr>
          <p:cNvPr id="29732" name="Text Box 36">
            <a:extLst>
              <a:ext uri="{FF2B5EF4-FFF2-40B4-BE49-F238E27FC236}">
                <a16:creationId xmlns:a16="http://schemas.microsoft.com/office/drawing/2014/main" id="{510B69F8-3A5C-0E80-9B0A-39F8E8613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0" y="2147888"/>
            <a:ext cx="25844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"conversely" not holds .</a:t>
            </a:r>
            <a:endParaRPr lang="en-US" altLang="zh-CN" sz="240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7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7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5" grpId="0" build="p" autoUpdateAnimBg="0" advAuto="0"/>
      <p:bldP spid="29706" grpId="0" autoUpdateAnimBg="0"/>
      <p:bldP spid="29726" grpId="0" build="p" autoUpdateAnimBg="0"/>
      <p:bldP spid="29727" grpId="0" animBg="1" autoUpdateAnimBg="0"/>
      <p:bldP spid="29729" grpId="0" build="p" autoUpdateAnimBg="0"/>
      <p:bldP spid="29732" grpId="0" build="p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2101</TotalTime>
  <Words>393</Words>
  <Application>Microsoft Office PowerPoint</Application>
  <PresentationFormat>全屏显示(4:3)</PresentationFormat>
  <Paragraphs>111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Arial</vt:lpstr>
      <vt:lpstr>DengXian Light</vt:lpstr>
      <vt:lpstr>华文行楷</vt:lpstr>
      <vt:lpstr>Calibri</vt:lpstr>
      <vt:lpstr>楷体_GB2312</vt:lpstr>
      <vt:lpstr>仿宋_GB2312</vt:lpstr>
      <vt:lpstr>Office 主题​​</vt:lpstr>
      <vt:lpstr>Microsoft 公式 3.0</vt:lpstr>
      <vt:lpstr>PowerPoint 演示文稿</vt:lpstr>
      <vt:lpstr>I. continuousfunction's operation法then</vt:lpstr>
      <vt:lpstr>Theorem3. continuousfunction's compositefunction is continuous's .</vt:lpstr>
      <vt:lpstr>for example,</vt:lpstr>
      <vt:lpstr>Example1 .</vt:lpstr>
      <vt:lpstr>II. elementary function's continuity</vt:lpstr>
      <vt:lpstr>Example2. find</vt:lpstr>
      <vt:lpstr>Example4. find</vt:lpstr>
      <vt:lpstr>Example5. Let</vt:lpstr>
      <vt:lpstr>Summary</vt:lpstr>
      <vt:lpstr>Think and Exercise</vt:lpstr>
    </vt:vector>
  </TitlesOfParts>
  <Company>CUMT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第六节  函数的连续与间断</dc:title>
  <dc:creator>MATH</dc:creator>
  <cp:lastModifiedBy>Rui Li</cp:lastModifiedBy>
  <cp:revision>82</cp:revision>
  <dcterms:created xsi:type="dcterms:W3CDTF">1999-07-31T00:57:36Z</dcterms:created>
  <dcterms:modified xsi:type="dcterms:W3CDTF">2026-09-02T05:32:26Z</dcterms:modified>
</cp:coreProperties>
</file>