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89" r:id="rId2"/>
    <p:sldId id="288" r:id="rId3"/>
    <p:sldId id="278" r:id="rId4"/>
    <p:sldId id="257" r:id="rId5"/>
    <p:sldId id="258" r:id="rId6"/>
    <p:sldId id="259" r:id="rId7"/>
    <p:sldId id="28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74" r:id="rId17"/>
    <p:sldId id="271" r:id="rId18"/>
    <p:sldId id="277" r:id="rId19"/>
    <p:sldId id="281" r:id="rId20"/>
    <p:sldId id="279" r:id="rId21"/>
    <p:sldId id="280" r:id="rId22"/>
    <p:sldId id="283" r:id="rId23"/>
    <p:sldId id="276" r:id="rId2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88" autoAdjust="0"/>
    <p:restoredTop sz="88057" autoAdjust="0"/>
  </p:normalViewPr>
  <p:slideViewPr>
    <p:cSldViewPr>
      <p:cViewPr varScale="1">
        <p:scale>
          <a:sx n="83" d="100"/>
          <a:sy n="83" d="100"/>
        </p:scale>
        <p:origin x="1480" y="200"/>
      </p:cViewPr>
      <p:guideLst>
        <p:guide orient="horz" pos="2736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55130A2-6736-547F-6DD4-D733692D4C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D762C34-F1A6-DCE1-8E16-32AD27CF93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E79057E-7745-0C45-23FE-B5A72F008E4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85DC5257-0F8D-04FE-F629-58D82934F14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200189F7-55D0-DF83-C6B8-D878DA81C7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FA2A7DC9-7057-A708-CB0E-2E22515590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A17BDC2-4C72-428E-9059-A98F0A52E3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2AA455BD-8E83-4B7E-73F7-EC616CF68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D71FDD7-786E-4E44-9D4E-942F69F8E3D4}" type="slidenum">
              <a:rPr lang="en-US" altLang="zh-CN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3E9C6FD-DD7B-947B-C5B0-FAF7B4C777A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946BAAC-0399-4339-7494-91C343793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点击“解答见课件第二节例</a:t>
            </a:r>
            <a:r>
              <a:rPr lang="en-US" altLang="zh-CN"/>
              <a:t>5”, </a:t>
            </a:r>
            <a:r>
              <a:rPr lang="zh-CN" altLang="en-US"/>
              <a:t>或“机动” 按钮 </a:t>
            </a:r>
            <a:r>
              <a:rPr lang="en-US" altLang="zh-CN"/>
              <a:t>, </a:t>
            </a:r>
            <a:r>
              <a:rPr lang="zh-CN" altLang="en-US"/>
              <a:t>可显示解题过程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354E9-06BF-94AA-9235-95607A7C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342A4-2194-684F-1136-A6C2D3A3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94B11-94DB-EEA7-CE61-1E40E1DC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07050-BDD9-4EC7-AB9C-46E3580B18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4808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4C42B-5E78-0AE9-1A49-B1CB464D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A82380-0B43-0C70-A11C-8E55B4E2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040EFA-93A1-6D81-DF35-B4DE2C08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CDC9B-E675-40F3-B939-C61E742B6A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854772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56B7E-7D43-3844-65A9-FA070107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EDA2E0-C189-A3FE-7FA0-FCF87DDE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DB741-B370-85BB-3001-F1DC7933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E5B23-7C80-419C-9553-6D1E1A1B8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4498268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064A3C0-A2B2-1FA6-065A-4ABE4457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4E20C57-A7E9-BF17-276E-54E6DD26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C2EDF1D-3CBD-F0CE-85A3-E0066165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50509-D876-445B-A58A-689224AD0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776794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F7DFBEEE-3A7A-B4BA-4781-0B4D335E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1C69971-6DA6-1629-5160-B3343E2F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6F29C31-2F7A-F8C4-436A-C50EF14A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7032E-1E01-4956-8AEE-798AC54DDF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727585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AF7819E2-A41A-4532-8D05-6FEF56C1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F75BDC6-9534-3D8C-EF1C-B5EA0A6A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D81B7F4-30FE-C869-507C-A3107B26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4ADF4-EC2C-4505-A6B8-C89B41FC79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159347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2F9CC47-EA4C-A02E-A019-37F04348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01A3928-0BC0-51DB-9F4F-E1A3A41B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93827EB-7472-0214-E8D4-AFC4F192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1E7E2-EA6C-43D5-851D-9E02606FD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08860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1D449C6-BC86-E77A-39FF-298974C5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1ED7C58-51CA-C2C5-A5CB-43807BD6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2EA9D6-CD9E-45D3-ADAD-316B504B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80347-E51B-4DFD-A7E0-8ABAF54BBB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205640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6C69122-1B0C-1C04-4664-B4863B28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832DC65-922C-66A1-D4AF-E5D0ACC1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9A5D8E-6E05-0256-F5A1-BECEAF83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0C6CF-97A0-4C2E-BABF-21753D6955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6579417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85151-CEB3-1326-5BF1-2D8FA245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C31EE2-9014-C45B-9775-A4348BB2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A891CF-4CAE-8F86-0D45-12FB8E5B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AFD8F-9C15-4A1F-9E7B-64E6D964BD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483415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A35B77-51E1-C1BD-ADB3-FBF29767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F9C828-1DC0-6F78-39A9-DB5836DC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63AD2-5175-6220-C4C1-8A61DCE5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818F6-A792-4FA2-B434-ED9C09657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4732891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A3FBFD94-4552-300E-8A95-E7FC40B3D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B8890517-9C52-D98B-1D28-CD3D74027D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4CD85-B6E8-ED19-CADA-150C412A1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ACE64-92EC-CD8F-3F66-E144B619B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8BBBC9-3F19-2270-866F-07602EA85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26119B7-156F-4DD3-B444-821734BF48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zoom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emf"/><Relationship Id="rId21" Type="http://schemas.openxmlformats.org/officeDocument/2006/relationships/image" Target="../media/image11.emf"/><Relationship Id="rId34" Type="http://schemas.openxmlformats.org/officeDocument/2006/relationships/oleObject" Target="../embeddings/oleObject17.bin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emf"/><Relationship Id="rId33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31" Type="http://schemas.openxmlformats.org/officeDocument/2006/relationships/image" Target="../media/image1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e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8.emf"/><Relationship Id="rId8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6.e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21.emf"/><Relationship Id="rId21" Type="http://schemas.openxmlformats.org/officeDocument/2006/relationships/image" Target="../media/image30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8.emf"/><Relationship Id="rId25" Type="http://schemas.openxmlformats.org/officeDocument/2006/relationships/image" Target="../media/image32.e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5.emf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22.emf"/><Relationship Id="rId15" Type="http://schemas.openxmlformats.org/officeDocument/2006/relationships/image" Target="../media/image27.emf"/><Relationship Id="rId23" Type="http://schemas.openxmlformats.org/officeDocument/2006/relationships/image" Target="../media/image31.emf"/><Relationship Id="rId28" Type="http://schemas.openxmlformats.org/officeDocument/2006/relationships/oleObject" Target="../embeddings/oleObject33.bin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9.emf"/><Relationship Id="rId31" Type="http://schemas.openxmlformats.org/officeDocument/2006/relationships/image" Target="../media/image17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3.emf"/><Relationship Id="rId30" Type="http://schemas.openxmlformats.org/officeDocument/2006/relationships/oleObject" Target="../embeddings/oleObject3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0.emf"/><Relationship Id="rId18" Type="http://schemas.openxmlformats.org/officeDocument/2006/relationships/image" Target="../media/image43.png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2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9.emf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10" Type="http://schemas.openxmlformats.org/officeDocument/2006/relationships/oleObject" Target="../embeddings/oleObject39.bin"/><Relationship Id="rId19" Type="http://schemas.openxmlformats.org/officeDocument/2006/relationships/oleObject" Target="../embeddings/oleObject43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4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3.emf"/><Relationship Id="rId3" Type="http://schemas.openxmlformats.org/officeDocument/2006/relationships/image" Target="../media/image45.emf"/><Relationship Id="rId7" Type="http://schemas.openxmlformats.org/officeDocument/2006/relationships/image" Target="../media/image47.emf"/><Relationship Id="rId12" Type="http://schemas.openxmlformats.org/officeDocument/2006/relationships/image" Target="../media/image50.emf"/><Relationship Id="rId17" Type="http://schemas.openxmlformats.org/officeDocument/2006/relationships/oleObject" Target="../embeddings/oleObject51.bin"/><Relationship Id="rId2" Type="http://schemas.openxmlformats.org/officeDocument/2006/relationships/oleObject" Target="../embeddings/oleObject44.bin"/><Relationship Id="rId16" Type="http://schemas.openxmlformats.org/officeDocument/2006/relationships/image" Target="../media/image52.emf"/><Relationship Id="rId20" Type="http://schemas.openxmlformats.org/officeDocument/2006/relationships/image" Target="../media/image5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46.emf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9.emf"/><Relationship Id="rId19" Type="http://schemas.openxmlformats.org/officeDocument/2006/relationships/oleObject" Target="../embeddings/oleObject52.bin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5.emf"/><Relationship Id="rId7" Type="http://schemas.openxmlformats.org/officeDocument/2006/relationships/image" Target="../media/image57.emf"/><Relationship Id="rId12" Type="http://schemas.openxmlformats.org/officeDocument/2006/relationships/image" Target="../media/image62.png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61.png"/><Relationship Id="rId5" Type="http://schemas.openxmlformats.org/officeDocument/2006/relationships/image" Target="../media/image56.emf"/><Relationship Id="rId10" Type="http://schemas.openxmlformats.org/officeDocument/2006/relationships/image" Target="../media/image60.png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emf"/><Relationship Id="rId18" Type="http://schemas.openxmlformats.org/officeDocument/2006/relationships/oleObject" Target="../embeddings/oleObject62.bin"/><Relationship Id="rId26" Type="http://schemas.openxmlformats.org/officeDocument/2006/relationships/oleObject" Target="../embeddings/oleObject66.bin"/><Relationship Id="rId3" Type="http://schemas.openxmlformats.org/officeDocument/2006/relationships/image" Target="../media/image63.emf"/><Relationship Id="rId21" Type="http://schemas.openxmlformats.org/officeDocument/2006/relationships/image" Target="../media/image73.emf"/><Relationship Id="rId7" Type="http://schemas.openxmlformats.org/officeDocument/2006/relationships/image" Target="../media/image65.e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71.emf"/><Relationship Id="rId25" Type="http://schemas.openxmlformats.org/officeDocument/2006/relationships/image" Target="../media/image75.emf"/><Relationship Id="rId33" Type="http://schemas.openxmlformats.org/officeDocument/2006/relationships/image" Target="../media/image79.e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1.bin"/><Relationship Id="rId20" Type="http://schemas.openxmlformats.org/officeDocument/2006/relationships/oleObject" Target="../embeddings/oleObject63.bin"/><Relationship Id="rId29" Type="http://schemas.openxmlformats.org/officeDocument/2006/relationships/image" Target="../media/image7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7.png"/><Relationship Id="rId24" Type="http://schemas.openxmlformats.org/officeDocument/2006/relationships/oleObject" Target="../embeddings/oleObject65.bin"/><Relationship Id="rId32" Type="http://schemas.openxmlformats.org/officeDocument/2006/relationships/oleObject" Target="../embeddings/oleObject69.bin"/><Relationship Id="rId5" Type="http://schemas.openxmlformats.org/officeDocument/2006/relationships/image" Target="../media/image64.emf"/><Relationship Id="rId15" Type="http://schemas.openxmlformats.org/officeDocument/2006/relationships/image" Target="../media/image70.png"/><Relationship Id="rId23" Type="http://schemas.openxmlformats.org/officeDocument/2006/relationships/image" Target="../media/image74.emf"/><Relationship Id="rId28" Type="http://schemas.openxmlformats.org/officeDocument/2006/relationships/oleObject" Target="../embeddings/oleObject67.bin"/><Relationship Id="rId10" Type="http://schemas.openxmlformats.org/officeDocument/2006/relationships/image" Target="../media/image66.emf"/><Relationship Id="rId19" Type="http://schemas.openxmlformats.org/officeDocument/2006/relationships/image" Target="../media/image72.emf"/><Relationship Id="rId31" Type="http://schemas.openxmlformats.org/officeDocument/2006/relationships/image" Target="../media/image78.emf"/><Relationship Id="rId4" Type="http://schemas.openxmlformats.org/officeDocument/2006/relationships/oleObject" Target="../embeddings/oleObject57.bin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9.png"/><Relationship Id="rId22" Type="http://schemas.openxmlformats.org/officeDocument/2006/relationships/oleObject" Target="../embeddings/oleObject64.bin"/><Relationship Id="rId27" Type="http://schemas.openxmlformats.org/officeDocument/2006/relationships/image" Target="../media/image76.emf"/><Relationship Id="rId30" Type="http://schemas.openxmlformats.org/officeDocument/2006/relationships/oleObject" Target="../embeddings/oleObject68.bin"/><Relationship Id="rId8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5.bin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1.bin"/><Relationship Id="rId39" Type="http://schemas.openxmlformats.org/officeDocument/2006/relationships/image" Target="../media/image99.emf"/><Relationship Id="rId21" Type="http://schemas.openxmlformats.org/officeDocument/2006/relationships/image" Target="../media/image90.emf"/><Relationship Id="rId34" Type="http://schemas.openxmlformats.org/officeDocument/2006/relationships/oleObject" Target="../embeddings/oleObject85.bin"/><Relationship Id="rId7" Type="http://schemas.openxmlformats.org/officeDocument/2006/relationships/image" Target="../media/image82.emf"/><Relationship Id="rId12" Type="http://schemas.openxmlformats.org/officeDocument/2006/relationships/image" Target="../media/image85.png"/><Relationship Id="rId17" Type="http://schemas.openxmlformats.org/officeDocument/2006/relationships/image" Target="../media/image88.emf"/><Relationship Id="rId25" Type="http://schemas.openxmlformats.org/officeDocument/2006/relationships/image" Target="../media/image92.emf"/><Relationship Id="rId33" Type="http://schemas.openxmlformats.org/officeDocument/2006/relationships/image" Target="../media/image96.emf"/><Relationship Id="rId38" Type="http://schemas.openxmlformats.org/officeDocument/2006/relationships/oleObject" Target="../embeddings/oleObject87.bin"/><Relationship Id="rId2" Type="http://schemas.openxmlformats.org/officeDocument/2006/relationships/oleObject" Target="../embeddings/oleObject70.bin"/><Relationship Id="rId16" Type="http://schemas.openxmlformats.org/officeDocument/2006/relationships/image" Target="../media/image87.emf"/><Relationship Id="rId20" Type="http://schemas.openxmlformats.org/officeDocument/2006/relationships/oleObject" Target="../embeddings/oleObject78.bin"/><Relationship Id="rId29" Type="http://schemas.openxmlformats.org/officeDocument/2006/relationships/image" Target="../media/image9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84.emf"/><Relationship Id="rId24" Type="http://schemas.openxmlformats.org/officeDocument/2006/relationships/oleObject" Target="../embeddings/oleObject80.bin"/><Relationship Id="rId32" Type="http://schemas.openxmlformats.org/officeDocument/2006/relationships/oleObject" Target="../embeddings/oleObject84.bin"/><Relationship Id="rId37" Type="http://schemas.openxmlformats.org/officeDocument/2006/relationships/image" Target="../media/image98.emf"/><Relationship Id="rId5" Type="http://schemas.openxmlformats.org/officeDocument/2006/relationships/image" Target="../media/image81.emf"/><Relationship Id="rId15" Type="http://schemas.openxmlformats.org/officeDocument/2006/relationships/oleObject" Target="../embeddings/oleObject76.bin"/><Relationship Id="rId23" Type="http://schemas.openxmlformats.org/officeDocument/2006/relationships/image" Target="../media/image91.emf"/><Relationship Id="rId28" Type="http://schemas.openxmlformats.org/officeDocument/2006/relationships/oleObject" Target="../embeddings/oleObject82.bin"/><Relationship Id="rId36" Type="http://schemas.openxmlformats.org/officeDocument/2006/relationships/oleObject" Target="../embeddings/oleObject86.bin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89.emf"/><Relationship Id="rId31" Type="http://schemas.openxmlformats.org/officeDocument/2006/relationships/image" Target="../media/image95.e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3.emf"/><Relationship Id="rId14" Type="http://schemas.openxmlformats.org/officeDocument/2006/relationships/image" Target="../media/image86.emf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93.emf"/><Relationship Id="rId30" Type="http://schemas.openxmlformats.org/officeDocument/2006/relationships/oleObject" Target="../embeddings/oleObject83.bin"/><Relationship Id="rId35" Type="http://schemas.openxmlformats.org/officeDocument/2006/relationships/image" Target="../media/image97.emf"/><Relationship Id="rId8" Type="http://schemas.openxmlformats.org/officeDocument/2006/relationships/oleObject" Target="../embeddings/oleObject73.bin"/><Relationship Id="rId3" Type="http://schemas.openxmlformats.org/officeDocument/2006/relationships/image" Target="../media/image8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05.emf"/><Relationship Id="rId3" Type="http://schemas.openxmlformats.org/officeDocument/2006/relationships/image" Target="../media/image100.emf"/><Relationship Id="rId7" Type="http://schemas.openxmlformats.org/officeDocument/2006/relationships/image" Target="../media/image102.emf"/><Relationship Id="rId12" Type="http://schemas.openxmlformats.org/officeDocument/2006/relationships/oleObject" Target="../embeddings/oleObject93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04.emf"/><Relationship Id="rId5" Type="http://schemas.openxmlformats.org/officeDocument/2006/relationships/image" Target="../media/image101.emf"/><Relationship Id="rId15" Type="http://schemas.openxmlformats.org/officeDocument/2006/relationships/image" Target="../media/image106.e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03.emf"/><Relationship Id="rId14" Type="http://schemas.openxmlformats.org/officeDocument/2006/relationships/oleObject" Target="../embeddings/oleObject9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12.emf"/><Relationship Id="rId18" Type="http://schemas.openxmlformats.org/officeDocument/2006/relationships/oleObject" Target="../embeddings/oleObject103.bin"/><Relationship Id="rId26" Type="http://schemas.openxmlformats.org/officeDocument/2006/relationships/oleObject" Target="../embeddings/oleObject107.bin"/><Relationship Id="rId3" Type="http://schemas.openxmlformats.org/officeDocument/2006/relationships/image" Target="../media/image107.emf"/><Relationship Id="rId21" Type="http://schemas.openxmlformats.org/officeDocument/2006/relationships/image" Target="../media/image116.e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14.emf"/><Relationship Id="rId25" Type="http://schemas.openxmlformats.org/officeDocument/2006/relationships/image" Target="../media/image118.e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12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11.emf"/><Relationship Id="rId24" Type="http://schemas.openxmlformats.org/officeDocument/2006/relationships/oleObject" Target="../embeddings/oleObject106.bin"/><Relationship Id="rId5" Type="http://schemas.openxmlformats.org/officeDocument/2006/relationships/image" Target="../media/image108.emf"/><Relationship Id="rId15" Type="http://schemas.openxmlformats.org/officeDocument/2006/relationships/image" Target="../media/image113.emf"/><Relationship Id="rId23" Type="http://schemas.openxmlformats.org/officeDocument/2006/relationships/image" Target="../media/image117.emf"/><Relationship Id="rId28" Type="http://schemas.openxmlformats.org/officeDocument/2006/relationships/oleObject" Target="../embeddings/oleObject108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15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Relationship Id="rId27" Type="http://schemas.openxmlformats.org/officeDocument/2006/relationships/image" Target="../media/image11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3" Type="http://schemas.openxmlformats.org/officeDocument/2006/relationships/image" Target="../media/image121.emf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26.e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3.e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25.emf"/><Relationship Id="rId4" Type="http://schemas.openxmlformats.org/officeDocument/2006/relationships/image" Target="../media/image122.png"/><Relationship Id="rId9" Type="http://schemas.openxmlformats.org/officeDocument/2006/relationships/oleObject" Target="../embeddings/oleObject11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32.emf"/><Relationship Id="rId3" Type="http://schemas.openxmlformats.org/officeDocument/2006/relationships/image" Target="../media/image127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31.emf"/><Relationship Id="rId5" Type="http://schemas.openxmlformats.org/officeDocument/2006/relationships/image" Target="../media/image128.emf"/><Relationship Id="rId15" Type="http://schemas.openxmlformats.org/officeDocument/2006/relationships/image" Target="../media/image133.e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2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13" Type="http://schemas.openxmlformats.org/officeDocument/2006/relationships/image" Target="../media/image139.emf"/><Relationship Id="rId18" Type="http://schemas.openxmlformats.org/officeDocument/2006/relationships/oleObject" Target="../embeddings/oleObject129.bin"/><Relationship Id="rId3" Type="http://schemas.openxmlformats.org/officeDocument/2006/relationships/image" Target="../media/image134.emf"/><Relationship Id="rId21" Type="http://schemas.openxmlformats.org/officeDocument/2006/relationships/image" Target="../media/image143.emf"/><Relationship Id="rId7" Type="http://schemas.openxmlformats.org/officeDocument/2006/relationships/image" Target="../media/image136.e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41.emf"/><Relationship Id="rId2" Type="http://schemas.openxmlformats.org/officeDocument/2006/relationships/oleObject" Target="../embeddings/oleObject121.bin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38.emf"/><Relationship Id="rId5" Type="http://schemas.openxmlformats.org/officeDocument/2006/relationships/image" Target="../media/image135.emf"/><Relationship Id="rId15" Type="http://schemas.openxmlformats.org/officeDocument/2006/relationships/image" Target="../media/image140.emf"/><Relationship Id="rId10" Type="http://schemas.openxmlformats.org/officeDocument/2006/relationships/oleObject" Target="../embeddings/oleObject125.bin"/><Relationship Id="rId19" Type="http://schemas.openxmlformats.org/officeDocument/2006/relationships/image" Target="../media/image142.e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37.emf"/><Relationship Id="rId14" Type="http://schemas.openxmlformats.org/officeDocument/2006/relationships/oleObject" Target="../embeddings/oleObject127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52.emf"/><Relationship Id="rId26" Type="http://schemas.openxmlformats.org/officeDocument/2006/relationships/image" Target="../media/image156.emf"/><Relationship Id="rId39" Type="http://schemas.openxmlformats.org/officeDocument/2006/relationships/oleObject" Target="../embeddings/oleObject149.bin"/><Relationship Id="rId21" Type="http://schemas.openxmlformats.org/officeDocument/2006/relationships/oleObject" Target="../embeddings/oleObject140.bin"/><Relationship Id="rId34" Type="http://schemas.openxmlformats.org/officeDocument/2006/relationships/image" Target="../media/image160.emf"/><Relationship Id="rId42" Type="http://schemas.openxmlformats.org/officeDocument/2006/relationships/image" Target="../media/image164.emf"/><Relationship Id="rId47" Type="http://schemas.openxmlformats.org/officeDocument/2006/relationships/oleObject" Target="../embeddings/oleObject153.bin"/><Relationship Id="rId50" Type="http://schemas.openxmlformats.org/officeDocument/2006/relationships/image" Target="../media/image168.emf"/><Relationship Id="rId7" Type="http://schemas.openxmlformats.org/officeDocument/2006/relationships/oleObject" Target="../embeddings/oleObject133.bin"/><Relationship Id="rId2" Type="http://schemas.openxmlformats.org/officeDocument/2006/relationships/oleObject" Target="../embeddings/oleObject131.bin"/><Relationship Id="rId16" Type="http://schemas.openxmlformats.org/officeDocument/2006/relationships/image" Target="../media/image151.emf"/><Relationship Id="rId29" Type="http://schemas.openxmlformats.org/officeDocument/2006/relationships/oleObject" Target="../embeddings/oleObject144.bin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155.emf"/><Relationship Id="rId32" Type="http://schemas.openxmlformats.org/officeDocument/2006/relationships/image" Target="../media/image159.emf"/><Relationship Id="rId37" Type="http://schemas.openxmlformats.org/officeDocument/2006/relationships/oleObject" Target="../embeddings/oleObject148.bin"/><Relationship Id="rId40" Type="http://schemas.openxmlformats.org/officeDocument/2006/relationships/image" Target="../media/image163.emf"/><Relationship Id="rId45" Type="http://schemas.openxmlformats.org/officeDocument/2006/relationships/oleObject" Target="../embeddings/oleObject152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28" Type="http://schemas.openxmlformats.org/officeDocument/2006/relationships/image" Target="../media/image157.emf"/><Relationship Id="rId36" Type="http://schemas.openxmlformats.org/officeDocument/2006/relationships/image" Target="../media/image161.emf"/><Relationship Id="rId49" Type="http://schemas.openxmlformats.org/officeDocument/2006/relationships/oleObject" Target="../embeddings/oleObject154.bin"/><Relationship Id="rId10" Type="http://schemas.openxmlformats.org/officeDocument/2006/relationships/image" Target="../media/image148.emf"/><Relationship Id="rId19" Type="http://schemas.openxmlformats.org/officeDocument/2006/relationships/oleObject" Target="../embeddings/oleObject139.bin"/><Relationship Id="rId31" Type="http://schemas.openxmlformats.org/officeDocument/2006/relationships/oleObject" Target="../embeddings/oleObject145.bin"/><Relationship Id="rId44" Type="http://schemas.openxmlformats.org/officeDocument/2006/relationships/image" Target="../media/image165.emf"/><Relationship Id="rId4" Type="http://schemas.openxmlformats.org/officeDocument/2006/relationships/image" Target="../media/image145.png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50.emf"/><Relationship Id="rId22" Type="http://schemas.openxmlformats.org/officeDocument/2006/relationships/image" Target="../media/image154.emf"/><Relationship Id="rId27" Type="http://schemas.openxmlformats.org/officeDocument/2006/relationships/oleObject" Target="../embeddings/oleObject143.bin"/><Relationship Id="rId30" Type="http://schemas.openxmlformats.org/officeDocument/2006/relationships/image" Target="../media/image158.emf"/><Relationship Id="rId35" Type="http://schemas.openxmlformats.org/officeDocument/2006/relationships/oleObject" Target="../embeddings/oleObject147.bin"/><Relationship Id="rId43" Type="http://schemas.openxmlformats.org/officeDocument/2006/relationships/oleObject" Target="../embeddings/oleObject151.bin"/><Relationship Id="rId48" Type="http://schemas.openxmlformats.org/officeDocument/2006/relationships/image" Target="../media/image167.emf"/><Relationship Id="rId8" Type="http://schemas.openxmlformats.org/officeDocument/2006/relationships/image" Target="../media/image147.emf"/><Relationship Id="rId3" Type="http://schemas.openxmlformats.org/officeDocument/2006/relationships/image" Target="../media/image144.emf"/><Relationship Id="rId12" Type="http://schemas.openxmlformats.org/officeDocument/2006/relationships/image" Target="../media/image149.e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33" Type="http://schemas.openxmlformats.org/officeDocument/2006/relationships/oleObject" Target="../embeddings/oleObject146.bin"/><Relationship Id="rId38" Type="http://schemas.openxmlformats.org/officeDocument/2006/relationships/image" Target="../media/image162.emf"/><Relationship Id="rId46" Type="http://schemas.openxmlformats.org/officeDocument/2006/relationships/image" Target="../media/image166.emf"/><Relationship Id="rId20" Type="http://schemas.openxmlformats.org/officeDocument/2006/relationships/image" Target="../media/image153.emf"/><Relationship Id="rId41" Type="http://schemas.openxmlformats.org/officeDocument/2006/relationships/oleObject" Target="../embeddings/oleObject150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13" Type="http://schemas.openxmlformats.org/officeDocument/2006/relationships/oleObject" Target="../embeddings/oleObject160.bin"/><Relationship Id="rId18" Type="http://schemas.openxmlformats.org/officeDocument/2006/relationships/oleObject" Target="../embeddings/oleObject162.bin"/><Relationship Id="rId3" Type="http://schemas.openxmlformats.org/officeDocument/2006/relationships/image" Target="../media/image169.e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74.emf"/><Relationship Id="rId17" Type="http://schemas.openxmlformats.org/officeDocument/2006/relationships/image" Target="../media/image177.emf"/><Relationship Id="rId2" Type="http://schemas.openxmlformats.org/officeDocument/2006/relationships/oleObject" Target="../embeddings/oleObject155.bin"/><Relationship Id="rId16" Type="http://schemas.openxmlformats.org/officeDocument/2006/relationships/image" Target="../media/image17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1.e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10" Type="http://schemas.openxmlformats.org/officeDocument/2006/relationships/image" Target="../media/image173.emf"/><Relationship Id="rId19" Type="http://schemas.openxmlformats.org/officeDocument/2006/relationships/image" Target="../media/image178.emf"/><Relationship Id="rId4" Type="http://schemas.openxmlformats.org/officeDocument/2006/relationships/image" Target="../media/image170.png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7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84.emf"/><Relationship Id="rId3" Type="http://schemas.openxmlformats.org/officeDocument/2006/relationships/image" Target="../media/image179.emf"/><Relationship Id="rId7" Type="http://schemas.openxmlformats.org/officeDocument/2006/relationships/image" Target="../media/image181.emf"/><Relationship Id="rId12" Type="http://schemas.openxmlformats.org/officeDocument/2006/relationships/oleObject" Target="../embeddings/oleObject168.bin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83.emf"/><Relationship Id="rId5" Type="http://schemas.openxmlformats.org/officeDocument/2006/relationships/image" Target="../media/image180.emf"/><Relationship Id="rId15" Type="http://schemas.openxmlformats.org/officeDocument/2006/relationships/image" Target="../media/image185.e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82.emf"/><Relationship Id="rId14" Type="http://schemas.openxmlformats.org/officeDocument/2006/relationships/oleObject" Target="../embeddings/oleObject16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91.emf"/><Relationship Id="rId18" Type="http://schemas.openxmlformats.org/officeDocument/2006/relationships/oleObject" Target="../embeddings/oleObject178.bin"/><Relationship Id="rId3" Type="http://schemas.openxmlformats.org/officeDocument/2006/relationships/image" Target="../media/image186.emf"/><Relationship Id="rId21" Type="http://schemas.openxmlformats.org/officeDocument/2006/relationships/image" Target="../media/image195.emf"/><Relationship Id="rId7" Type="http://schemas.openxmlformats.org/officeDocument/2006/relationships/image" Target="../media/image188.e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93.emf"/><Relationship Id="rId2" Type="http://schemas.openxmlformats.org/officeDocument/2006/relationships/oleObject" Target="../embeddings/oleObject170.bin"/><Relationship Id="rId16" Type="http://schemas.openxmlformats.org/officeDocument/2006/relationships/oleObject" Target="../embeddings/oleObject177.bin"/><Relationship Id="rId20" Type="http://schemas.openxmlformats.org/officeDocument/2006/relationships/oleObject" Target="../embeddings/oleObject17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90.emf"/><Relationship Id="rId5" Type="http://schemas.openxmlformats.org/officeDocument/2006/relationships/image" Target="../media/image187.emf"/><Relationship Id="rId15" Type="http://schemas.openxmlformats.org/officeDocument/2006/relationships/image" Target="../media/image192.e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94.e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89.emf"/><Relationship Id="rId14" Type="http://schemas.openxmlformats.org/officeDocument/2006/relationships/oleObject" Target="../embeddings/oleObject17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emf"/><Relationship Id="rId13" Type="http://schemas.openxmlformats.org/officeDocument/2006/relationships/slide" Target="slide6.xml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slide" Target="slide4.xml"/><Relationship Id="rId2" Type="http://schemas.openxmlformats.org/officeDocument/2006/relationships/slide" Target="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7.emf"/><Relationship Id="rId11" Type="http://schemas.openxmlformats.org/officeDocument/2006/relationships/slide" Target="slide2.xml"/><Relationship Id="rId5" Type="http://schemas.openxmlformats.org/officeDocument/2006/relationships/oleObject" Target="../embeddings/oleObject181.bin"/><Relationship Id="rId15" Type="http://schemas.openxmlformats.org/officeDocument/2006/relationships/slide" Target="slide15.xml"/><Relationship Id="rId10" Type="http://schemas.openxmlformats.org/officeDocument/2006/relationships/image" Target="../media/image199.emf"/><Relationship Id="rId4" Type="http://schemas.openxmlformats.org/officeDocument/2006/relationships/image" Target="../media/image196.emf"/><Relationship Id="rId9" Type="http://schemas.openxmlformats.org/officeDocument/2006/relationships/oleObject" Target="../embeddings/oleObject183.bin"/><Relationship Id="rId14" Type="http://schemas.openxmlformats.org/officeDocument/2006/relationships/slide" Target="slide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205.emf"/><Relationship Id="rId3" Type="http://schemas.openxmlformats.org/officeDocument/2006/relationships/image" Target="../media/image200.emf"/><Relationship Id="rId7" Type="http://schemas.openxmlformats.org/officeDocument/2006/relationships/image" Target="../media/image202.e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207.e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204.emf"/><Relationship Id="rId5" Type="http://schemas.openxmlformats.org/officeDocument/2006/relationships/image" Target="../media/image201.emf"/><Relationship Id="rId15" Type="http://schemas.openxmlformats.org/officeDocument/2006/relationships/image" Target="../media/image206.emf"/><Relationship Id="rId10" Type="http://schemas.openxmlformats.org/officeDocument/2006/relationships/oleObject" Target="../embeddings/oleObject188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203.emf"/><Relationship Id="rId14" Type="http://schemas.openxmlformats.org/officeDocument/2006/relationships/oleObject" Target="../embeddings/oleObject19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213.emf"/><Relationship Id="rId18" Type="http://schemas.openxmlformats.org/officeDocument/2006/relationships/oleObject" Target="../embeddings/oleObject200.bin"/><Relationship Id="rId3" Type="http://schemas.openxmlformats.org/officeDocument/2006/relationships/image" Target="../media/image208.emf"/><Relationship Id="rId21" Type="http://schemas.openxmlformats.org/officeDocument/2006/relationships/image" Target="../media/image216.emf"/><Relationship Id="rId7" Type="http://schemas.openxmlformats.org/officeDocument/2006/relationships/image" Target="../media/image210.e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214.emf"/><Relationship Id="rId2" Type="http://schemas.openxmlformats.org/officeDocument/2006/relationships/oleObject" Target="../embeddings/oleObject192.bin"/><Relationship Id="rId16" Type="http://schemas.openxmlformats.org/officeDocument/2006/relationships/oleObject" Target="../embeddings/oleObject199.bin"/><Relationship Id="rId20" Type="http://schemas.openxmlformats.org/officeDocument/2006/relationships/oleObject" Target="../embeddings/oleObject20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212.emf"/><Relationship Id="rId5" Type="http://schemas.openxmlformats.org/officeDocument/2006/relationships/image" Target="../media/image209.emf"/><Relationship Id="rId15" Type="http://schemas.openxmlformats.org/officeDocument/2006/relationships/image" Target="../media/image207.emf"/><Relationship Id="rId10" Type="http://schemas.openxmlformats.org/officeDocument/2006/relationships/oleObject" Target="../embeddings/oleObject196.bin"/><Relationship Id="rId19" Type="http://schemas.openxmlformats.org/officeDocument/2006/relationships/image" Target="../media/image215.emf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211.emf"/><Relationship Id="rId14" Type="http://schemas.openxmlformats.org/officeDocument/2006/relationships/oleObject" Target="../embeddings/oleObject19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emf"/><Relationship Id="rId13" Type="http://schemas.openxmlformats.org/officeDocument/2006/relationships/oleObject" Target="../embeddings/oleObject207.bin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22.emf"/><Relationship Id="rId2" Type="http://schemas.openxmlformats.org/officeDocument/2006/relationships/image" Target="../media/image217.png"/><Relationship Id="rId16" Type="http://schemas.openxmlformats.org/officeDocument/2006/relationships/image" Target="../media/image22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9.e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221.emf"/><Relationship Id="rId4" Type="http://schemas.openxmlformats.org/officeDocument/2006/relationships/image" Target="../media/image218.e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2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矩形 2">
            <a:extLst>
              <a:ext uri="{FF2B5EF4-FFF2-40B4-BE49-F238E27FC236}">
                <a16:creationId xmlns:a16="http://schemas.microsoft.com/office/drawing/2014/main" id="{D390E718-97F0-9D9F-D686-5E0D60DDC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0525"/>
            <a:ext cx="2592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5</a:t>
            </a:r>
            <a:endParaRPr lang="zh-CN" altLang="en-US" sz="6000">
              <a:latin typeface="Calibri" panose="020F0502020204030204" pitchFamily="34" charset="0"/>
            </a:endParaRPr>
          </a:p>
        </p:txBody>
      </p:sp>
      <p:sp>
        <p:nvSpPr>
          <p:cNvPr id="14338" name="矩形 3">
            <a:extLst>
              <a:ext uri="{FF2B5EF4-FFF2-40B4-BE49-F238E27FC236}">
                <a16:creationId xmlns:a16="http://schemas.microsoft.com/office/drawing/2014/main" id="{7BAF94DF-2E77-AAE6-48B4-7E80FD566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1223963"/>
            <a:ext cx="758412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Limit Laws (Operational Rules)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339" name="矩形 4">
            <a:extLst>
              <a:ext uri="{FF2B5EF4-FFF2-40B4-BE49-F238E27FC236}">
                <a16:creationId xmlns:a16="http://schemas.microsoft.com/office/drawing/2014/main" id="{F6C0F945-CF76-C9B6-3DAB-B6EE707E2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0" name="矩形 5">
            <a:extLst>
              <a:ext uri="{FF2B5EF4-FFF2-40B4-BE49-F238E27FC236}">
                <a16:creationId xmlns:a16="http://schemas.microsoft.com/office/drawing/2014/main" id="{ABD109FD-8761-AB0D-D783-7820344D9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3" y="2243138"/>
            <a:ext cx="54890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I. infinitesimaloperation</a:t>
            </a:r>
            <a:r>
              <a:rPr lang="zh-CN" altLang="en-US" sz="3200"/>
              <a:t>法</a:t>
            </a:r>
            <a:r>
              <a:rPr lang="en-US" altLang="zh-CN" sz="3200"/>
              <a:t>then</a:t>
            </a:r>
            <a:endParaRPr lang="zh-CN" altLang="en-US" sz="3200"/>
          </a:p>
        </p:txBody>
      </p:sp>
      <p:sp>
        <p:nvSpPr>
          <p:cNvPr id="14341" name="矩形 6">
            <a:extLst>
              <a:ext uri="{FF2B5EF4-FFF2-40B4-BE49-F238E27FC236}">
                <a16:creationId xmlns:a16="http://schemas.microsoft.com/office/drawing/2014/main" id="{DA19BCBB-8494-1033-9938-150AE4D77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2" name="矩形 7">
            <a:extLst>
              <a:ext uri="{FF2B5EF4-FFF2-40B4-BE49-F238E27FC236}">
                <a16:creationId xmlns:a16="http://schemas.microsoft.com/office/drawing/2014/main" id="{1DA79E14-51CF-7485-6BF1-381CF99E0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19" y="390525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alibri" panose="020F0502020204030204" pitchFamily="34" charset="0"/>
              </a:rPr>
              <a:t>Chapter 1</a:t>
            </a:r>
            <a:endParaRPr lang="zh-CN" altLang="en-US" sz="18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14343" name="图片 8" descr="卡通人物&#10;&#10;描述已自动生成">
            <a:extLst>
              <a:ext uri="{FF2B5EF4-FFF2-40B4-BE49-F238E27FC236}">
                <a16:creationId xmlns:a16="http://schemas.microsoft.com/office/drawing/2014/main" id="{B08C8EE5-4075-0509-DF91-2729408C5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00588"/>
            <a:ext cx="19431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4" name="矩形 9">
            <a:extLst>
              <a:ext uri="{FF2B5EF4-FFF2-40B4-BE49-F238E27FC236}">
                <a16:creationId xmlns:a16="http://schemas.microsoft.com/office/drawing/2014/main" id="{5B978A25-915F-BD87-A6E9-43F8BA780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3063875"/>
            <a:ext cx="58256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/>
              <a:t>II. limit's </a:t>
            </a:r>
            <a:r>
              <a:rPr lang="zh-CN" altLang="en-GB" sz="3200"/>
              <a:t>四</a:t>
            </a:r>
            <a:r>
              <a:rPr lang="en-GB" altLang="zh-CN" sz="3200"/>
              <a:t>thenoperation</a:t>
            </a:r>
            <a:r>
              <a:rPr lang="zh-CN" altLang="en-GB" sz="3200"/>
              <a:t>法</a:t>
            </a:r>
            <a:r>
              <a:rPr lang="en-GB" altLang="zh-CN" sz="3200"/>
              <a:t>then</a:t>
            </a:r>
            <a:endParaRPr lang="zh-CN" altLang="en-US" sz="3200"/>
          </a:p>
        </p:txBody>
      </p:sp>
      <p:sp>
        <p:nvSpPr>
          <p:cNvPr id="14345" name="矩形 10">
            <a:extLst>
              <a:ext uri="{FF2B5EF4-FFF2-40B4-BE49-F238E27FC236}">
                <a16:creationId xmlns:a16="http://schemas.microsoft.com/office/drawing/2014/main" id="{49688340-04EB-2B26-F704-C2C7EDF51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3979863"/>
            <a:ext cx="87190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/>
              <a:t>III. compositeLimits of Functionsoperation</a:t>
            </a:r>
            <a:r>
              <a:rPr lang="zh-CN" altLang="en-GB" sz="3200"/>
              <a:t>法</a:t>
            </a:r>
            <a:r>
              <a:rPr lang="en-GB" altLang="zh-CN" sz="3200"/>
              <a:t>then</a:t>
            </a:r>
            <a:endParaRPr lang="zh-CN" altLang="en-US" sz="320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3CE4DADB-4B9D-9E07-B174-50562C18B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913" y="3687763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58371" name="Object 3">
            <a:extLst>
              <a:ext uri="{FF2B5EF4-FFF2-40B4-BE49-F238E27FC236}">
                <a16:creationId xmlns:a16="http://schemas.microsoft.com/office/drawing/2014/main" id="{285B82C3-C2D6-9DE7-A096-6FCA5A23DC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3363" y="3673475"/>
          <a:ext cx="2705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3673475"/>
                        <a:ext cx="2705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4">
            <a:extLst>
              <a:ext uri="{FF2B5EF4-FFF2-40B4-BE49-F238E27FC236}">
                <a16:creationId xmlns:a16="http://schemas.microsoft.com/office/drawing/2014/main" id="{87D8C74C-155E-2C44-0D9E-EC793B363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28600"/>
            <a:ext cx="426085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I. infinitesimaloperation</a:t>
            </a:r>
            <a:r>
              <a:rPr lang="zh-CN" altLang="en-US" sz="3200" b="1">
                <a:ea typeface="楷体_GB2312" pitchFamily="49" charset="-122"/>
              </a:rPr>
              <a:t>法</a:t>
            </a:r>
            <a:r>
              <a:rPr lang="en-US" altLang="zh-CN" sz="3200" b="1">
                <a:ea typeface="楷体_GB2312" pitchFamily="49" charset="-122"/>
              </a:rPr>
              <a:t>then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85A14967-ABB6-7D40-C17C-BE7F82B02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838200"/>
            <a:ext cx="5419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Theorem1. has </a:t>
            </a:r>
            <a:r>
              <a:rPr lang="zh-CN" altLang="en-US" sz="2400" b="1">
                <a:solidFill>
                  <a:schemeClr val="tx2"/>
                </a:solidFill>
              </a:rPr>
              <a:t>限 </a:t>
            </a:r>
            <a:r>
              <a:rPr lang="en-US" altLang="zh-CN" sz="2400" b="1">
                <a:solidFill>
                  <a:schemeClr val="tx2"/>
                </a:solidFill>
              </a:rPr>
              <a:t>infinitesimal's and </a:t>
            </a:r>
            <a:r>
              <a:rPr lang="zh-CN" altLang="en-US" sz="2400" b="1">
                <a:solidFill>
                  <a:schemeClr val="tx2"/>
                </a:solidFill>
              </a:rPr>
              <a:t>还 </a:t>
            </a:r>
            <a:r>
              <a:rPr lang="en-US" altLang="zh-CN" sz="2400" b="1">
                <a:solidFill>
                  <a:schemeClr val="tx2"/>
                </a:solidFill>
              </a:rPr>
              <a:t>is infinitesimal .</a:t>
            </a:r>
            <a:endParaRPr lang="en-US" altLang="zh-CN" sz="2400"/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C36AF0F2-8AC7-94F7-EDDF-F1F6CCE38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1447800"/>
            <a:ext cx="3616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 considertwoinfinitesimal's and .</a:t>
            </a:r>
            <a:endParaRPr lang="en-US" altLang="zh-CN" sz="2400"/>
          </a:p>
        </p:txBody>
      </p:sp>
      <p:sp>
        <p:nvSpPr>
          <p:cNvPr id="58376" name="Text Box 8">
            <a:extLst>
              <a:ext uri="{FF2B5EF4-FFF2-40B4-BE49-F238E27FC236}">
                <a16:creationId xmlns:a16="http://schemas.microsoft.com/office/drawing/2014/main" id="{C57AADC8-28EA-DCC6-4A7C-40F78B37C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5" y="1458913"/>
            <a:ext cx="8556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58377" name="Object 9">
            <a:extLst>
              <a:ext uri="{FF2B5EF4-FFF2-40B4-BE49-F238E27FC236}">
                <a16:creationId xmlns:a16="http://schemas.microsoft.com/office/drawing/2014/main" id="{CA7A96CC-7F8D-1D37-0693-85D981556E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4375" y="1431925"/>
          <a:ext cx="1689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1431925"/>
                        <a:ext cx="1689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10">
            <a:extLst>
              <a:ext uri="{FF2B5EF4-FFF2-40B4-BE49-F238E27FC236}">
                <a16:creationId xmlns:a16="http://schemas.microsoft.com/office/drawing/2014/main" id="{5108A80C-C42C-38C3-97B5-4C855A4631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1387475"/>
          <a:ext cx="1714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387475"/>
                        <a:ext cx="1714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11">
            <a:extLst>
              <a:ext uri="{FF2B5EF4-FFF2-40B4-BE49-F238E27FC236}">
                <a16:creationId xmlns:a16="http://schemas.microsoft.com/office/drawing/2014/main" id="{ACEAD3B7-A4B4-A7D6-E3CA-56D1C5FBC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550" y="2276475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276475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12">
            <a:extLst>
              <a:ext uri="{FF2B5EF4-FFF2-40B4-BE49-F238E27FC236}">
                <a16:creationId xmlns:a16="http://schemas.microsoft.com/office/drawing/2014/main" id="{9C291717-44BA-D124-3AC6-643A1635B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2254250"/>
          <a:ext cx="1257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2254250"/>
                        <a:ext cx="1257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1" name="Text Box 13">
            <a:extLst>
              <a:ext uri="{FF2B5EF4-FFF2-40B4-BE49-F238E27FC236}">
                <a16:creationId xmlns:a16="http://schemas.microsoft.com/office/drawing/2014/main" id="{947746F4-A71F-5A7D-5A3F-0C003725C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2222500"/>
            <a:ext cx="7032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58382" name="Object 14">
            <a:extLst>
              <a:ext uri="{FF2B5EF4-FFF2-40B4-BE49-F238E27FC236}">
                <a16:creationId xmlns:a16="http://schemas.microsoft.com/office/drawing/2014/main" id="{43FDD070-D3E5-B0C6-7221-4763D1AF7A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8100" y="2228850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2228850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3" name="Text Box 15">
            <a:extLst>
              <a:ext uri="{FF2B5EF4-FFF2-40B4-BE49-F238E27FC236}">
                <a16:creationId xmlns:a16="http://schemas.microsoft.com/office/drawing/2014/main" id="{1853C860-CCC0-4C9D-DD57-2A95A3DCB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300" y="2220913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58384" name="Object 16">
            <a:extLst>
              <a:ext uri="{FF2B5EF4-FFF2-40B4-BE49-F238E27FC236}">
                <a16:creationId xmlns:a16="http://schemas.microsoft.com/office/drawing/2014/main" id="{78FC96FE-CFFB-FF1B-049C-BD0E46C60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2205038"/>
          <a:ext cx="1003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2205038"/>
                        <a:ext cx="1003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5" name="Object 17">
            <a:extLst>
              <a:ext uri="{FF2B5EF4-FFF2-40B4-BE49-F238E27FC236}">
                <a16:creationId xmlns:a16="http://schemas.microsoft.com/office/drawing/2014/main" id="{AB9E55ED-29D2-E57B-97D9-DA0E23186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0913" y="2989263"/>
          <a:ext cx="1270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2989263"/>
                        <a:ext cx="1270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6" name="Text Box 18">
            <a:extLst>
              <a:ext uri="{FF2B5EF4-FFF2-40B4-BE49-F238E27FC236}">
                <a16:creationId xmlns:a16="http://schemas.microsoft.com/office/drawing/2014/main" id="{F8B7FA99-5FC8-D474-32AF-C41AA339E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988" y="2967038"/>
            <a:ext cx="6032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58387" name="Object 19">
            <a:extLst>
              <a:ext uri="{FF2B5EF4-FFF2-40B4-BE49-F238E27FC236}">
                <a16:creationId xmlns:a16="http://schemas.microsoft.com/office/drawing/2014/main" id="{C6AB5B68-583A-AD42-2E47-6D08673D8A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986088"/>
          <a:ext cx="229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986088"/>
                        <a:ext cx="229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8" name="Text Box 20">
            <a:extLst>
              <a:ext uri="{FF2B5EF4-FFF2-40B4-BE49-F238E27FC236}">
                <a16:creationId xmlns:a16="http://schemas.microsoft.com/office/drawing/2014/main" id="{0B437AD3-28BD-400E-19E3-BF22F1926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2997200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58389" name="Object 21">
            <a:extLst>
              <a:ext uri="{FF2B5EF4-FFF2-40B4-BE49-F238E27FC236}">
                <a16:creationId xmlns:a16="http://schemas.microsoft.com/office/drawing/2014/main" id="{EFA5E8E7-8E78-993C-0D30-CFAA95B1E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8888" y="2979738"/>
          <a:ext cx="1041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2979738"/>
                        <a:ext cx="1041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0" name="Text Box 22">
            <a:extLst>
              <a:ext uri="{FF2B5EF4-FFF2-40B4-BE49-F238E27FC236}">
                <a16:creationId xmlns:a16="http://schemas.microsoft.com/office/drawing/2014/main" id="{95CE189E-1BE0-5379-BA6F-5665A9D38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613" y="3678238"/>
            <a:ext cx="6746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take</a:t>
            </a:r>
            <a:endParaRPr lang="zh-CN" altLang="en-US" sz="2400"/>
          </a:p>
        </p:txBody>
      </p:sp>
      <p:sp>
        <p:nvSpPr>
          <p:cNvPr id="58391" name="Text Box 23">
            <a:extLst>
              <a:ext uri="{FF2B5EF4-FFF2-40B4-BE49-F238E27FC236}">
                <a16:creationId xmlns:a16="http://schemas.microsoft.com/office/drawing/2014/main" id="{CC510719-1EFD-0027-1D31-F7F69A199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3667125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58392" name="Object 24">
            <a:extLst>
              <a:ext uri="{FF2B5EF4-FFF2-40B4-BE49-F238E27FC236}">
                <a16:creationId xmlns:a16="http://schemas.microsoft.com/office/drawing/2014/main" id="{3DF31F1A-D9C5-4938-6AFE-E7C0402E2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9988" y="3659188"/>
          <a:ext cx="218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3659188"/>
                        <a:ext cx="2184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3" name="Object 25">
            <a:extLst>
              <a:ext uri="{FF2B5EF4-FFF2-40B4-BE49-F238E27FC236}">
                <a16:creationId xmlns:a16="http://schemas.microsoft.com/office/drawing/2014/main" id="{F0117B2A-AB30-0F01-2BFF-B28D02129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2050" y="4349750"/>
          <a:ext cx="2705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4349750"/>
                        <a:ext cx="2705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4" name="Object 26">
            <a:extLst>
              <a:ext uri="{FF2B5EF4-FFF2-40B4-BE49-F238E27FC236}">
                <a16:creationId xmlns:a16="http://schemas.microsoft.com/office/drawing/2014/main" id="{96BA42FF-3994-80A0-04E0-7EC32118F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6838" y="4265613"/>
          <a:ext cx="10287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4265613"/>
                        <a:ext cx="10287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5" name="Object 27">
            <a:extLst>
              <a:ext uri="{FF2B5EF4-FFF2-40B4-BE49-F238E27FC236}">
                <a16:creationId xmlns:a16="http://schemas.microsoft.com/office/drawing/2014/main" id="{DB12B4DF-0668-D302-94CA-FCA75D8F3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4925" y="4418013"/>
          <a:ext cx="50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925" y="4418013"/>
                        <a:ext cx="508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6" name="Text Box 28">
            <a:extLst>
              <a:ext uri="{FF2B5EF4-FFF2-40B4-BE49-F238E27FC236}">
                <a16:creationId xmlns:a16="http://schemas.microsoft.com/office/drawing/2014/main" id="{23D4A9DB-89B0-F04E-7F22-E810CA7D8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999038"/>
            <a:ext cx="91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58397" name="Object 29">
            <a:extLst>
              <a:ext uri="{FF2B5EF4-FFF2-40B4-BE49-F238E27FC236}">
                <a16:creationId xmlns:a16="http://schemas.microsoft.com/office/drawing/2014/main" id="{0E2F5131-C96E-9A33-53D2-72124ED5A0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4995863"/>
          <a:ext cx="2438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995863"/>
                        <a:ext cx="2438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8" name="Text Box 30">
            <a:extLst>
              <a:ext uri="{FF2B5EF4-FFF2-40B4-BE49-F238E27FC236}">
                <a16:creationId xmlns:a16="http://schemas.microsoft.com/office/drawing/2014/main" id="{E0659E0D-81DF-3CCB-528D-021197E18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5845175"/>
            <a:ext cx="1981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thisNote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58399" name="Object 31">
            <a:extLst>
              <a:ext uri="{FF2B5EF4-FFF2-40B4-BE49-F238E27FC236}">
                <a16:creationId xmlns:a16="http://schemas.microsoft.com/office/drawing/2014/main" id="{9379E837-8C2A-AF4C-56DF-6D9DABECE0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4613" y="5829300"/>
          <a:ext cx="105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5829300"/>
                        <a:ext cx="1054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0" name="Text Box 32">
            <a:extLst>
              <a:ext uri="{FF2B5EF4-FFF2-40B4-BE49-F238E27FC236}">
                <a16:creationId xmlns:a16="http://schemas.microsoft.com/office/drawing/2014/main" id="{51C10182-62BB-23BF-CF6F-BF8522BB1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525" y="5846763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</a:t>
            </a:r>
          </a:p>
        </p:txBody>
      </p:sp>
      <p:graphicFrame>
        <p:nvGraphicFramePr>
          <p:cNvPr id="58401" name="Object 33">
            <a:extLst>
              <a:ext uri="{FF2B5EF4-FFF2-40B4-BE49-F238E27FC236}">
                <a16:creationId xmlns:a16="http://schemas.microsoft.com/office/drawing/2014/main" id="{2D60BDA6-B002-12DE-8BC6-AF3A9EE39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2600" y="5876925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5876925"/>
                        <a:ext cx="876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2" name="Text Box 34">
            <a:extLst>
              <a:ext uri="{FF2B5EF4-FFF2-40B4-BE49-F238E27FC236}">
                <a16:creationId xmlns:a16="http://schemas.microsoft.com/office/drawing/2014/main" id="{94CA7503-8DCA-32CA-11B5-335C3ABA2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5846763"/>
            <a:ext cx="236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infinitesimal quantity 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utoUpdateAnimBg="0"/>
      <p:bldP spid="58374" grpId="0" autoUpdateAnimBg="0"/>
      <p:bldP spid="58375" grpId="0" autoUpdateAnimBg="0"/>
      <p:bldP spid="58376" grpId="0" autoUpdateAnimBg="0"/>
      <p:bldP spid="58381" grpId="0" autoUpdateAnimBg="0"/>
      <p:bldP spid="58383" grpId="0" autoUpdateAnimBg="0"/>
      <p:bldP spid="58386" grpId="0" autoUpdateAnimBg="0"/>
      <p:bldP spid="58388" grpId="0" autoUpdateAnimBg="0"/>
      <p:bldP spid="58390" grpId="0" autoUpdateAnimBg="0"/>
      <p:bldP spid="58391" grpId="0" autoUpdateAnimBg="0"/>
      <p:bldP spid="58396" grpId="0" autoUpdateAnimBg="0"/>
      <p:bldP spid="58398" grpId="0" autoUpdateAnimBg="0"/>
      <p:bldP spid="58400" grpId="0" autoUpdateAnimBg="0"/>
      <p:bldP spid="5840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Text Box 6">
            <a:extLst>
              <a:ext uri="{FF2B5EF4-FFF2-40B4-BE49-F238E27FC236}">
                <a16:creationId xmlns:a16="http://schemas.microsoft.com/office/drawing/2014/main" id="{065038BF-28D3-90A3-9762-29B373861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60737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infinite infinitesimal 's and not </a:t>
            </a:r>
            <a:r>
              <a:rPr lang="zh-CN" altLang="en-US" sz="2400" b="1">
                <a:solidFill>
                  <a:schemeClr val="tx2"/>
                </a:solidFill>
              </a:rPr>
              <a:t>一定 </a:t>
            </a:r>
            <a:r>
              <a:rPr lang="en-US" altLang="zh-CN" sz="2400" b="1">
                <a:solidFill>
                  <a:schemeClr val="tx2"/>
                </a:solidFill>
              </a:rPr>
              <a:t>is infinitesimal !</a:t>
            </a:r>
            <a:endParaRPr lang="en-US" altLang="zh-CN" sz="2400"/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249A500E-0519-88EE-E3BD-FB027DB2E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2224088"/>
            <a:ext cx="15017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for example,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969111A5-62DF-FEBB-40F2-EE7B5BCFF3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6000" y="2843213"/>
          <a:ext cx="58626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2843213"/>
                        <a:ext cx="58626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A2FE084C-AD26-59BC-0B6B-D1E77A3A0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0" y="32766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3276600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29">
            <a:extLst>
              <a:ext uri="{FF2B5EF4-FFF2-40B4-BE49-F238E27FC236}">
                <a16:creationId xmlns:a16="http://schemas.microsoft.com/office/drawing/2014/main" id="{E32FFF8A-FFC9-BDAE-2046-12A840B2C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639763"/>
            <a:ext cx="84497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class </a:t>
            </a:r>
            <a:r>
              <a:rPr lang="zh-CN" altLang="en-GB" sz="2400"/>
              <a:t>似 </a:t>
            </a:r>
            <a:r>
              <a:rPr lang="en-GB" altLang="zh-CN" sz="2400"/>
              <a:t>canProof: has </a:t>
            </a:r>
            <a:r>
              <a:rPr lang="zh-CN" altLang="en-GB" sz="2400"/>
              <a:t>限 </a:t>
            </a:r>
            <a:r>
              <a:rPr lang="en-GB" altLang="zh-CN" sz="2400"/>
              <a:t>infinitesimal 's and </a:t>
            </a:r>
            <a:r>
              <a:rPr lang="zh-CN" altLang="en-GB" sz="2400"/>
              <a:t>仍 </a:t>
            </a:r>
            <a:r>
              <a:rPr lang="en-GB" altLang="zh-CN" sz="2400"/>
              <a:t>is infinitesimal .</a:t>
            </a:r>
            <a:endParaRPr lang="en-US" altLang="zh-CN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utoUpdateAnimBg="0"/>
      <p:bldP spid="3789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BCB47F7D-ECE5-6C9C-888C-4B171CE67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361950"/>
            <a:ext cx="7086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zh-CN" sz="2400" b="1">
                <a:latin typeface="+mn-ea"/>
                <a:ea typeface="+mn-ea"/>
              </a:rPr>
              <a:t>Theorem2 . boundedfunction and infinitesimal's </a:t>
            </a:r>
            <a:r>
              <a:rPr lang="zh-CN" altLang="en-GB" sz="2400" b="1">
                <a:latin typeface="+mn-ea"/>
                <a:ea typeface="+mn-ea"/>
              </a:rPr>
              <a:t>乘 </a:t>
            </a:r>
            <a:r>
              <a:rPr lang="en-GB" altLang="zh-CN" sz="2400" b="1">
                <a:latin typeface="+mn-ea"/>
                <a:ea typeface="+mn-ea"/>
              </a:rPr>
              <a:t>product is infinitesimal .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A623A94E-583E-C1D7-A682-A1A6E1108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022350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 Let</a:t>
            </a:r>
            <a:endParaRPr lang="zh-CN" altLang="en-US" sz="2400"/>
          </a:p>
        </p:txBody>
      </p:sp>
      <p:graphicFrame>
        <p:nvGraphicFramePr>
          <p:cNvPr id="3084" name="Object 12">
            <a:extLst>
              <a:ext uri="{FF2B5EF4-FFF2-40B4-BE49-F238E27FC236}">
                <a16:creationId xmlns:a16="http://schemas.microsoft.com/office/drawing/2014/main" id="{921A334E-F809-422A-9E90-02250761A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806450"/>
          <a:ext cx="2451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806450"/>
                        <a:ext cx="2451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15">
            <a:extLst>
              <a:ext uri="{FF2B5EF4-FFF2-40B4-BE49-F238E27FC236}">
                <a16:creationId xmlns:a16="http://schemas.microsoft.com/office/drawing/2014/main" id="{5046228E-FE79-876B-1B6E-0085249F4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054100"/>
          <a:ext cx="116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054100"/>
                        <a:ext cx="1168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9" name="Text Box 17">
            <a:extLst>
              <a:ext uri="{FF2B5EF4-FFF2-40B4-BE49-F238E27FC236}">
                <a16:creationId xmlns:a16="http://schemas.microsoft.com/office/drawing/2014/main" id="{FC03AF1C-7B16-70DE-68BA-3BE65E65F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1719263"/>
            <a:ext cx="1143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又</a:t>
            </a: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3090" name="Object 18">
            <a:extLst>
              <a:ext uri="{FF2B5EF4-FFF2-40B4-BE49-F238E27FC236}">
                <a16:creationId xmlns:a16="http://schemas.microsoft.com/office/drawing/2014/main" id="{2C0752DB-F1F2-D2D4-E8AB-CCFABAE599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6925" y="1701800"/>
          <a:ext cx="1651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1701800"/>
                        <a:ext cx="1651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Text Box 20">
            <a:extLst>
              <a:ext uri="{FF2B5EF4-FFF2-40B4-BE49-F238E27FC236}">
                <a16:creationId xmlns:a16="http://schemas.microsoft.com/office/drawing/2014/main" id="{16E31AB3-3A14-6D6A-0899-1E71223AF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238" y="171926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3093" name="Object 21">
            <a:extLst>
              <a:ext uri="{FF2B5EF4-FFF2-40B4-BE49-F238E27FC236}">
                <a16:creationId xmlns:a16="http://schemas.microsoft.com/office/drawing/2014/main" id="{C617A924-E09A-D2AA-65B1-E38531340E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2600" y="1781175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1781175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4" name="Object 22">
            <a:extLst>
              <a:ext uri="{FF2B5EF4-FFF2-40B4-BE49-F238E27FC236}">
                <a16:creationId xmlns:a16="http://schemas.microsoft.com/office/drawing/2014/main" id="{0BAD85F6-ED50-D7F4-1B4C-EB04B8C7D8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760538"/>
          <a:ext cx="1308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760538"/>
                        <a:ext cx="1308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6" name="Text Box 24">
            <a:extLst>
              <a:ext uri="{FF2B5EF4-FFF2-40B4-BE49-F238E27FC236}">
                <a16:creationId xmlns:a16="http://schemas.microsoft.com/office/drawing/2014/main" id="{5AFAF711-0671-ADD6-FA9E-89F1CB100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450" y="174307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3095" name="Object 23">
            <a:extLst>
              <a:ext uri="{FF2B5EF4-FFF2-40B4-BE49-F238E27FC236}">
                <a16:creationId xmlns:a16="http://schemas.microsoft.com/office/drawing/2014/main" id="{6F3CED03-631E-CDE9-120C-3F82A2CF19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2301875"/>
          <a:ext cx="214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2301875"/>
                        <a:ext cx="214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0" name="Text Box 28">
            <a:extLst>
              <a:ext uri="{FF2B5EF4-FFF2-40B4-BE49-F238E27FC236}">
                <a16:creationId xmlns:a16="http://schemas.microsoft.com/office/drawing/2014/main" id="{AFE70B3D-6EA4-0AED-0755-EEDFA9DDB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35238"/>
            <a:ext cx="1600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3101" name="Object 29">
            <a:extLst>
              <a:ext uri="{FF2B5EF4-FFF2-40B4-BE49-F238E27FC236}">
                <a16:creationId xmlns:a16="http://schemas.microsoft.com/office/drawing/2014/main" id="{EEFA9935-1B96-9E2F-7C10-EF8F2EDF5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476500"/>
          <a:ext cx="113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476500"/>
                        <a:ext cx="1130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" name="Text Box 30">
            <a:extLst>
              <a:ext uri="{FF2B5EF4-FFF2-40B4-BE49-F238E27FC236}">
                <a16:creationId xmlns:a16="http://schemas.microsoft.com/office/drawing/2014/main" id="{8D9811DF-2424-1007-1F6C-E055AE452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3135313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3103" name="Object 31">
            <a:extLst>
              <a:ext uri="{FF2B5EF4-FFF2-40B4-BE49-F238E27FC236}">
                <a16:creationId xmlns:a16="http://schemas.microsoft.com/office/drawing/2014/main" id="{CF7A3B46-41A3-9432-8449-2D00AB4C1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7038" y="3159125"/>
          <a:ext cx="2667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3159125"/>
                        <a:ext cx="2667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Text Box 32">
            <a:extLst>
              <a:ext uri="{FF2B5EF4-FFF2-40B4-BE49-F238E27FC236}">
                <a16:creationId xmlns:a16="http://schemas.microsoft.com/office/drawing/2014/main" id="{0233BE6E-8E7D-FD73-B1D0-50C6222DD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113088"/>
            <a:ext cx="1371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3106" name="Object 34">
            <a:extLst>
              <a:ext uri="{FF2B5EF4-FFF2-40B4-BE49-F238E27FC236}">
                <a16:creationId xmlns:a16="http://schemas.microsoft.com/office/drawing/2014/main" id="{EC0F6E2A-C64A-6E0A-6CE3-97A240197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5888" y="2873375"/>
          <a:ext cx="196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8" y="2873375"/>
                        <a:ext cx="196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" name="Text Box 37">
            <a:extLst>
              <a:ext uri="{FF2B5EF4-FFF2-40B4-BE49-F238E27FC236}">
                <a16:creationId xmlns:a16="http://schemas.microsoft.com/office/drawing/2014/main" id="{CF03E799-A4D9-9C95-54C7-CDD38FF58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88" y="3089275"/>
            <a:ext cx="9874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</a:t>
            </a:r>
            <a:endParaRPr lang="zh-CN" altLang="en-US" sz="2400"/>
          </a:p>
        </p:txBody>
      </p:sp>
      <p:graphicFrame>
        <p:nvGraphicFramePr>
          <p:cNvPr id="3110" name="Object 38">
            <a:extLst>
              <a:ext uri="{FF2B5EF4-FFF2-40B4-BE49-F238E27FC236}">
                <a16:creationId xmlns:a16="http://schemas.microsoft.com/office/drawing/2014/main" id="{6FCCA535-2508-D6D4-0F25-D774EC00C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3751263"/>
          <a:ext cx="100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751263"/>
                        <a:ext cx="100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2" name="Object 40">
            <a:extLst>
              <a:ext uri="{FF2B5EF4-FFF2-40B4-BE49-F238E27FC236}">
                <a16:creationId xmlns:a16="http://schemas.microsoft.com/office/drawing/2014/main" id="{15B2F805-57E0-AC29-B8AF-E3E571141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3751263"/>
          <a:ext cx="901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751263"/>
                        <a:ext cx="901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" name="Object 41">
            <a:extLst>
              <a:ext uri="{FF2B5EF4-FFF2-40B4-BE49-F238E27FC236}">
                <a16:creationId xmlns:a16="http://schemas.microsoft.com/office/drawing/2014/main" id="{F1FBB3CC-6BE1-CC29-8975-EA32E60CF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1200" y="3700463"/>
          <a:ext cx="1727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700463"/>
                        <a:ext cx="1727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4" name="Text Box 42">
            <a:extLst>
              <a:ext uri="{FF2B5EF4-FFF2-40B4-BE49-F238E27FC236}">
                <a16:creationId xmlns:a16="http://schemas.microsoft.com/office/drawing/2014/main" id="{F80630D9-7652-FC32-0E30-1C7F91159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368800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3115" name="Object 43">
            <a:extLst>
              <a:ext uri="{FF2B5EF4-FFF2-40B4-BE49-F238E27FC236}">
                <a16:creationId xmlns:a16="http://schemas.microsoft.com/office/drawing/2014/main" id="{AF975F41-2507-E674-2EF7-EABBF5E1F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1638" y="4368800"/>
          <a:ext cx="1879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4368800"/>
                        <a:ext cx="1879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6" name="Text Box 44">
            <a:extLst>
              <a:ext uri="{FF2B5EF4-FFF2-40B4-BE49-F238E27FC236}">
                <a16:creationId xmlns:a16="http://schemas.microsoft.com/office/drawing/2014/main" id="{7A3A8CBA-260F-FE28-AD0E-B3BB6802B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6721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3117" name="Object 45">
            <a:extLst>
              <a:ext uri="{FF2B5EF4-FFF2-40B4-BE49-F238E27FC236}">
                <a16:creationId xmlns:a16="http://schemas.microsoft.com/office/drawing/2014/main" id="{02623D88-2F29-F75E-BCA6-9DEE26788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4000" y="4467225"/>
          <a:ext cx="508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4467225"/>
                        <a:ext cx="508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8" name="Text Box 46">
            <a:extLst>
              <a:ext uri="{FF2B5EF4-FFF2-40B4-BE49-F238E27FC236}">
                <a16:creationId xmlns:a16="http://schemas.microsoft.com/office/drawing/2014/main" id="{5BC6FE8E-E5E5-02CC-525C-5063B11D0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4338638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</a:t>
            </a:r>
            <a:endParaRPr lang="zh-CN" altLang="en-US" sz="2400"/>
          </a:p>
        </p:txBody>
      </p:sp>
      <p:graphicFrame>
        <p:nvGraphicFramePr>
          <p:cNvPr id="3119" name="Object 47">
            <a:extLst>
              <a:ext uri="{FF2B5EF4-FFF2-40B4-BE49-F238E27FC236}">
                <a16:creationId xmlns:a16="http://schemas.microsoft.com/office/drawing/2014/main" id="{34C4468F-0FCC-9528-4852-705A1F128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4300" y="4338638"/>
          <a:ext cx="105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4338638"/>
                        <a:ext cx="1054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0" name="Text Box 48">
            <a:extLst>
              <a:ext uri="{FF2B5EF4-FFF2-40B4-BE49-F238E27FC236}">
                <a16:creationId xmlns:a16="http://schemas.microsoft.com/office/drawing/2014/main" id="{F8CC5FA2-47BF-C8DF-707A-0CA09E18A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863" y="4351338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's infinitesimal .</a:t>
            </a:r>
          </a:p>
        </p:txBody>
      </p:sp>
      <p:sp>
        <p:nvSpPr>
          <p:cNvPr id="3121" name="Text Box 49">
            <a:extLst>
              <a:ext uri="{FF2B5EF4-FFF2-40B4-BE49-F238E27FC236}">
                <a16:creationId xmlns:a16="http://schemas.microsoft.com/office/drawing/2014/main" id="{4F8BF767-4272-740F-D7DF-C8C68C84E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160963"/>
            <a:ext cx="685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>
                <a:solidFill>
                  <a:schemeClr val="tx2"/>
                </a:solidFill>
              </a:rPr>
              <a:t>Corollary 1 . constant and infinitesimal's </a:t>
            </a:r>
            <a:r>
              <a:rPr lang="zh-CN" altLang="en-GB" sz="2400" b="1">
                <a:solidFill>
                  <a:schemeClr val="tx2"/>
                </a:solidFill>
              </a:rPr>
              <a:t>乘 </a:t>
            </a:r>
            <a:r>
              <a:rPr lang="en-GB" altLang="zh-CN" sz="2400" b="1">
                <a:solidFill>
                  <a:schemeClr val="tx2"/>
                </a:solidFill>
              </a:rPr>
              <a:t>product is infinitesimal .</a:t>
            </a:r>
            <a:endParaRPr lang="en-US" altLang="zh-CN" sz="2400"/>
          </a:p>
        </p:txBody>
      </p:sp>
      <p:sp>
        <p:nvSpPr>
          <p:cNvPr id="3122" name="Text Box 50">
            <a:extLst>
              <a:ext uri="{FF2B5EF4-FFF2-40B4-BE49-F238E27FC236}">
                <a16:creationId xmlns:a16="http://schemas.microsoft.com/office/drawing/2014/main" id="{644D22A2-8355-1987-3831-3700C6E1A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29288"/>
            <a:ext cx="6477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>
                <a:solidFill>
                  <a:schemeClr val="tx2"/>
                </a:solidFill>
              </a:rPr>
              <a:t>Corollary 2 . has </a:t>
            </a:r>
            <a:r>
              <a:rPr lang="zh-CN" altLang="en-GB" sz="2400" b="1">
                <a:solidFill>
                  <a:schemeClr val="tx2"/>
                </a:solidFill>
              </a:rPr>
              <a:t>限 </a:t>
            </a:r>
            <a:r>
              <a:rPr lang="en-GB" altLang="zh-CN" sz="2400" b="1">
                <a:solidFill>
                  <a:schemeClr val="tx2"/>
                </a:solidFill>
              </a:rPr>
              <a:t>infinitesimal's </a:t>
            </a:r>
            <a:r>
              <a:rPr lang="zh-CN" altLang="en-GB" sz="2400" b="1">
                <a:solidFill>
                  <a:schemeClr val="tx2"/>
                </a:solidFill>
              </a:rPr>
              <a:t>乘 </a:t>
            </a:r>
            <a:r>
              <a:rPr lang="en-GB" altLang="zh-CN" sz="2400" b="1">
                <a:solidFill>
                  <a:schemeClr val="tx2"/>
                </a:solidFill>
              </a:rPr>
              <a:t>product is infinitesimal .</a:t>
            </a:r>
            <a:endParaRPr lang="en-US" altLang="zh-CN" sz="2400"/>
          </a:p>
        </p:txBody>
      </p:sp>
      <p:sp>
        <p:nvSpPr>
          <p:cNvPr id="18463" name="矩形 1">
            <a:extLst>
              <a:ext uri="{FF2B5EF4-FFF2-40B4-BE49-F238E27FC236}">
                <a16:creationId xmlns:a16="http://schemas.microsoft.com/office/drawing/2014/main" id="{52FF1530-884F-D781-CD8E-D04FD2B11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770313"/>
            <a:ext cx="10262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2400"/>
              <a:t>就 </a:t>
            </a:r>
            <a:r>
              <a:rPr lang="en-US" altLang="zh-CN" sz="2400"/>
              <a:t>has</a:t>
            </a:r>
            <a:endParaRPr lang="zh-CN" altLang="en-US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3" grpId="0" autoUpdateAnimBg="0"/>
      <p:bldP spid="3089" grpId="0" autoUpdateAnimBg="0"/>
      <p:bldP spid="3092" grpId="0" autoUpdateAnimBg="0"/>
      <p:bldP spid="3096" grpId="0" autoUpdateAnimBg="0"/>
      <p:bldP spid="3100" grpId="0" autoUpdateAnimBg="0"/>
      <p:bldP spid="3102" grpId="0" autoUpdateAnimBg="0"/>
      <p:bldP spid="3104" grpId="0" autoUpdateAnimBg="0"/>
      <p:bldP spid="3109" grpId="0" autoUpdateAnimBg="0"/>
      <p:bldP spid="3114" grpId="0" autoUpdateAnimBg="0"/>
      <p:bldP spid="3116" grpId="0" autoUpdateAnimBg="0"/>
      <p:bldP spid="3118" grpId="0" autoUpdateAnimBg="0"/>
      <p:bldP spid="3120" grpId="0" autoUpdateAnimBg="0"/>
      <p:bldP spid="3121" grpId="0" autoUpdateAnimBg="0"/>
      <p:bldP spid="31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5" name="Group 89">
            <a:extLst>
              <a:ext uri="{FF2B5EF4-FFF2-40B4-BE49-F238E27FC236}">
                <a16:creationId xmlns:a16="http://schemas.microsoft.com/office/drawing/2014/main" id="{E98D4533-C144-E238-97BA-C921B19A90F8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606800" cy="2011363"/>
            <a:chOff x="3168" y="624"/>
            <a:chExt cx="2272" cy="1267"/>
          </a:xfrm>
        </p:grpSpPr>
        <p:sp>
          <p:nvSpPr>
            <p:cNvPr id="19475" name="Line 69">
              <a:extLst>
                <a:ext uri="{FF2B5EF4-FFF2-40B4-BE49-F238E27FC236}">
                  <a16:creationId xmlns:a16="http://schemas.microsoft.com/office/drawing/2014/main" id="{2580C9DE-B105-EEFA-13D5-CDD757DA0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22"/>
              <a:ext cx="22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Line 71">
              <a:extLst>
                <a:ext uri="{FF2B5EF4-FFF2-40B4-BE49-F238E27FC236}">
                  <a16:creationId xmlns:a16="http://schemas.microsoft.com/office/drawing/2014/main" id="{3610724B-58DA-819E-B090-AE76EC21A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9" y="624"/>
              <a:ext cx="1" cy="12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77" name="Object 76">
              <a:extLst>
                <a:ext uri="{FF2B5EF4-FFF2-40B4-BE49-F238E27FC236}">
                  <a16:creationId xmlns:a16="http://schemas.microsoft.com/office/drawing/2014/main" id="{9CF4B7DE-8201-16C2-D292-47601204FA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1" y="168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3">
                    <p:embed/>
                  </p:oleObj>
                </mc:Choice>
                <mc:Fallback>
                  <p:oleObj name="Equation" r:id="rId2" imgW="0" imgH="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" y="168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8" name="Object 77">
              <a:extLst>
                <a:ext uri="{FF2B5EF4-FFF2-40B4-BE49-F238E27FC236}">
                  <a16:creationId xmlns:a16="http://schemas.microsoft.com/office/drawing/2014/main" id="{EEADE5B7-E9DF-9A28-98ED-AAF2EC57EF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2" y="67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67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78">
              <a:extLst>
                <a:ext uri="{FF2B5EF4-FFF2-40B4-BE49-F238E27FC236}">
                  <a16:creationId xmlns:a16="http://schemas.microsoft.com/office/drawing/2014/main" id="{3858233E-9867-38CD-8AE9-5C23102D90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0" y="1687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1687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58" name="Rectangle 2">
            <a:extLst>
              <a:ext uri="{FF2B5EF4-FFF2-40B4-BE49-F238E27FC236}">
                <a16:creationId xmlns:a16="http://schemas.microsoft.com/office/drawing/2014/main" id="{55D7978D-7BBC-6EE8-7E7A-67D989141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877888"/>
            <a:ext cx="1676400" cy="533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楷体_GB2312" pitchFamily="49" charset="-122"/>
              </a:rPr>
              <a:t>Example1. find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19459" name="Object 4">
            <a:extLst>
              <a:ext uri="{FF2B5EF4-FFF2-40B4-BE49-F238E27FC236}">
                <a16:creationId xmlns:a16="http://schemas.microsoft.com/office/drawing/2014/main" id="{FF3E3535-55E5-6267-C505-FFABC496E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000" y="620713"/>
          <a:ext cx="149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620713"/>
                        <a:ext cx="1498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5">
            <a:extLst>
              <a:ext uri="{FF2B5EF4-FFF2-40B4-BE49-F238E27FC236}">
                <a16:creationId xmlns:a16="http://schemas.microsoft.com/office/drawing/2014/main" id="{258AA8C7-7DB5-241F-10CD-4E1194ABD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9288"/>
            <a:ext cx="1676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</a:t>
            </a:r>
            <a:endParaRPr lang="en-US" altLang="zh-CN" sz="2400" b="1"/>
          </a:p>
        </p:txBody>
      </p:sp>
      <p:graphicFrame>
        <p:nvGraphicFramePr>
          <p:cNvPr id="4102" name="Object 6">
            <a:extLst>
              <a:ext uri="{FF2B5EF4-FFF2-40B4-BE49-F238E27FC236}">
                <a16:creationId xmlns:a16="http://schemas.microsoft.com/office/drawing/2014/main" id="{CC90D8F8-9786-70B1-ED1B-24B0C97A46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0800" y="1916113"/>
          <a:ext cx="1803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1916113"/>
                        <a:ext cx="1803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>
            <a:extLst>
              <a:ext uri="{FF2B5EF4-FFF2-40B4-BE49-F238E27FC236}">
                <a16:creationId xmlns:a16="http://schemas.microsoft.com/office/drawing/2014/main" id="{63F5AE7A-06DE-54E3-EF12-6D4406F1A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3550" y="2705100"/>
          <a:ext cx="1435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705100"/>
                        <a:ext cx="1435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Text Box 8">
            <a:extLst>
              <a:ext uri="{FF2B5EF4-FFF2-40B4-BE49-F238E27FC236}">
                <a16:creationId xmlns:a16="http://schemas.microsoft.com/office/drawing/2014/main" id="{AB10D28A-ACC3-99E4-9AEE-CA3D94090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24288"/>
            <a:ext cx="2352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GB" sz="2400"/>
              <a:t>利 </a:t>
            </a:r>
            <a:r>
              <a:rPr lang="en-GB" altLang="zh-CN" sz="2400"/>
              <a:t>useTheorem 2 we see that</a:t>
            </a:r>
            <a:endParaRPr lang="zh-CN" altLang="en-US" sz="2400"/>
          </a:p>
        </p:txBody>
      </p:sp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B4FE6B23-F47A-F6DF-FE44-AC4456B8C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3573463"/>
          <a:ext cx="2044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573463"/>
                        <a:ext cx="2044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14">
            <a:extLst>
              <a:ext uri="{FF2B5EF4-FFF2-40B4-BE49-F238E27FC236}">
                <a16:creationId xmlns:a16="http://schemas.microsoft.com/office/drawing/2014/main" id="{81F03BF6-DAE7-84AB-CE89-C8881A925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1524000"/>
          <a:ext cx="117316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524000"/>
                        <a:ext cx="117316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Text Box 20">
            <a:extLst>
              <a:ext uri="{FF2B5EF4-FFF2-40B4-BE49-F238E27FC236}">
                <a16:creationId xmlns:a16="http://schemas.microsoft.com/office/drawing/2014/main" id="{8CC0F436-D12B-DA91-34EE-AE1E24FE736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9750" y="4953000"/>
            <a:ext cx="2352675" cy="461665"/>
          </a:xfrm>
          <a:prstGeom prst="rect">
            <a:avLst/>
          </a:prstGeom>
          <a:blipFill>
            <a:blip r:embed="rId18"/>
            <a:stretch>
              <a:fillRect l="-3763" t="-13514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117" name="Object 21">
            <a:extLst>
              <a:ext uri="{FF2B5EF4-FFF2-40B4-BE49-F238E27FC236}">
                <a16:creationId xmlns:a16="http://schemas.microsoft.com/office/drawing/2014/main" id="{1CE4338E-82F2-183B-C03A-FBADC4355D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3363" y="4757738"/>
          <a:ext cx="130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63" y="4757738"/>
                        <a:ext cx="1308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8" name="Text Box 22">
            <a:extLst>
              <a:ext uri="{FF2B5EF4-FFF2-40B4-BE49-F238E27FC236}">
                <a16:creationId xmlns:a16="http://schemas.microsoft.com/office/drawing/2014/main" id="{AC378BE7-2A01-8DB5-A2DC-E3B720C48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066" y="4941888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/>
              <a:t>'s asymptote.</a:t>
            </a:r>
          </a:p>
        </p:txBody>
      </p:sp>
      <p:grpSp>
        <p:nvGrpSpPr>
          <p:cNvPr id="4170" name="Group 74">
            <a:extLst>
              <a:ext uri="{FF2B5EF4-FFF2-40B4-BE49-F238E27FC236}">
                <a16:creationId xmlns:a16="http://schemas.microsoft.com/office/drawing/2014/main" id="{119AF5D4-AFC9-B518-9E71-C6402D01AB91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570038"/>
            <a:ext cx="3246438" cy="1222375"/>
            <a:chOff x="2010" y="1875"/>
            <a:chExt cx="1860" cy="642"/>
          </a:xfrm>
        </p:grpSpPr>
        <p:sp>
          <p:nvSpPr>
            <p:cNvPr id="19471" name="Freeform 64">
              <a:extLst>
                <a:ext uri="{FF2B5EF4-FFF2-40B4-BE49-F238E27FC236}">
                  <a16:creationId xmlns:a16="http://schemas.microsoft.com/office/drawing/2014/main" id="{3184C450-0BC8-FAB5-C429-0C0C660D3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367"/>
              <a:ext cx="474" cy="66"/>
            </a:xfrm>
            <a:custGeom>
              <a:avLst/>
              <a:gdLst>
                <a:gd name="T0" fmla="*/ 6 w 474"/>
                <a:gd name="T1" fmla="*/ 42 h 66"/>
                <a:gd name="T2" fmla="*/ 18 w 474"/>
                <a:gd name="T3" fmla="*/ 48 h 66"/>
                <a:gd name="T4" fmla="*/ 24 w 474"/>
                <a:gd name="T5" fmla="*/ 54 h 66"/>
                <a:gd name="T6" fmla="*/ 36 w 474"/>
                <a:gd name="T7" fmla="*/ 54 h 66"/>
                <a:gd name="T8" fmla="*/ 42 w 474"/>
                <a:gd name="T9" fmla="*/ 60 h 66"/>
                <a:gd name="T10" fmla="*/ 54 w 474"/>
                <a:gd name="T11" fmla="*/ 60 h 66"/>
                <a:gd name="T12" fmla="*/ 66 w 474"/>
                <a:gd name="T13" fmla="*/ 60 h 66"/>
                <a:gd name="T14" fmla="*/ 72 w 474"/>
                <a:gd name="T15" fmla="*/ 54 h 66"/>
                <a:gd name="T16" fmla="*/ 84 w 474"/>
                <a:gd name="T17" fmla="*/ 54 h 66"/>
                <a:gd name="T18" fmla="*/ 90 w 474"/>
                <a:gd name="T19" fmla="*/ 48 h 66"/>
                <a:gd name="T20" fmla="*/ 102 w 474"/>
                <a:gd name="T21" fmla="*/ 42 h 66"/>
                <a:gd name="T22" fmla="*/ 108 w 474"/>
                <a:gd name="T23" fmla="*/ 36 h 66"/>
                <a:gd name="T24" fmla="*/ 120 w 474"/>
                <a:gd name="T25" fmla="*/ 30 h 66"/>
                <a:gd name="T26" fmla="*/ 126 w 474"/>
                <a:gd name="T27" fmla="*/ 24 h 66"/>
                <a:gd name="T28" fmla="*/ 138 w 474"/>
                <a:gd name="T29" fmla="*/ 18 h 66"/>
                <a:gd name="T30" fmla="*/ 144 w 474"/>
                <a:gd name="T31" fmla="*/ 18 h 66"/>
                <a:gd name="T32" fmla="*/ 156 w 474"/>
                <a:gd name="T33" fmla="*/ 12 h 66"/>
                <a:gd name="T34" fmla="*/ 168 w 474"/>
                <a:gd name="T35" fmla="*/ 12 h 66"/>
                <a:gd name="T36" fmla="*/ 174 w 474"/>
                <a:gd name="T37" fmla="*/ 12 h 66"/>
                <a:gd name="T38" fmla="*/ 186 w 474"/>
                <a:gd name="T39" fmla="*/ 12 h 66"/>
                <a:gd name="T40" fmla="*/ 192 w 474"/>
                <a:gd name="T41" fmla="*/ 12 h 66"/>
                <a:gd name="T42" fmla="*/ 204 w 474"/>
                <a:gd name="T43" fmla="*/ 18 h 66"/>
                <a:gd name="T44" fmla="*/ 210 w 474"/>
                <a:gd name="T45" fmla="*/ 24 h 66"/>
                <a:gd name="T46" fmla="*/ 222 w 474"/>
                <a:gd name="T47" fmla="*/ 30 h 66"/>
                <a:gd name="T48" fmla="*/ 228 w 474"/>
                <a:gd name="T49" fmla="*/ 36 h 66"/>
                <a:gd name="T50" fmla="*/ 240 w 474"/>
                <a:gd name="T51" fmla="*/ 42 h 66"/>
                <a:gd name="T52" fmla="*/ 252 w 474"/>
                <a:gd name="T53" fmla="*/ 54 h 66"/>
                <a:gd name="T54" fmla="*/ 258 w 474"/>
                <a:gd name="T55" fmla="*/ 54 h 66"/>
                <a:gd name="T56" fmla="*/ 270 w 474"/>
                <a:gd name="T57" fmla="*/ 60 h 66"/>
                <a:gd name="T58" fmla="*/ 276 w 474"/>
                <a:gd name="T59" fmla="*/ 66 h 66"/>
                <a:gd name="T60" fmla="*/ 288 w 474"/>
                <a:gd name="T61" fmla="*/ 66 h 66"/>
                <a:gd name="T62" fmla="*/ 294 w 474"/>
                <a:gd name="T63" fmla="*/ 66 h 66"/>
                <a:gd name="T64" fmla="*/ 306 w 474"/>
                <a:gd name="T65" fmla="*/ 66 h 66"/>
                <a:gd name="T66" fmla="*/ 312 w 474"/>
                <a:gd name="T67" fmla="*/ 60 h 66"/>
                <a:gd name="T68" fmla="*/ 324 w 474"/>
                <a:gd name="T69" fmla="*/ 54 h 66"/>
                <a:gd name="T70" fmla="*/ 330 w 474"/>
                <a:gd name="T71" fmla="*/ 48 h 66"/>
                <a:gd name="T72" fmla="*/ 342 w 474"/>
                <a:gd name="T73" fmla="*/ 42 h 66"/>
                <a:gd name="T74" fmla="*/ 354 w 474"/>
                <a:gd name="T75" fmla="*/ 30 h 66"/>
                <a:gd name="T76" fmla="*/ 360 w 474"/>
                <a:gd name="T77" fmla="*/ 24 h 66"/>
                <a:gd name="T78" fmla="*/ 372 w 474"/>
                <a:gd name="T79" fmla="*/ 12 h 66"/>
                <a:gd name="T80" fmla="*/ 378 w 474"/>
                <a:gd name="T81" fmla="*/ 6 h 66"/>
                <a:gd name="T82" fmla="*/ 390 w 474"/>
                <a:gd name="T83" fmla="*/ 0 h 66"/>
                <a:gd name="T84" fmla="*/ 396 w 474"/>
                <a:gd name="T85" fmla="*/ 0 h 66"/>
                <a:gd name="T86" fmla="*/ 408 w 474"/>
                <a:gd name="T87" fmla="*/ 0 h 66"/>
                <a:gd name="T88" fmla="*/ 414 w 474"/>
                <a:gd name="T89" fmla="*/ 0 h 66"/>
                <a:gd name="T90" fmla="*/ 426 w 474"/>
                <a:gd name="T91" fmla="*/ 6 h 66"/>
                <a:gd name="T92" fmla="*/ 438 w 474"/>
                <a:gd name="T93" fmla="*/ 12 h 66"/>
                <a:gd name="T94" fmla="*/ 444 w 474"/>
                <a:gd name="T95" fmla="*/ 18 h 66"/>
                <a:gd name="T96" fmla="*/ 456 w 474"/>
                <a:gd name="T97" fmla="*/ 24 h 66"/>
                <a:gd name="T98" fmla="*/ 462 w 474"/>
                <a:gd name="T99" fmla="*/ 36 h 66"/>
                <a:gd name="T100" fmla="*/ 474 w 474"/>
                <a:gd name="T101" fmla="*/ 48 h 6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74" h="66">
                  <a:moveTo>
                    <a:pt x="0" y="36"/>
                  </a:moveTo>
                  <a:lnTo>
                    <a:pt x="0" y="42"/>
                  </a:lnTo>
                  <a:lnTo>
                    <a:pt x="6" y="42"/>
                  </a:lnTo>
                  <a:lnTo>
                    <a:pt x="12" y="42"/>
                  </a:lnTo>
                  <a:lnTo>
                    <a:pt x="12" y="48"/>
                  </a:lnTo>
                  <a:lnTo>
                    <a:pt x="18" y="48"/>
                  </a:lnTo>
                  <a:lnTo>
                    <a:pt x="24" y="48"/>
                  </a:lnTo>
                  <a:lnTo>
                    <a:pt x="24" y="54"/>
                  </a:lnTo>
                  <a:lnTo>
                    <a:pt x="30" y="54"/>
                  </a:lnTo>
                  <a:lnTo>
                    <a:pt x="36" y="54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54" y="60"/>
                  </a:lnTo>
                  <a:lnTo>
                    <a:pt x="60" y="60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72" y="54"/>
                  </a:lnTo>
                  <a:lnTo>
                    <a:pt x="78" y="54"/>
                  </a:lnTo>
                  <a:lnTo>
                    <a:pt x="84" y="54"/>
                  </a:lnTo>
                  <a:lnTo>
                    <a:pt x="90" y="48"/>
                  </a:lnTo>
                  <a:lnTo>
                    <a:pt x="96" y="48"/>
                  </a:lnTo>
                  <a:lnTo>
                    <a:pt x="96" y="42"/>
                  </a:lnTo>
                  <a:lnTo>
                    <a:pt x="102" y="42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14" y="36"/>
                  </a:lnTo>
                  <a:lnTo>
                    <a:pt x="120" y="30"/>
                  </a:lnTo>
                  <a:lnTo>
                    <a:pt x="126" y="30"/>
                  </a:lnTo>
                  <a:lnTo>
                    <a:pt x="126" y="24"/>
                  </a:lnTo>
                  <a:lnTo>
                    <a:pt x="132" y="24"/>
                  </a:lnTo>
                  <a:lnTo>
                    <a:pt x="138" y="24"/>
                  </a:lnTo>
                  <a:lnTo>
                    <a:pt x="138" y="18"/>
                  </a:lnTo>
                  <a:lnTo>
                    <a:pt x="144" y="18"/>
                  </a:lnTo>
                  <a:lnTo>
                    <a:pt x="150" y="12"/>
                  </a:lnTo>
                  <a:lnTo>
                    <a:pt x="156" y="12"/>
                  </a:lnTo>
                  <a:lnTo>
                    <a:pt x="162" y="12"/>
                  </a:lnTo>
                  <a:lnTo>
                    <a:pt x="168" y="12"/>
                  </a:lnTo>
                  <a:lnTo>
                    <a:pt x="174" y="12"/>
                  </a:lnTo>
                  <a:lnTo>
                    <a:pt x="180" y="12"/>
                  </a:lnTo>
                  <a:lnTo>
                    <a:pt x="186" y="12"/>
                  </a:lnTo>
                  <a:lnTo>
                    <a:pt x="192" y="12"/>
                  </a:lnTo>
                  <a:lnTo>
                    <a:pt x="198" y="18"/>
                  </a:lnTo>
                  <a:lnTo>
                    <a:pt x="204" y="18"/>
                  </a:lnTo>
                  <a:lnTo>
                    <a:pt x="210" y="24"/>
                  </a:lnTo>
                  <a:lnTo>
                    <a:pt x="216" y="24"/>
                  </a:lnTo>
                  <a:lnTo>
                    <a:pt x="216" y="30"/>
                  </a:lnTo>
                  <a:lnTo>
                    <a:pt x="222" y="30"/>
                  </a:lnTo>
                  <a:lnTo>
                    <a:pt x="228" y="36"/>
                  </a:lnTo>
                  <a:lnTo>
                    <a:pt x="234" y="36"/>
                  </a:lnTo>
                  <a:lnTo>
                    <a:pt x="234" y="42"/>
                  </a:lnTo>
                  <a:lnTo>
                    <a:pt x="240" y="42"/>
                  </a:lnTo>
                  <a:lnTo>
                    <a:pt x="240" y="48"/>
                  </a:lnTo>
                  <a:lnTo>
                    <a:pt x="246" y="48"/>
                  </a:lnTo>
                  <a:lnTo>
                    <a:pt x="252" y="54"/>
                  </a:lnTo>
                  <a:lnTo>
                    <a:pt x="258" y="54"/>
                  </a:lnTo>
                  <a:lnTo>
                    <a:pt x="258" y="60"/>
                  </a:lnTo>
                  <a:lnTo>
                    <a:pt x="264" y="60"/>
                  </a:lnTo>
                  <a:lnTo>
                    <a:pt x="270" y="60"/>
                  </a:lnTo>
                  <a:lnTo>
                    <a:pt x="270" y="66"/>
                  </a:lnTo>
                  <a:lnTo>
                    <a:pt x="276" y="66"/>
                  </a:lnTo>
                  <a:lnTo>
                    <a:pt x="282" y="66"/>
                  </a:lnTo>
                  <a:lnTo>
                    <a:pt x="288" y="66"/>
                  </a:lnTo>
                  <a:lnTo>
                    <a:pt x="294" y="66"/>
                  </a:lnTo>
                  <a:lnTo>
                    <a:pt x="300" y="66"/>
                  </a:lnTo>
                  <a:lnTo>
                    <a:pt x="306" y="66"/>
                  </a:lnTo>
                  <a:lnTo>
                    <a:pt x="306" y="60"/>
                  </a:lnTo>
                  <a:lnTo>
                    <a:pt x="312" y="60"/>
                  </a:lnTo>
                  <a:lnTo>
                    <a:pt x="318" y="60"/>
                  </a:lnTo>
                  <a:lnTo>
                    <a:pt x="318" y="54"/>
                  </a:lnTo>
                  <a:lnTo>
                    <a:pt x="324" y="54"/>
                  </a:lnTo>
                  <a:lnTo>
                    <a:pt x="330" y="54"/>
                  </a:lnTo>
                  <a:lnTo>
                    <a:pt x="330" y="48"/>
                  </a:lnTo>
                  <a:lnTo>
                    <a:pt x="336" y="48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2" y="36"/>
                  </a:lnTo>
                  <a:lnTo>
                    <a:pt x="348" y="36"/>
                  </a:lnTo>
                  <a:lnTo>
                    <a:pt x="348" y="30"/>
                  </a:lnTo>
                  <a:lnTo>
                    <a:pt x="354" y="30"/>
                  </a:lnTo>
                  <a:lnTo>
                    <a:pt x="360" y="24"/>
                  </a:lnTo>
                  <a:lnTo>
                    <a:pt x="360" y="18"/>
                  </a:lnTo>
                  <a:lnTo>
                    <a:pt x="366" y="18"/>
                  </a:lnTo>
                  <a:lnTo>
                    <a:pt x="372" y="12"/>
                  </a:lnTo>
                  <a:lnTo>
                    <a:pt x="378" y="12"/>
                  </a:lnTo>
                  <a:lnTo>
                    <a:pt x="378" y="6"/>
                  </a:lnTo>
                  <a:lnTo>
                    <a:pt x="384" y="6"/>
                  </a:lnTo>
                  <a:lnTo>
                    <a:pt x="390" y="0"/>
                  </a:lnTo>
                  <a:lnTo>
                    <a:pt x="396" y="0"/>
                  </a:lnTo>
                  <a:lnTo>
                    <a:pt x="402" y="0"/>
                  </a:lnTo>
                  <a:lnTo>
                    <a:pt x="408" y="0"/>
                  </a:lnTo>
                  <a:lnTo>
                    <a:pt x="414" y="0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26" y="6"/>
                  </a:lnTo>
                  <a:lnTo>
                    <a:pt x="432" y="6"/>
                  </a:lnTo>
                  <a:lnTo>
                    <a:pt x="438" y="12"/>
                  </a:lnTo>
                  <a:lnTo>
                    <a:pt x="444" y="18"/>
                  </a:lnTo>
                  <a:lnTo>
                    <a:pt x="450" y="18"/>
                  </a:lnTo>
                  <a:lnTo>
                    <a:pt x="450" y="24"/>
                  </a:lnTo>
                  <a:lnTo>
                    <a:pt x="456" y="24"/>
                  </a:lnTo>
                  <a:lnTo>
                    <a:pt x="456" y="30"/>
                  </a:lnTo>
                  <a:lnTo>
                    <a:pt x="462" y="30"/>
                  </a:lnTo>
                  <a:lnTo>
                    <a:pt x="462" y="36"/>
                  </a:lnTo>
                  <a:lnTo>
                    <a:pt x="468" y="36"/>
                  </a:lnTo>
                  <a:lnTo>
                    <a:pt x="468" y="42"/>
                  </a:lnTo>
                  <a:lnTo>
                    <a:pt x="468" y="48"/>
                  </a:lnTo>
                  <a:lnTo>
                    <a:pt x="474" y="4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Freeform 65">
              <a:extLst>
                <a:ext uri="{FF2B5EF4-FFF2-40B4-BE49-F238E27FC236}">
                  <a16:creationId xmlns:a16="http://schemas.microsoft.com/office/drawing/2014/main" id="{C260D163-6663-F284-9EA5-7ADF1888D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875"/>
              <a:ext cx="474" cy="642"/>
            </a:xfrm>
            <a:custGeom>
              <a:avLst/>
              <a:gdLst>
                <a:gd name="T0" fmla="*/ 6 w 474"/>
                <a:gd name="T1" fmla="*/ 552 h 642"/>
                <a:gd name="T2" fmla="*/ 18 w 474"/>
                <a:gd name="T3" fmla="*/ 558 h 642"/>
                <a:gd name="T4" fmla="*/ 24 w 474"/>
                <a:gd name="T5" fmla="*/ 564 h 642"/>
                <a:gd name="T6" fmla="*/ 36 w 474"/>
                <a:gd name="T7" fmla="*/ 570 h 642"/>
                <a:gd name="T8" fmla="*/ 42 w 474"/>
                <a:gd name="T9" fmla="*/ 576 h 642"/>
                <a:gd name="T10" fmla="*/ 54 w 474"/>
                <a:gd name="T11" fmla="*/ 576 h 642"/>
                <a:gd name="T12" fmla="*/ 66 w 474"/>
                <a:gd name="T13" fmla="*/ 576 h 642"/>
                <a:gd name="T14" fmla="*/ 72 w 474"/>
                <a:gd name="T15" fmla="*/ 570 h 642"/>
                <a:gd name="T16" fmla="*/ 84 w 474"/>
                <a:gd name="T17" fmla="*/ 558 h 642"/>
                <a:gd name="T18" fmla="*/ 90 w 474"/>
                <a:gd name="T19" fmla="*/ 546 h 642"/>
                <a:gd name="T20" fmla="*/ 102 w 474"/>
                <a:gd name="T21" fmla="*/ 534 h 642"/>
                <a:gd name="T22" fmla="*/ 108 w 474"/>
                <a:gd name="T23" fmla="*/ 522 h 642"/>
                <a:gd name="T24" fmla="*/ 120 w 474"/>
                <a:gd name="T25" fmla="*/ 504 h 642"/>
                <a:gd name="T26" fmla="*/ 126 w 474"/>
                <a:gd name="T27" fmla="*/ 492 h 642"/>
                <a:gd name="T28" fmla="*/ 138 w 474"/>
                <a:gd name="T29" fmla="*/ 480 h 642"/>
                <a:gd name="T30" fmla="*/ 150 w 474"/>
                <a:gd name="T31" fmla="*/ 468 h 642"/>
                <a:gd name="T32" fmla="*/ 156 w 474"/>
                <a:gd name="T33" fmla="*/ 462 h 642"/>
                <a:gd name="T34" fmla="*/ 168 w 474"/>
                <a:gd name="T35" fmla="*/ 462 h 642"/>
                <a:gd name="T36" fmla="*/ 174 w 474"/>
                <a:gd name="T37" fmla="*/ 462 h 642"/>
                <a:gd name="T38" fmla="*/ 186 w 474"/>
                <a:gd name="T39" fmla="*/ 468 h 642"/>
                <a:gd name="T40" fmla="*/ 192 w 474"/>
                <a:gd name="T41" fmla="*/ 474 h 642"/>
                <a:gd name="T42" fmla="*/ 204 w 474"/>
                <a:gd name="T43" fmla="*/ 492 h 642"/>
                <a:gd name="T44" fmla="*/ 210 w 474"/>
                <a:gd name="T45" fmla="*/ 504 h 642"/>
                <a:gd name="T46" fmla="*/ 222 w 474"/>
                <a:gd name="T47" fmla="*/ 528 h 642"/>
                <a:gd name="T48" fmla="*/ 228 w 474"/>
                <a:gd name="T49" fmla="*/ 546 h 642"/>
                <a:gd name="T50" fmla="*/ 240 w 474"/>
                <a:gd name="T51" fmla="*/ 570 h 642"/>
                <a:gd name="T52" fmla="*/ 252 w 474"/>
                <a:gd name="T53" fmla="*/ 594 h 642"/>
                <a:gd name="T54" fmla="*/ 258 w 474"/>
                <a:gd name="T55" fmla="*/ 612 h 642"/>
                <a:gd name="T56" fmla="*/ 270 w 474"/>
                <a:gd name="T57" fmla="*/ 624 h 642"/>
                <a:gd name="T58" fmla="*/ 276 w 474"/>
                <a:gd name="T59" fmla="*/ 636 h 642"/>
                <a:gd name="T60" fmla="*/ 288 w 474"/>
                <a:gd name="T61" fmla="*/ 642 h 642"/>
                <a:gd name="T62" fmla="*/ 294 w 474"/>
                <a:gd name="T63" fmla="*/ 642 h 642"/>
                <a:gd name="T64" fmla="*/ 306 w 474"/>
                <a:gd name="T65" fmla="*/ 630 h 642"/>
                <a:gd name="T66" fmla="*/ 312 w 474"/>
                <a:gd name="T67" fmla="*/ 612 h 642"/>
                <a:gd name="T68" fmla="*/ 324 w 474"/>
                <a:gd name="T69" fmla="*/ 588 h 642"/>
                <a:gd name="T70" fmla="*/ 336 w 474"/>
                <a:gd name="T71" fmla="*/ 552 h 642"/>
                <a:gd name="T72" fmla="*/ 342 w 474"/>
                <a:gd name="T73" fmla="*/ 510 h 642"/>
                <a:gd name="T74" fmla="*/ 354 w 474"/>
                <a:gd name="T75" fmla="*/ 462 h 642"/>
                <a:gd name="T76" fmla="*/ 360 w 474"/>
                <a:gd name="T77" fmla="*/ 414 h 642"/>
                <a:gd name="T78" fmla="*/ 372 w 474"/>
                <a:gd name="T79" fmla="*/ 354 h 642"/>
                <a:gd name="T80" fmla="*/ 378 w 474"/>
                <a:gd name="T81" fmla="*/ 300 h 642"/>
                <a:gd name="T82" fmla="*/ 390 w 474"/>
                <a:gd name="T83" fmla="*/ 240 h 642"/>
                <a:gd name="T84" fmla="*/ 396 w 474"/>
                <a:gd name="T85" fmla="*/ 186 h 642"/>
                <a:gd name="T86" fmla="*/ 408 w 474"/>
                <a:gd name="T87" fmla="*/ 138 h 642"/>
                <a:gd name="T88" fmla="*/ 414 w 474"/>
                <a:gd name="T89" fmla="*/ 90 h 642"/>
                <a:gd name="T90" fmla="*/ 426 w 474"/>
                <a:gd name="T91" fmla="*/ 54 h 642"/>
                <a:gd name="T92" fmla="*/ 438 w 474"/>
                <a:gd name="T93" fmla="*/ 24 h 642"/>
                <a:gd name="T94" fmla="*/ 444 w 474"/>
                <a:gd name="T95" fmla="*/ 6 h 642"/>
                <a:gd name="T96" fmla="*/ 456 w 474"/>
                <a:gd name="T97" fmla="*/ 0 h 642"/>
                <a:gd name="T98" fmla="*/ 462 w 474"/>
                <a:gd name="T99" fmla="*/ 6 h 642"/>
                <a:gd name="T100" fmla="*/ 474 w 474"/>
                <a:gd name="T101" fmla="*/ 18 h 6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74" h="642">
                  <a:moveTo>
                    <a:pt x="0" y="540"/>
                  </a:moveTo>
                  <a:lnTo>
                    <a:pt x="0" y="546"/>
                  </a:lnTo>
                  <a:lnTo>
                    <a:pt x="6" y="546"/>
                  </a:lnTo>
                  <a:lnTo>
                    <a:pt x="6" y="552"/>
                  </a:lnTo>
                  <a:lnTo>
                    <a:pt x="12" y="552"/>
                  </a:lnTo>
                  <a:lnTo>
                    <a:pt x="12" y="558"/>
                  </a:lnTo>
                  <a:lnTo>
                    <a:pt x="18" y="558"/>
                  </a:lnTo>
                  <a:lnTo>
                    <a:pt x="18" y="564"/>
                  </a:lnTo>
                  <a:lnTo>
                    <a:pt x="24" y="564"/>
                  </a:lnTo>
                  <a:lnTo>
                    <a:pt x="30" y="570"/>
                  </a:lnTo>
                  <a:lnTo>
                    <a:pt x="36" y="570"/>
                  </a:lnTo>
                  <a:lnTo>
                    <a:pt x="36" y="576"/>
                  </a:lnTo>
                  <a:lnTo>
                    <a:pt x="42" y="576"/>
                  </a:lnTo>
                  <a:lnTo>
                    <a:pt x="48" y="576"/>
                  </a:lnTo>
                  <a:lnTo>
                    <a:pt x="54" y="576"/>
                  </a:lnTo>
                  <a:lnTo>
                    <a:pt x="60" y="576"/>
                  </a:lnTo>
                  <a:lnTo>
                    <a:pt x="66" y="576"/>
                  </a:lnTo>
                  <a:lnTo>
                    <a:pt x="66" y="570"/>
                  </a:lnTo>
                  <a:lnTo>
                    <a:pt x="72" y="570"/>
                  </a:lnTo>
                  <a:lnTo>
                    <a:pt x="72" y="564"/>
                  </a:lnTo>
                  <a:lnTo>
                    <a:pt x="78" y="564"/>
                  </a:lnTo>
                  <a:lnTo>
                    <a:pt x="78" y="558"/>
                  </a:lnTo>
                  <a:lnTo>
                    <a:pt x="84" y="558"/>
                  </a:lnTo>
                  <a:lnTo>
                    <a:pt x="84" y="552"/>
                  </a:lnTo>
                  <a:lnTo>
                    <a:pt x="90" y="552"/>
                  </a:lnTo>
                  <a:lnTo>
                    <a:pt x="90" y="546"/>
                  </a:lnTo>
                  <a:lnTo>
                    <a:pt x="96" y="546"/>
                  </a:lnTo>
                  <a:lnTo>
                    <a:pt x="96" y="540"/>
                  </a:lnTo>
                  <a:lnTo>
                    <a:pt x="102" y="534"/>
                  </a:lnTo>
                  <a:lnTo>
                    <a:pt x="102" y="528"/>
                  </a:lnTo>
                  <a:lnTo>
                    <a:pt x="108" y="528"/>
                  </a:lnTo>
                  <a:lnTo>
                    <a:pt x="108" y="522"/>
                  </a:lnTo>
                  <a:lnTo>
                    <a:pt x="114" y="516"/>
                  </a:lnTo>
                  <a:lnTo>
                    <a:pt x="114" y="510"/>
                  </a:lnTo>
                  <a:lnTo>
                    <a:pt x="120" y="510"/>
                  </a:lnTo>
                  <a:lnTo>
                    <a:pt x="120" y="504"/>
                  </a:lnTo>
                  <a:lnTo>
                    <a:pt x="126" y="504"/>
                  </a:lnTo>
                  <a:lnTo>
                    <a:pt x="126" y="498"/>
                  </a:lnTo>
                  <a:lnTo>
                    <a:pt x="126" y="492"/>
                  </a:lnTo>
                  <a:lnTo>
                    <a:pt x="132" y="492"/>
                  </a:lnTo>
                  <a:lnTo>
                    <a:pt x="132" y="486"/>
                  </a:lnTo>
                  <a:lnTo>
                    <a:pt x="138" y="480"/>
                  </a:lnTo>
                  <a:lnTo>
                    <a:pt x="144" y="474"/>
                  </a:lnTo>
                  <a:lnTo>
                    <a:pt x="150" y="468"/>
                  </a:lnTo>
                  <a:lnTo>
                    <a:pt x="156" y="462"/>
                  </a:lnTo>
                  <a:lnTo>
                    <a:pt x="162" y="462"/>
                  </a:lnTo>
                  <a:lnTo>
                    <a:pt x="168" y="462"/>
                  </a:lnTo>
                  <a:lnTo>
                    <a:pt x="174" y="462"/>
                  </a:lnTo>
                  <a:lnTo>
                    <a:pt x="180" y="462"/>
                  </a:lnTo>
                  <a:lnTo>
                    <a:pt x="180" y="468"/>
                  </a:lnTo>
                  <a:lnTo>
                    <a:pt x="186" y="468"/>
                  </a:lnTo>
                  <a:lnTo>
                    <a:pt x="192" y="474"/>
                  </a:lnTo>
                  <a:lnTo>
                    <a:pt x="198" y="480"/>
                  </a:lnTo>
                  <a:lnTo>
                    <a:pt x="198" y="486"/>
                  </a:lnTo>
                  <a:lnTo>
                    <a:pt x="204" y="486"/>
                  </a:lnTo>
                  <a:lnTo>
                    <a:pt x="204" y="492"/>
                  </a:lnTo>
                  <a:lnTo>
                    <a:pt x="204" y="498"/>
                  </a:lnTo>
                  <a:lnTo>
                    <a:pt x="210" y="498"/>
                  </a:lnTo>
                  <a:lnTo>
                    <a:pt x="210" y="504"/>
                  </a:lnTo>
                  <a:lnTo>
                    <a:pt x="216" y="510"/>
                  </a:lnTo>
                  <a:lnTo>
                    <a:pt x="216" y="516"/>
                  </a:lnTo>
                  <a:lnTo>
                    <a:pt x="222" y="522"/>
                  </a:lnTo>
                  <a:lnTo>
                    <a:pt x="222" y="528"/>
                  </a:lnTo>
                  <a:lnTo>
                    <a:pt x="228" y="534"/>
                  </a:lnTo>
                  <a:lnTo>
                    <a:pt x="228" y="540"/>
                  </a:lnTo>
                  <a:lnTo>
                    <a:pt x="228" y="546"/>
                  </a:lnTo>
                  <a:lnTo>
                    <a:pt x="234" y="552"/>
                  </a:lnTo>
                  <a:lnTo>
                    <a:pt x="234" y="558"/>
                  </a:lnTo>
                  <a:lnTo>
                    <a:pt x="234" y="564"/>
                  </a:lnTo>
                  <a:lnTo>
                    <a:pt x="240" y="564"/>
                  </a:lnTo>
                  <a:lnTo>
                    <a:pt x="240" y="570"/>
                  </a:lnTo>
                  <a:lnTo>
                    <a:pt x="240" y="576"/>
                  </a:lnTo>
                  <a:lnTo>
                    <a:pt x="246" y="582"/>
                  </a:lnTo>
                  <a:lnTo>
                    <a:pt x="246" y="588"/>
                  </a:lnTo>
                  <a:lnTo>
                    <a:pt x="252" y="594"/>
                  </a:lnTo>
                  <a:lnTo>
                    <a:pt x="252" y="600"/>
                  </a:lnTo>
                  <a:lnTo>
                    <a:pt x="258" y="606"/>
                  </a:lnTo>
                  <a:lnTo>
                    <a:pt x="258" y="612"/>
                  </a:lnTo>
                  <a:lnTo>
                    <a:pt x="264" y="618"/>
                  </a:lnTo>
                  <a:lnTo>
                    <a:pt x="264" y="624"/>
                  </a:lnTo>
                  <a:lnTo>
                    <a:pt x="270" y="624"/>
                  </a:lnTo>
                  <a:lnTo>
                    <a:pt x="270" y="630"/>
                  </a:lnTo>
                  <a:lnTo>
                    <a:pt x="276" y="636"/>
                  </a:lnTo>
                  <a:lnTo>
                    <a:pt x="282" y="642"/>
                  </a:lnTo>
                  <a:lnTo>
                    <a:pt x="288" y="642"/>
                  </a:lnTo>
                  <a:lnTo>
                    <a:pt x="294" y="642"/>
                  </a:lnTo>
                  <a:lnTo>
                    <a:pt x="300" y="642"/>
                  </a:lnTo>
                  <a:lnTo>
                    <a:pt x="300" y="636"/>
                  </a:lnTo>
                  <a:lnTo>
                    <a:pt x="306" y="636"/>
                  </a:lnTo>
                  <a:lnTo>
                    <a:pt x="306" y="630"/>
                  </a:lnTo>
                  <a:lnTo>
                    <a:pt x="312" y="624"/>
                  </a:lnTo>
                  <a:lnTo>
                    <a:pt x="312" y="618"/>
                  </a:lnTo>
                  <a:lnTo>
                    <a:pt x="312" y="612"/>
                  </a:lnTo>
                  <a:lnTo>
                    <a:pt x="318" y="606"/>
                  </a:lnTo>
                  <a:lnTo>
                    <a:pt x="318" y="600"/>
                  </a:lnTo>
                  <a:lnTo>
                    <a:pt x="324" y="594"/>
                  </a:lnTo>
                  <a:lnTo>
                    <a:pt x="324" y="588"/>
                  </a:lnTo>
                  <a:lnTo>
                    <a:pt x="324" y="582"/>
                  </a:lnTo>
                  <a:lnTo>
                    <a:pt x="330" y="576"/>
                  </a:lnTo>
                  <a:lnTo>
                    <a:pt x="330" y="570"/>
                  </a:lnTo>
                  <a:lnTo>
                    <a:pt x="330" y="558"/>
                  </a:lnTo>
                  <a:lnTo>
                    <a:pt x="336" y="552"/>
                  </a:lnTo>
                  <a:lnTo>
                    <a:pt x="336" y="546"/>
                  </a:lnTo>
                  <a:lnTo>
                    <a:pt x="336" y="540"/>
                  </a:lnTo>
                  <a:lnTo>
                    <a:pt x="336" y="528"/>
                  </a:lnTo>
                  <a:lnTo>
                    <a:pt x="342" y="522"/>
                  </a:lnTo>
                  <a:lnTo>
                    <a:pt x="342" y="510"/>
                  </a:lnTo>
                  <a:lnTo>
                    <a:pt x="342" y="504"/>
                  </a:lnTo>
                  <a:lnTo>
                    <a:pt x="348" y="492"/>
                  </a:lnTo>
                  <a:lnTo>
                    <a:pt x="348" y="486"/>
                  </a:lnTo>
                  <a:lnTo>
                    <a:pt x="348" y="474"/>
                  </a:lnTo>
                  <a:lnTo>
                    <a:pt x="354" y="462"/>
                  </a:lnTo>
                  <a:lnTo>
                    <a:pt x="354" y="456"/>
                  </a:lnTo>
                  <a:lnTo>
                    <a:pt x="354" y="444"/>
                  </a:lnTo>
                  <a:lnTo>
                    <a:pt x="360" y="432"/>
                  </a:lnTo>
                  <a:lnTo>
                    <a:pt x="360" y="426"/>
                  </a:lnTo>
                  <a:lnTo>
                    <a:pt x="360" y="414"/>
                  </a:lnTo>
                  <a:lnTo>
                    <a:pt x="366" y="402"/>
                  </a:lnTo>
                  <a:lnTo>
                    <a:pt x="366" y="390"/>
                  </a:lnTo>
                  <a:lnTo>
                    <a:pt x="366" y="378"/>
                  </a:lnTo>
                  <a:lnTo>
                    <a:pt x="366" y="366"/>
                  </a:lnTo>
                  <a:lnTo>
                    <a:pt x="372" y="354"/>
                  </a:lnTo>
                  <a:lnTo>
                    <a:pt x="372" y="348"/>
                  </a:lnTo>
                  <a:lnTo>
                    <a:pt x="372" y="336"/>
                  </a:lnTo>
                  <a:lnTo>
                    <a:pt x="378" y="324"/>
                  </a:lnTo>
                  <a:lnTo>
                    <a:pt x="378" y="312"/>
                  </a:lnTo>
                  <a:lnTo>
                    <a:pt x="378" y="300"/>
                  </a:lnTo>
                  <a:lnTo>
                    <a:pt x="384" y="288"/>
                  </a:lnTo>
                  <a:lnTo>
                    <a:pt x="384" y="276"/>
                  </a:lnTo>
                  <a:lnTo>
                    <a:pt x="384" y="264"/>
                  </a:lnTo>
                  <a:lnTo>
                    <a:pt x="390" y="252"/>
                  </a:lnTo>
                  <a:lnTo>
                    <a:pt x="390" y="240"/>
                  </a:lnTo>
                  <a:lnTo>
                    <a:pt x="390" y="234"/>
                  </a:lnTo>
                  <a:lnTo>
                    <a:pt x="390" y="222"/>
                  </a:lnTo>
                  <a:lnTo>
                    <a:pt x="396" y="210"/>
                  </a:lnTo>
                  <a:lnTo>
                    <a:pt x="396" y="198"/>
                  </a:lnTo>
                  <a:lnTo>
                    <a:pt x="396" y="186"/>
                  </a:lnTo>
                  <a:lnTo>
                    <a:pt x="402" y="174"/>
                  </a:lnTo>
                  <a:lnTo>
                    <a:pt x="402" y="168"/>
                  </a:lnTo>
                  <a:lnTo>
                    <a:pt x="402" y="156"/>
                  </a:lnTo>
                  <a:lnTo>
                    <a:pt x="408" y="144"/>
                  </a:lnTo>
                  <a:lnTo>
                    <a:pt x="408" y="138"/>
                  </a:lnTo>
                  <a:lnTo>
                    <a:pt x="408" y="126"/>
                  </a:lnTo>
                  <a:lnTo>
                    <a:pt x="414" y="120"/>
                  </a:lnTo>
                  <a:lnTo>
                    <a:pt x="414" y="108"/>
                  </a:lnTo>
                  <a:lnTo>
                    <a:pt x="414" y="102"/>
                  </a:lnTo>
                  <a:lnTo>
                    <a:pt x="414" y="90"/>
                  </a:lnTo>
                  <a:lnTo>
                    <a:pt x="420" y="84"/>
                  </a:lnTo>
                  <a:lnTo>
                    <a:pt x="420" y="78"/>
                  </a:lnTo>
                  <a:lnTo>
                    <a:pt x="420" y="66"/>
                  </a:lnTo>
                  <a:lnTo>
                    <a:pt x="426" y="60"/>
                  </a:lnTo>
                  <a:lnTo>
                    <a:pt x="426" y="54"/>
                  </a:lnTo>
                  <a:lnTo>
                    <a:pt x="426" y="48"/>
                  </a:lnTo>
                  <a:lnTo>
                    <a:pt x="432" y="42"/>
                  </a:lnTo>
                  <a:lnTo>
                    <a:pt x="432" y="36"/>
                  </a:lnTo>
                  <a:lnTo>
                    <a:pt x="432" y="30"/>
                  </a:lnTo>
                  <a:lnTo>
                    <a:pt x="438" y="24"/>
                  </a:lnTo>
                  <a:lnTo>
                    <a:pt x="438" y="18"/>
                  </a:lnTo>
                  <a:lnTo>
                    <a:pt x="444" y="12"/>
                  </a:lnTo>
                  <a:lnTo>
                    <a:pt x="444" y="6"/>
                  </a:lnTo>
                  <a:lnTo>
                    <a:pt x="450" y="6"/>
                  </a:lnTo>
                  <a:lnTo>
                    <a:pt x="450" y="0"/>
                  </a:lnTo>
                  <a:lnTo>
                    <a:pt x="456" y="0"/>
                  </a:lnTo>
                  <a:lnTo>
                    <a:pt x="462" y="0"/>
                  </a:lnTo>
                  <a:lnTo>
                    <a:pt x="462" y="6"/>
                  </a:lnTo>
                  <a:lnTo>
                    <a:pt x="468" y="6"/>
                  </a:lnTo>
                  <a:lnTo>
                    <a:pt x="468" y="12"/>
                  </a:lnTo>
                  <a:lnTo>
                    <a:pt x="474" y="18"/>
                  </a:lnTo>
                  <a:lnTo>
                    <a:pt x="474" y="24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Freeform 66">
              <a:extLst>
                <a:ext uri="{FF2B5EF4-FFF2-40B4-BE49-F238E27FC236}">
                  <a16:creationId xmlns:a16="http://schemas.microsoft.com/office/drawing/2014/main" id="{DFB301DD-A8EA-F11E-3B5E-AE02451D8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899"/>
              <a:ext cx="474" cy="618"/>
            </a:xfrm>
            <a:custGeom>
              <a:avLst/>
              <a:gdLst>
                <a:gd name="T0" fmla="*/ 6 w 474"/>
                <a:gd name="T1" fmla="*/ 18 h 618"/>
                <a:gd name="T2" fmla="*/ 18 w 474"/>
                <a:gd name="T3" fmla="*/ 54 h 618"/>
                <a:gd name="T4" fmla="*/ 24 w 474"/>
                <a:gd name="T5" fmla="*/ 96 h 618"/>
                <a:gd name="T6" fmla="*/ 36 w 474"/>
                <a:gd name="T7" fmla="*/ 144 h 618"/>
                <a:gd name="T8" fmla="*/ 48 w 474"/>
                <a:gd name="T9" fmla="*/ 198 h 618"/>
                <a:gd name="T10" fmla="*/ 54 w 474"/>
                <a:gd name="T11" fmla="*/ 252 h 618"/>
                <a:gd name="T12" fmla="*/ 66 w 474"/>
                <a:gd name="T13" fmla="*/ 312 h 618"/>
                <a:gd name="T14" fmla="*/ 72 w 474"/>
                <a:gd name="T15" fmla="*/ 366 h 618"/>
                <a:gd name="T16" fmla="*/ 84 w 474"/>
                <a:gd name="T17" fmla="*/ 420 h 618"/>
                <a:gd name="T18" fmla="*/ 90 w 474"/>
                <a:gd name="T19" fmla="*/ 468 h 618"/>
                <a:gd name="T20" fmla="*/ 102 w 474"/>
                <a:gd name="T21" fmla="*/ 516 h 618"/>
                <a:gd name="T22" fmla="*/ 108 w 474"/>
                <a:gd name="T23" fmla="*/ 552 h 618"/>
                <a:gd name="T24" fmla="*/ 120 w 474"/>
                <a:gd name="T25" fmla="*/ 582 h 618"/>
                <a:gd name="T26" fmla="*/ 126 w 474"/>
                <a:gd name="T27" fmla="*/ 600 h 618"/>
                <a:gd name="T28" fmla="*/ 138 w 474"/>
                <a:gd name="T29" fmla="*/ 612 h 618"/>
                <a:gd name="T30" fmla="*/ 150 w 474"/>
                <a:gd name="T31" fmla="*/ 618 h 618"/>
                <a:gd name="T32" fmla="*/ 156 w 474"/>
                <a:gd name="T33" fmla="*/ 618 h 618"/>
                <a:gd name="T34" fmla="*/ 168 w 474"/>
                <a:gd name="T35" fmla="*/ 606 h 618"/>
                <a:gd name="T36" fmla="*/ 174 w 474"/>
                <a:gd name="T37" fmla="*/ 594 h 618"/>
                <a:gd name="T38" fmla="*/ 186 w 474"/>
                <a:gd name="T39" fmla="*/ 576 h 618"/>
                <a:gd name="T40" fmla="*/ 192 w 474"/>
                <a:gd name="T41" fmla="*/ 558 h 618"/>
                <a:gd name="T42" fmla="*/ 204 w 474"/>
                <a:gd name="T43" fmla="*/ 534 h 618"/>
                <a:gd name="T44" fmla="*/ 210 w 474"/>
                <a:gd name="T45" fmla="*/ 510 h 618"/>
                <a:gd name="T46" fmla="*/ 222 w 474"/>
                <a:gd name="T47" fmla="*/ 492 h 618"/>
                <a:gd name="T48" fmla="*/ 234 w 474"/>
                <a:gd name="T49" fmla="*/ 474 h 618"/>
                <a:gd name="T50" fmla="*/ 240 w 474"/>
                <a:gd name="T51" fmla="*/ 456 h 618"/>
                <a:gd name="T52" fmla="*/ 252 w 474"/>
                <a:gd name="T53" fmla="*/ 444 h 618"/>
                <a:gd name="T54" fmla="*/ 258 w 474"/>
                <a:gd name="T55" fmla="*/ 438 h 618"/>
                <a:gd name="T56" fmla="*/ 270 w 474"/>
                <a:gd name="T57" fmla="*/ 438 h 618"/>
                <a:gd name="T58" fmla="*/ 276 w 474"/>
                <a:gd name="T59" fmla="*/ 438 h 618"/>
                <a:gd name="T60" fmla="*/ 288 w 474"/>
                <a:gd name="T61" fmla="*/ 444 h 618"/>
                <a:gd name="T62" fmla="*/ 294 w 474"/>
                <a:gd name="T63" fmla="*/ 450 h 618"/>
                <a:gd name="T64" fmla="*/ 306 w 474"/>
                <a:gd name="T65" fmla="*/ 462 h 618"/>
                <a:gd name="T66" fmla="*/ 312 w 474"/>
                <a:gd name="T67" fmla="*/ 480 h 618"/>
                <a:gd name="T68" fmla="*/ 324 w 474"/>
                <a:gd name="T69" fmla="*/ 492 h 618"/>
                <a:gd name="T70" fmla="*/ 336 w 474"/>
                <a:gd name="T71" fmla="*/ 504 h 618"/>
                <a:gd name="T72" fmla="*/ 342 w 474"/>
                <a:gd name="T73" fmla="*/ 516 h 618"/>
                <a:gd name="T74" fmla="*/ 354 w 474"/>
                <a:gd name="T75" fmla="*/ 528 h 618"/>
                <a:gd name="T76" fmla="*/ 360 w 474"/>
                <a:gd name="T77" fmla="*/ 540 h 618"/>
                <a:gd name="T78" fmla="*/ 372 w 474"/>
                <a:gd name="T79" fmla="*/ 546 h 618"/>
                <a:gd name="T80" fmla="*/ 378 w 474"/>
                <a:gd name="T81" fmla="*/ 552 h 618"/>
                <a:gd name="T82" fmla="*/ 390 w 474"/>
                <a:gd name="T83" fmla="*/ 552 h 618"/>
                <a:gd name="T84" fmla="*/ 396 w 474"/>
                <a:gd name="T85" fmla="*/ 552 h 618"/>
                <a:gd name="T86" fmla="*/ 408 w 474"/>
                <a:gd name="T87" fmla="*/ 546 h 618"/>
                <a:gd name="T88" fmla="*/ 420 w 474"/>
                <a:gd name="T89" fmla="*/ 540 h 618"/>
                <a:gd name="T90" fmla="*/ 426 w 474"/>
                <a:gd name="T91" fmla="*/ 528 h 618"/>
                <a:gd name="T92" fmla="*/ 438 w 474"/>
                <a:gd name="T93" fmla="*/ 522 h 618"/>
                <a:gd name="T94" fmla="*/ 444 w 474"/>
                <a:gd name="T95" fmla="*/ 510 h 618"/>
                <a:gd name="T96" fmla="*/ 456 w 474"/>
                <a:gd name="T97" fmla="*/ 498 h 618"/>
                <a:gd name="T98" fmla="*/ 462 w 474"/>
                <a:gd name="T99" fmla="*/ 486 h 618"/>
                <a:gd name="T100" fmla="*/ 474 w 474"/>
                <a:gd name="T101" fmla="*/ 480 h 61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74" h="618">
                  <a:moveTo>
                    <a:pt x="0" y="0"/>
                  </a:moveTo>
                  <a:lnTo>
                    <a:pt x="0" y="0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54"/>
                  </a:lnTo>
                  <a:lnTo>
                    <a:pt x="18" y="60"/>
                  </a:lnTo>
                  <a:lnTo>
                    <a:pt x="24" y="66"/>
                  </a:lnTo>
                  <a:lnTo>
                    <a:pt x="24" y="78"/>
                  </a:lnTo>
                  <a:lnTo>
                    <a:pt x="24" y="84"/>
                  </a:lnTo>
                  <a:lnTo>
                    <a:pt x="24" y="96"/>
                  </a:lnTo>
                  <a:lnTo>
                    <a:pt x="30" y="102"/>
                  </a:lnTo>
                  <a:lnTo>
                    <a:pt x="30" y="114"/>
                  </a:lnTo>
                  <a:lnTo>
                    <a:pt x="30" y="120"/>
                  </a:lnTo>
                  <a:lnTo>
                    <a:pt x="36" y="132"/>
                  </a:lnTo>
                  <a:lnTo>
                    <a:pt x="36" y="144"/>
                  </a:lnTo>
                  <a:lnTo>
                    <a:pt x="36" y="150"/>
                  </a:lnTo>
                  <a:lnTo>
                    <a:pt x="42" y="162"/>
                  </a:lnTo>
                  <a:lnTo>
                    <a:pt x="42" y="174"/>
                  </a:lnTo>
                  <a:lnTo>
                    <a:pt x="42" y="186"/>
                  </a:lnTo>
                  <a:lnTo>
                    <a:pt x="48" y="198"/>
                  </a:lnTo>
                  <a:lnTo>
                    <a:pt x="48" y="210"/>
                  </a:lnTo>
                  <a:lnTo>
                    <a:pt x="48" y="216"/>
                  </a:lnTo>
                  <a:lnTo>
                    <a:pt x="48" y="228"/>
                  </a:lnTo>
                  <a:lnTo>
                    <a:pt x="54" y="240"/>
                  </a:lnTo>
                  <a:lnTo>
                    <a:pt x="54" y="252"/>
                  </a:lnTo>
                  <a:lnTo>
                    <a:pt x="54" y="264"/>
                  </a:lnTo>
                  <a:lnTo>
                    <a:pt x="60" y="276"/>
                  </a:lnTo>
                  <a:lnTo>
                    <a:pt x="60" y="288"/>
                  </a:lnTo>
                  <a:lnTo>
                    <a:pt x="60" y="300"/>
                  </a:lnTo>
                  <a:lnTo>
                    <a:pt x="66" y="312"/>
                  </a:lnTo>
                  <a:lnTo>
                    <a:pt x="66" y="324"/>
                  </a:lnTo>
                  <a:lnTo>
                    <a:pt x="66" y="330"/>
                  </a:lnTo>
                  <a:lnTo>
                    <a:pt x="72" y="342"/>
                  </a:lnTo>
                  <a:lnTo>
                    <a:pt x="72" y="354"/>
                  </a:lnTo>
                  <a:lnTo>
                    <a:pt x="72" y="366"/>
                  </a:lnTo>
                  <a:lnTo>
                    <a:pt x="78" y="378"/>
                  </a:lnTo>
                  <a:lnTo>
                    <a:pt x="78" y="390"/>
                  </a:lnTo>
                  <a:lnTo>
                    <a:pt x="78" y="402"/>
                  </a:lnTo>
                  <a:lnTo>
                    <a:pt x="78" y="408"/>
                  </a:lnTo>
                  <a:lnTo>
                    <a:pt x="84" y="420"/>
                  </a:lnTo>
                  <a:lnTo>
                    <a:pt x="84" y="432"/>
                  </a:lnTo>
                  <a:lnTo>
                    <a:pt x="84" y="438"/>
                  </a:lnTo>
                  <a:lnTo>
                    <a:pt x="90" y="450"/>
                  </a:lnTo>
                  <a:lnTo>
                    <a:pt x="90" y="462"/>
                  </a:lnTo>
                  <a:lnTo>
                    <a:pt x="90" y="468"/>
                  </a:lnTo>
                  <a:lnTo>
                    <a:pt x="96" y="480"/>
                  </a:lnTo>
                  <a:lnTo>
                    <a:pt x="96" y="486"/>
                  </a:lnTo>
                  <a:lnTo>
                    <a:pt x="96" y="498"/>
                  </a:lnTo>
                  <a:lnTo>
                    <a:pt x="102" y="504"/>
                  </a:lnTo>
                  <a:lnTo>
                    <a:pt x="102" y="516"/>
                  </a:lnTo>
                  <a:lnTo>
                    <a:pt x="102" y="522"/>
                  </a:lnTo>
                  <a:lnTo>
                    <a:pt x="102" y="528"/>
                  </a:lnTo>
                  <a:lnTo>
                    <a:pt x="108" y="534"/>
                  </a:lnTo>
                  <a:lnTo>
                    <a:pt x="108" y="546"/>
                  </a:lnTo>
                  <a:lnTo>
                    <a:pt x="108" y="552"/>
                  </a:lnTo>
                  <a:lnTo>
                    <a:pt x="114" y="558"/>
                  </a:lnTo>
                  <a:lnTo>
                    <a:pt x="114" y="564"/>
                  </a:lnTo>
                  <a:lnTo>
                    <a:pt x="114" y="570"/>
                  </a:lnTo>
                  <a:lnTo>
                    <a:pt x="120" y="576"/>
                  </a:lnTo>
                  <a:lnTo>
                    <a:pt x="120" y="582"/>
                  </a:lnTo>
                  <a:lnTo>
                    <a:pt x="126" y="588"/>
                  </a:lnTo>
                  <a:lnTo>
                    <a:pt x="126" y="594"/>
                  </a:lnTo>
                  <a:lnTo>
                    <a:pt x="126" y="600"/>
                  </a:lnTo>
                  <a:lnTo>
                    <a:pt x="132" y="606"/>
                  </a:lnTo>
                  <a:lnTo>
                    <a:pt x="132" y="612"/>
                  </a:lnTo>
                  <a:lnTo>
                    <a:pt x="138" y="612"/>
                  </a:lnTo>
                  <a:lnTo>
                    <a:pt x="138" y="618"/>
                  </a:lnTo>
                  <a:lnTo>
                    <a:pt x="144" y="618"/>
                  </a:lnTo>
                  <a:lnTo>
                    <a:pt x="150" y="618"/>
                  </a:lnTo>
                  <a:lnTo>
                    <a:pt x="156" y="618"/>
                  </a:lnTo>
                  <a:lnTo>
                    <a:pt x="162" y="612"/>
                  </a:lnTo>
                  <a:lnTo>
                    <a:pt x="168" y="606"/>
                  </a:lnTo>
                  <a:lnTo>
                    <a:pt x="168" y="600"/>
                  </a:lnTo>
                  <a:lnTo>
                    <a:pt x="174" y="600"/>
                  </a:lnTo>
                  <a:lnTo>
                    <a:pt x="174" y="594"/>
                  </a:lnTo>
                  <a:lnTo>
                    <a:pt x="180" y="588"/>
                  </a:lnTo>
                  <a:lnTo>
                    <a:pt x="180" y="582"/>
                  </a:lnTo>
                  <a:lnTo>
                    <a:pt x="186" y="576"/>
                  </a:lnTo>
                  <a:lnTo>
                    <a:pt x="186" y="570"/>
                  </a:lnTo>
                  <a:lnTo>
                    <a:pt x="192" y="564"/>
                  </a:lnTo>
                  <a:lnTo>
                    <a:pt x="192" y="558"/>
                  </a:lnTo>
                  <a:lnTo>
                    <a:pt x="198" y="552"/>
                  </a:lnTo>
                  <a:lnTo>
                    <a:pt x="198" y="546"/>
                  </a:lnTo>
                  <a:lnTo>
                    <a:pt x="198" y="540"/>
                  </a:lnTo>
                  <a:lnTo>
                    <a:pt x="204" y="540"/>
                  </a:lnTo>
                  <a:lnTo>
                    <a:pt x="204" y="534"/>
                  </a:lnTo>
                  <a:lnTo>
                    <a:pt x="204" y="528"/>
                  </a:lnTo>
                  <a:lnTo>
                    <a:pt x="210" y="522"/>
                  </a:lnTo>
                  <a:lnTo>
                    <a:pt x="210" y="516"/>
                  </a:lnTo>
                  <a:lnTo>
                    <a:pt x="210" y="510"/>
                  </a:lnTo>
                  <a:lnTo>
                    <a:pt x="216" y="504"/>
                  </a:lnTo>
                  <a:lnTo>
                    <a:pt x="216" y="498"/>
                  </a:lnTo>
                  <a:lnTo>
                    <a:pt x="222" y="492"/>
                  </a:lnTo>
                  <a:lnTo>
                    <a:pt x="222" y="486"/>
                  </a:lnTo>
                  <a:lnTo>
                    <a:pt x="228" y="480"/>
                  </a:lnTo>
                  <a:lnTo>
                    <a:pt x="228" y="474"/>
                  </a:lnTo>
                  <a:lnTo>
                    <a:pt x="234" y="474"/>
                  </a:lnTo>
                  <a:lnTo>
                    <a:pt x="234" y="468"/>
                  </a:lnTo>
                  <a:lnTo>
                    <a:pt x="234" y="462"/>
                  </a:lnTo>
                  <a:lnTo>
                    <a:pt x="240" y="462"/>
                  </a:lnTo>
                  <a:lnTo>
                    <a:pt x="240" y="456"/>
                  </a:lnTo>
                  <a:lnTo>
                    <a:pt x="246" y="450"/>
                  </a:lnTo>
                  <a:lnTo>
                    <a:pt x="252" y="444"/>
                  </a:lnTo>
                  <a:lnTo>
                    <a:pt x="258" y="444"/>
                  </a:lnTo>
                  <a:lnTo>
                    <a:pt x="258" y="438"/>
                  </a:lnTo>
                  <a:lnTo>
                    <a:pt x="264" y="438"/>
                  </a:lnTo>
                  <a:lnTo>
                    <a:pt x="270" y="438"/>
                  </a:lnTo>
                  <a:lnTo>
                    <a:pt x="276" y="438"/>
                  </a:lnTo>
                  <a:lnTo>
                    <a:pt x="282" y="438"/>
                  </a:lnTo>
                  <a:lnTo>
                    <a:pt x="288" y="444"/>
                  </a:lnTo>
                  <a:lnTo>
                    <a:pt x="294" y="450"/>
                  </a:lnTo>
                  <a:lnTo>
                    <a:pt x="300" y="456"/>
                  </a:lnTo>
                  <a:lnTo>
                    <a:pt x="306" y="462"/>
                  </a:lnTo>
                  <a:lnTo>
                    <a:pt x="306" y="468"/>
                  </a:lnTo>
                  <a:lnTo>
                    <a:pt x="312" y="468"/>
                  </a:lnTo>
                  <a:lnTo>
                    <a:pt x="312" y="474"/>
                  </a:lnTo>
                  <a:lnTo>
                    <a:pt x="312" y="480"/>
                  </a:lnTo>
                  <a:lnTo>
                    <a:pt x="318" y="480"/>
                  </a:lnTo>
                  <a:lnTo>
                    <a:pt x="318" y="486"/>
                  </a:lnTo>
                  <a:lnTo>
                    <a:pt x="324" y="486"/>
                  </a:lnTo>
                  <a:lnTo>
                    <a:pt x="324" y="492"/>
                  </a:lnTo>
                  <a:lnTo>
                    <a:pt x="330" y="498"/>
                  </a:lnTo>
                  <a:lnTo>
                    <a:pt x="330" y="504"/>
                  </a:lnTo>
                  <a:lnTo>
                    <a:pt x="336" y="504"/>
                  </a:lnTo>
                  <a:lnTo>
                    <a:pt x="336" y="510"/>
                  </a:lnTo>
                  <a:lnTo>
                    <a:pt x="342" y="516"/>
                  </a:lnTo>
                  <a:lnTo>
                    <a:pt x="342" y="522"/>
                  </a:lnTo>
                  <a:lnTo>
                    <a:pt x="348" y="522"/>
                  </a:lnTo>
                  <a:lnTo>
                    <a:pt x="348" y="528"/>
                  </a:lnTo>
                  <a:lnTo>
                    <a:pt x="354" y="528"/>
                  </a:lnTo>
                  <a:lnTo>
                    <a:pt x="354" y="534"/>
                  </a:lnTo>
                  <a:lnTo>
                    <a:pt x="360" y="534"/>
                  </a:lnTo>
                  <a:lnTo>
                    <a:pt x="360" y="540"/>
                  </a:lnTo>
                  <a:lnTo>
                    <a:pt x="366" y="540"/>
                  </a:lnTo>
                  <a:lnTo>
                    <a:pt x="366" y="546"/>
                  </a:lnTo>
                  <a:lnTo>
                    <a:pt x="372" y="546"/>
                  </a:lnTo>
                  <a:lnTo>
                    <a:pt x="372" y="552"/>
                  </a:lnTo>
                  <a:lnTo>
                    <a:pt x="378" y="552"/>
                  </a:lnTo>
                  <a:lnTo>
                    <a:pt x="384" y="552"/>
                  </a:lnTo>
                  <a:lnTo>
                    <a:pt x="390" y="552"/>
                  </a:lnTo>
                  <a:lnTo>
                    <a:pt x="396" y="552"/>
                  </a:lnTo>
                  <a:lnTo>
                    <a:pt x="402" y="552"/>
                  </a:lnTo>
                  <a:lnTo>
                    <a:pt x="402" y="546"/>
                  </a:lnTo>
                  <a:lnTo>
                    <a:pt x="408" y="546"/>
                  </a:lnTo>
                  <a:lnTo>
                    <a:pt x="414" y="540"/>
                  </a:lnTo>
                  <a:lnTo>
                    <a:pt x="420" y="540"/>
                  </a:lnTo>
                  <a:lnTo>
                    <a:pt x="420" y="534"/>
                  </a:lnTo>
                  <a:lnTo>
                    <a:pt x="426" y="534"/>
                  </a:lnTo>
                  <a:lnTo>
                    <a:pt x="426" y="528"/>
                  </a:lnTo>
                  <a:lnTo>
                    <a:pt x="432" y="528"/>
                  </a:lnTo>
                  <a:lnTo>
                    <a:pt x="432" y="522"/>
                  </a:lnTo>
                  <a:lnTo>
                    <a:pt x="438" y="522"/>
                  </a:lnTo>
                  <a:lnTo>
                    <a:pt x="438" y="516"/>
                  </a:lnTo>
                  <a:lnTo>
                    <a:pt x="444" y="516"/>
                  </a:lnTo>
                  <a:lnTo>
                    <a:pt x="444" y="510"/>
                  </a:lnTo>
                  <a:lnTo>
                    <a:pt x="450" y="504"/>
                  </a:lnTo>
                  <a:lnTo>
                    <a:pt x="450" y="498"/>
                  </a:lnTo>
                  <a:lnTo>
                    <a:pt x="456" y="498"/>
                  </a:lnTo>
                  <a:lnTo>
                    <a:pt x="456" y="492"/>
                  </a:lnTo>
                  <a:lnTo>
                    <a:pt x="462" y="492"/>
                  </a:lnTo>
                  <a:lnTo>
                    <a:pt x="462" y="486"/>
                  </a:lnTo>
                  <a:lnTo>
                    <a:pt x="468" y="486"/>
                  </a:lnTo>
                  <a:lnTo>
                    <a:pt x="474" y="48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Freeform 67">
              <a:extLst>
                <a:ext uri="{FF2B5EF4-FFF2-40B4-BE49-F238E27FC236}">
                  <a16:creationId xmlns:a16="http://schemas.microsoft.com/office/drawing/2014/main" id="{2366F543-36BE-2CA7-9D97-5026B004A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2367"/>
              <a:ext cx="438" cy="66"/>
            </a:xfrm>
            <a:custGeom>
              <a:avLst/>
              <a:gdLst>
                <a:gd name="T0" fmla="*/ 6 w 438"/>
                <a:gd name="T1" fmla="*/ 6 h 66"/>
                <a:gd name="T2" fmla="*/ 12 w 438"/>
                <a:gd name="T3" fmla="*/ 0 h 66"/>
                <a:gd name="T4" fmla="*/ 24 w 438"/>
                <a:gd name="T5" fmla="*/ 0 h 66"/>
                <a:gd name="T6" fmla="*/ 30 w 438"/>
                <a:gd name="T7" fmla="*/ 0 h 66"/>
                <a:gd name="T8" fmla="*/ 36 w 438"/>
                <a:gd name="T9" fmla="*/ 0 h 66"/>
                <a:gd name="T10" fmla="*/ 42 w 438"/>
                <a:gd name="T11" fmla="*/ 0 h 66"/>
                <a:gd name="T12" fmla="*/ 54 w 438"/>
                <a:gd name="T13" fmla="*/ 6 h 66"/>
                <a:gd name="T14" fmla="*/ 60 w 438"/>
                <a:gd name="T15" fmla="*/ 6 h 66"/>
                <a:gd name="T16" fmla="*/ 66 w 438"/>
                <a:gd name="T17" fmla="*/ 12 h 66"/>
                <a:gd name="T18" fmla="*/ 72 w 438"/>
                <a:gd name="T19" fmla="*/ 18 h 66"/>
                <a:gd name="T20" fmla="*/ 78 w 438"/>
                <a:gd name="T21" fmla="*/ 24 h 66"/>
                <a:gd name="T22" fmla="*/ 90 w 438"/>
                <a:gd name="T23" fmla="*/ 30 h 66"/>
                <a:gd name="T24" fmla="*/ 96 w 438"/>
                <a:gd name="T25" fmla="*/ 42 h 66"/>
                <a:gd name="T26" fmla="*/ 102 w 438"/>
                <a:gd name="T27" fmla="*/ 48 h 66"/>
                <a:gd name="T28" fmla="*/ 108 w 438"/>
                <a:gd name="T29" fmla="*/ 54 h 66"/>
                <a:gd name="T30" fmla="*/ 120 w 438"/>
                <a:gd name="T31" fmla="*/ 54 h 66"/>
                <a:gd name="T32" fmla="*/ 126 w 438"/>
                <a:gd name="T33" fmla="*/ 60 h 66"/>
                <a:gd name="T34" fmla="*/ 132 w 438"/>
                <a:gd name="T35" fmla="*/ 66 h 66"/>
                <a:gd name="T36" fmla="*/ 138 w 438"/>
                <a:gd name="T37" fmla="*/ 66 h 66"/>
                <a:gd name="T38" fmla="*/ 150 w 438"/>
                <a:gd name="T39" fmla="*/ 66 h 66"/>
                <a:gd name="T40" fmla="*/ 156 w 438"/>
                <a:gd name="T41" fmla="*/ 66 h 66"/>
                <a:gd name="T42" fmla="*/ 162 w 438"/>
                <a:gd name="T43" fmla="*/ 66 h 66"/>
                <a:gd name="T44" fmla="*/ 168 w 438"/>
                <a:gd name="T45" fmla="*/ 60 h 66"/>
                <a:gd name="T46" fmla="*/ 180 w 438"/>
                <a:gd name="T47" fmla="*/ 60 h 66"/>
                <a:gd name="T48" fmla="*/ 186 w 438"/>
                <a:gd name="T49" fmla="*/ 54 h 66"/>
                <a:gd name="T50" fmla="*/ 192 w 438"/>
                <a:gd name="T51" fmla="*/ 48 h 66"/>
                <a:gd name="T52" fmla="*/ 198 w 438"/>
                <a:gd name="T53" fmla="*/ 42 h 66"/>
                <a:gd name="T54" fmla="*/ 210 w 438"/>
                <a:gd name="T55" fmla="*/ 36 h 66"/>
                <a:gd name="T56" fmla="*/ 216 w 438"/>
                <a:gd name="T57" fmla="*/ 30 h 66"/>
                <a:gd name="T58" fmla="*/ 222 w 438"/>
                <a:gd name="T59" fmla="*/ 24 h 66"/>
                <a:gd name="T60" fmla="*/ 228 w 438"/>
                <a:gd name="T61" fmla="*/ 24 h 66"/>
                <a:gd name="T62" fmla="*/ 240 w 438"/>
                <a:gd name="T63" fmla="*/ 18 h 66"/>
                <a:gd name="T64" fmla="*/ 246 w 438"/>
                <a:gd name="T65" fmla="*/ 12 h 66"/>
                <a:gd name="T66" fmla="*/ 252 w 438"/>
                <a:gd name="T67" fmla="*/ 12 h 66"/>
                <a:gd name="T68" fmla="*/ 258 w 438"/>
                <a:gd name="T69" fmla="*/ 12 h 66"/>
                <a:gd name="T70" fmla="*/ 264 w 438"/>
                <a:gd name="T71" fmla="*/ 12 h 66"/>
                <a:gd name="T72" fmla="*/ 276 w 438"/>
                <a:gd name="T73" fmla="*/ 12 h 66"/>
                <a:gd name="T74" fmla="*/ 282 w 438"/>
                <a:gd name="T75" fmla="*/ 12 h 66"/>
                <a:gd name="T76" fmla="*/ 288 w 438"/>
                <a:gd name="T77" fmla="*/ 12 h 66"/>
                <a:gd name="T78" fmla="*/ 294 w 438"/>
                <a:gd name="T79" fmla="*/ 18 h 66"/>
                <a:gd name="T80" fmla="*/ 306 w 438"/>
                <a:gd name="T81" fmla="*/ 24 h 66"/>
                <a:gd name="T82" fmla="*/ 312 w 438"/>
                <a:gd name="T83" fmla="*/ 24 h 66"/>
                <a:gd name="T84" fmla="*/ 318 w 438"/>
                <a:gd name="T85" fmla="*/ 30 h 66"/>
                <a:gd name="T86" fmla="*/ 324 w 438"/>
                <a:gd name="T87" fmla="*/ 36 h 66"/>
                <a:gd name="T88" fmla="*/ 336 w 438"/>
                <a:gd name="T89" fmla="*/ 42 h 66"/>
                <a:gd name="T90" fmla="*/ 342 w 438"/>
                <a:gd name="T91" fmla="*/ 48 h 66"/>
                <a:gd name="T92" fmla="*/ 348 w 438"/>
                <a:gd name="T93" fmla="*/ 48 h 66"/>
                <a:gd name="T94" fmla="*/ 354 w 438"/>
                <a:gd name="T95" fmla="*/ 54 h 66"/>
                <a:gd name="T96" fmla="*/ 366 w 438"/>
                <a:gd name="T97" fmla="*/ 54 h 66"/>
                <a:gd name="T98" fmla="*/ 372 w 438"/>
                <a:gd name="T99" fmla="*/ 60 h 66"/>
                <a:gd name="T100" fmla="*/ 378 w 438"/>
                <a:gd name="T101" fmla="*/ 60 h 66"/>
                <a:gd name="T102" fmla="*/ 384 w 438"/>
                <a:gd name="T103" fmla="*/ 60 h 66"/>
                <a:gd name="T104" fmla="*/ 396 w 438"/>
                <a:gd name="T105" fmla="*/ 60 h 66"/>
                <a:gd name="T106" fmla="*/ 402 w 438"/>
                <a:gd name="T107" fmla="*/ 54 h 66"/>
                <a:gd name="T108" fmla="*/ 408 w 438"/>
                <a:gd name="T109" fmla="*/ 54 h 66"/>
                <a:gd name="T110" fmla="*/ 414 w 438"/>
                <a:gd name="T111" fmla="*/ 48 h 66"/>
                <a:gd name="T112" fmla="*/ 426 w 438"/>
                <a:gd name="T113" fmla="*/ 48 h 66"/>
                <a:gd name="T114" fmla="*/ 432 w 438"/>
                <a:gd name="T115" fmla="*/ 42 h 66"/>
                <a:gd name="T116" fmla="*/ 438 w 438"/>
                <a:gd name="T117" fmla="*/ 36 h 6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38" h="66">
                  <a:moveTo>
                    <a:pt x="0" y="12"/>
                  </a:moveTo>
                  <a:lnTo>
                    <a:pt x="0" y="12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54" y="6"/>
                  </a:lnTo>
                  <a:lnTo>
                    <a:pt x="60" y="6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72" y="18"/>
                  </a:lnTo>
                  <a:lnTo>
                    <a:pt x="78" y="18"/>
                  </a:lnTo>
                  <a:lnTo>
                    <a:pt x="78" y="24"/>
                  </a:lnTo>
                  <a:lnTo>
                    <a:pt x="84" y="30"/>
                  </a:lnTo>
                  <a:lnTo>
                    <a:pt x="90" y="30"/>
                  </a:lnTo>
                  <a:lnTo>
                    <a:pt x="90" y="36"/>
                  </a:lnTo>
                  <a:lnTo>
                    <a:pt x="96" y="36"/>
                  </a:lnTo>
                  <a:lnTo>
                    <a:pt x="96" y="42"/>
                  </a:lnTo>
                  <a:lnTo>
                    <a:pt x="102" y="42"/>
                  </a:lnTo>
                  <a:lnTo>
                    <a:pt x="102" y="48"/>
                  </a:lnTo>
                  <a:lnTo>
                    <a:pt x="108" y="48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20" y="54"/>
                  </a:lnTo>
                  <a:lnTo>
                    <a:pt x="120" y="60"/>
                  </a:lnTo>
                  <a:lnTo>
                    <a:pt x="126" y="60"/>
                  </a:lnTo>
                  <a:lnTo>
                    <a:pt x="132" y="60"/>
                  </a:lnTo>
                  <a:lnTo>
                    <a:pt x="132" y="66"/>
                  </a:lnTo>
                  <a:lnTo>
                    <a:pt x="138" y="66"/>
                  </a:lnTo>
                  <a:lnTo>
                    <a:pt x="144" y="66"/>
                  </a:lnTo>
                  <a:lnTo>
                    <a:pt x="150" y="66"/>
                  </a:lnTo>
                  <a:lnTo>
                    <a:pt x="156" y="66"/>
                  </a:lnTo>
                  <a:lnTo>
                    <a:pt x="162" y="66"/>
                  </a:lnTo>
                  <a:lnTo>
                    <a:pt x="168" y="66"/>
                  </a:lnTo>
                  <a:lnTo>
                    <a:pt x="168" y="60"/>
                  </a:lnTo>
                  <a:lnTo>
                    <a:pt x="174" y="60"/>
                  </a:lnTo>
                  <a:lnTo>
                    <a:pt x="180" y="60"/>
                  </a:lnTo>
                  <a:lnTo>
                    <a:pt x="180" y="54"/>
                  </a:lnTo>
                  <a:lnTo>
                    <a:pt x="186" y="54"/>
                  </a:lnTo>
                  <a:lnTo>
                    <a:pt x="192" y="48"/>
                  </a:lnTo>
                  <a:lnTo>
                    <a:pt x="198" y="48"/>
                  </a:lnTo>
                  <a:lnTo>
                    <a:pt x="198" y="42"/>
                  </a:lnTo>
                  <a:lnTo>
                    <a:pt x="204" y="42"/>
                  </a:lnTo>
                  <a:lnTo>
                    <a:pt x="204" y="36"/>
                  </a:lnTo>
                  <a:lnTo>
                    <a:pt x="210" y="36"/>
                  </a:lnTo>
                  <a:lnTo>
                    <a:pt x="216" y="30"/>
                  </a:lnTo>
                  <a:lnTo>
                    <a:pt x="222" y="30"/>
                  </a:lnTo>
                  <a:lnTo>
                    <a:pt x="222" y="24"/>
                  </a:lnTo>
                  <a:lnTo>
                    <a:pt x="228" y="24"/>
                  </a:lnTo>
                  <a:lnTo>
                    <a:pt x="234" y="18"/>
                  </a:lnTo>
                  <a:lnTo>
                    <a:pt x="240" y="18"/>
                  </a:lnTo>
                  <a:lnTo>
                    <a:pt x="246" y="12"/>
                  </a:lnTo>
                  <a:lnTo>
                    <a:pt x="252" y="12"/>
                  </a:lnTo>
                  <a:lnTo>
                    <a:pt x="258" y="12"/>
                  </a:lnTo>
                  <a:lnTo>
                    <a:pt x="264" y="12"/>
                  </a:lnTo>
                  <a:lnTo>
                    <a:pt x="270" y="12"/>
                  </a:lnTo>
                  <a:lnTo>
                    <a:pt x="276" y="12"/>
                  </a:lnTo>
                  <a:lnTo>
                    <a:pt x="282" y="12"/>
                  </a:lnTo>
                  <a:lnTo>
                    <a:pt x="288" y="12"/>
                  </a:lnTo>
                  <a:lnTo>
                    <a:pt x="294" y="18"/>
                  </a:lnTo>
                  <a:lnTo>
                    <a:pt x="300" y="18"/>
                  </a:lnTo>
                  <a:lnTo>
                    <a:pt x="300" y="24"/>
                  </a:lnTo>
                  <a:lnTo>
                    <a:pt x="306" y="24"/>
                  </a:lnTo>
                  <a:lnTo>
                    <a:pt x="312" y="24"/>
                  </a:lnTo>
                  <a:lnTo>
                    <a:pt x="312" y="30"/>
                  </a:lnTo>
                  <a:lnTo>
                    <a:pt x="318" y="30"/>
                  </a:lnTo>
                  <a:lnTo>
                    <a:pt x="324" y="36"/>
                  </a:lnTo>
                  <a:lnTo>
                    <a:pt x="330" y="36"/>
                  </a:lnTo>
                  <a:lnTo>
                    <a:pt x="330" y="42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2" y="48"/>
                  </a:lnTo>
                  <a:lnTo>
                    <a:pt x="348" y="48"/>
                  </a:lnTo>
                  <a:lnTo>
                    <a:pt x="354" y="54"/>
                  </a:lnTo>
                  <a:lnTo>
                    <a:pt x="360" y="54"/>
                  </a:lnTo>
                  <a:lnTo>
                    <a:pt x="366" y="54"/>
                  </a:lnTo>
                  <a:lnTo>
                    <a:pt x="372" y="54"/>
                  </a:lnTo>
                  <a:lnTo>
                    <a:pt x="372" y="60"/>
                  </a:lnTo>
                  <a:lnTo>
                    <a:pt x="378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6" y="60"/>
                  </a:lnTo>
                  <a:lnTo>
                    <a:pt x="396" y="54"/>
                  </a:lnTo>
                  <a:lnTo>
                    <a:pt x="402" y="54"/>
                  </a:lnTo>
                  <a:lnTo>
                    <a:pt x="408" y="54"/>
                  </a:lnTo>
                  <a:lnTo>
                    <a:pt x="414" y="54"/>
                  </a:lnTo>
                  <a:lnTo>
                    <a:pt x="414" y="48"/>
                  </a:lnTo>
                  <a:lnTo>
                    <a:pt x="420" y="48"/>
                  </a:lnTo>
                  <a:lnTo>
                    <a:pt x="426" y="48"/>
                  </a:lnTo>
                  <a:lnTo>
                    <a:pt x="426" y="42"/>
                  </a:lnTo>
                  <a:lnTo>
                    <a:pt x="432" y="42"/>
                  </a:lnTo>
                  <a:lnTo>
                    <a:pt x="438" y="42"/>
                  </a:lnTo>
                  <a:lnTo>
                    <a:pt x="438" y="36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84" name="Line 88">
            <a:extLst>
              <a:ext uri="{FF2B5EF4-FFF2-40B4-BE49-F238E27FC236}">
                <a16:creationId xmlns:a16="http://schemas.microsoft.com/office/drawing/2014/main" id="{200E0DA5-BD7E-66AB-4FE0-0B25C14D73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2576513"/>
            <a:ext cx="339725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 autoUpdateAnimBg="0"/>
      <p:bldP spid="4104" grpId="0" autoUpdateAnimBg="0"/>
      <p:bldP spid="4116" grpId="0" build="p" autoUpdateAnimBg="0"/>
      <p:bldP spid="4118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41377AA-3FD5-4190-8976-1CC661440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5105400" cy="609600"/>
          </a:xfrm>
        </p:spPr>
        <p:txBody>
          <a:bodyPr/>
          <a:lstStyle/>
          <a:p>
            <a:pPr eaLnBrk="1" hangingPunct="1"/>
            <a:r>
              <a:rPr lang="en-GB" altLang="zh-CN" sz="3200" b="1">
                <a:ea typeface="楷体_GB2312" pitchFamily="49" charset="-122"/>
              </a:rPr>
              <a:t>II. limit's </a:t>
            </a:r>
            <a:r>
              <a:rPr lang="zh-CN" altLang="en-GB" sz="3200" b="1">
                <a:ea typeface="楷体_GB2312" pitchFamily="49" charset="-122"/>
              </a:rPr>
              <a:t>四</a:t>
            </a:r>
            <a:r>
              <a:rPr lang="en-GB" altLang="zh-CN" sz="3200" b="1">
                <a:ea typeface="楷体_GB2312" pitchFamily="49" charset="-122"/>
              </a:rPr>
              <a:t>thenoperation</a:t>
            </a:r>
            <a:r>
              <a:rPr lang="zh-CN" altLang="en-GB" sz="3200" b="1">
                <a:ea typeface="楷体_GB2312" pitchFamily="49" charset="-122"/>
              </a:rPr>
              <a:t>法</a:t>
            </a:r>
            <a:r>
              <a:rPr lang="en-GB" altLang="zh-CN" sz="3200" b="1">
                <a:ea typeface="楷体_GB2312" pitchFamily="49" charset="-122"/>
              </a:rPr>
              <a:t>then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07715238-A365-0A55-0C86-709599942A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4263" y="1120775"/>
          <a:ext cx="40497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3" y="1120775"/>
                        <a:ext cx="40497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>
            <a:extLst>
              <a:ext uri="{FF2B5EF4-FFF2-40B4-BE49-F238E27FC236}">
                <a16:creationId xmlns:a16="http://schemas.microsoft.com/office/drawing/2014/main" id="{416332E2-075D-0438-D0BC-1A415A6CD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1096963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5126" name="Object 6">
            <a:extLst>
              <a:ext uri="{FF2B5EF4-FFF2-40B4-BE49-F238E27FC236}">
                <a16:creationId xmlns:a16="http://schemas.microsoft.com/office/drawing/2014/main" id="{20CF1B54-13C7-7E35-B6E0-9A5F420BA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8900" y="1679575"/>
          <a:ext cx="27543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1679575"/>
                        <a:ext cx="27543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>
            <a:extLst>
              <a:ext uri="{FF2B5EF4-FFF2-40B4-BE49-F238E27FC236}">
                <a16:creationId xmlns:a16="http://schemas.microsoft.com/office/drawing/2014/main" id="{353B960F-1130-2A9A-6E53-C845AFC47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1679575"/>
          <a:ext cx="2830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1679575"/>
                        <a:ext cx="2830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8">
            <a:extLst>
              <a:ext uri="{FF2B5EF4-FFF2-40B4-BE49-F238E27FC236}">
                <a16:creationId xmlns:a16="http://schemas.microsoft.com/office/drawing/2014/main" id="{486387EB-B601-7200-FB91-C0CD88DE5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59025"/>
            <a:ext cx="1447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 </a:t>
            </a:r>
            <a:r>
              <a:rPr lang="zh-CN" altLang="en-US" sz="2400" b="1">
                <a:solidFill>
                  <a:schemeClr val="tx2"/>
                </a:solidFill>
              </a:rPr>
              <a:t>因</a:t>
            </a:r>
            <a:endParaRPr lang="zh-CN" altLang="en-US" sz="2400"/>
          </a:p>
        </p:txBody>
      </p:sp>
      <p:graphicFrame>
        <p:nvGraphicFramePr>
          <p:cNvPr id="5129" name="Object 9">
            <a:extLst>
              <a:ext uri="{FF2B5EF4-FFF2-40B4-BE49-F238E27FC236}">
                <a16:creationId xmlns:a16="http://schemas.microsoft.com/office/drawing/2014/main" id="{3A4C6C28-759D-8D93-DD65-8F98BCFFA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9450" y="2401888"/>
          <a:ext cx="4049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2401888"/>
                        <a:ext cx="4049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1">
            <a:extLst>
              <a:ext uri="{FF2B5EF4-FFF2-40B4-BE49-F238E27FC236}">
                <a16:creationId xmlns:a16="http://schemas.microsoft.com/office/drawing/2014/main" id="{F7745C2D-674B-38E0-3E3E-5EC03B9E9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350" y="2349500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5132" name="Object 12">
            <a:extLst>
              <a:ext uri="{FF2B5EF4-FFF2-40B4-BE49-F238E27FC236}">
                <a16:creationId xmlns:a16="http://schemas.microsoft.com/office/drawing/2014/main" id="{2C65BD0B-7A91-F892-FC98-92AF55FC6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8363" y="2949575"/>
          <a:ext cx="4189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2949575"/>
                        <a:ext cx="41894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Text Box 13">
            <a:extLst>
              <a:ext uri="{FF2B5EF4-FFF2-40B4-BE49-F238E27FC236}">
                <a16:creationId xmlns:a16="http://schemas.microsoft.com/office/drawing/2014/main" id="{11DF5628-A48F-CF9A-3284-ED5A29F4A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444875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(where</a:t>
            </a:r>
            <a:endParaRPr lang="zh-CN" altLang="en-US" sz="2400"/>
          </a:p>
        </p:txBody>
      </p:sp>
      <p:graphicFrame>
        <p:nvGraphicFramePr>
          <p:cNvPr id="5134" name="Object 14">
            <a:extLst>
              <a:ext uri="{FF2B5EF4-FFF2-40B4-BE49-F238E27FC236}">
                <a16:creationId xmlns:a16="http://schemas.microsoft.com/office/drawing/2014/main" id="{EB51983E-CB9D-732E-7E4C-E50F1B767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5675"/>
          <a:ext cx="7747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5675"/>
                        <a:ext cx="7747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Text Box 15">
            <a:extLst>
              <a:ext uri="{FF2B5EF4-FFF2-40B4-BE49-F238E27FC236}">
                <a16:creationId xmlns:a16="http://schemas.microsoft.com/office/drawing/2014/main" id="{C95933C6-2BFD-D5F3-9982-110DDF353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638" y="3425825"/>
            <a:ext cx="190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infinitesimal)</a:t>
            </a:r>
          </a:p>
        </p:txBody>
      </p:sp>
      <p:sp>
        <p:nvSpPr>
          <p:cNvPr id="5136" name="Text Box 16">
            <a:extLst>
              <a:ext uri="{FF2B5EF4-FFF2-40B4-BE49-F238E27FC236}">
                <a16:creationId xmlns:a16="http://schemas.microsoft.com/office/drawing/2014/main" id="{05870DB2-9AF0-0AE1-4F00-D883ECF1B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4048125"/>
            <a:ext cx="1371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thus</a:t>
            </a:r>
            <a:endParaRPr lang="zh-CN" altLang="en-US" sz="2400"/>
          </a:p>
        </p:txBody>
      </p:sp>
      <p:graphicFrame>
        <p:nvGraphicFramePr>
          <p:cNvPr id="5137" name="Object 17">
            <a:extLst>
              <a:ext uri="{FF2B5EF4-FFF2-40B4-BE49-F238E27FC236}">
                <a16:creationId xmlns:a16="http://schemas.microsoft.com/office/drawing/2014/main" id="{9BAEED01-B8D2-EE73-F1BF-0E26373C3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4800" y="4092575"/>
          <a:ext cx="46720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4092575"/>
                        <a:ext cx="46720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18">
            <a:extLst>
              <a:ext uri="{FF2B5EF4-FFF2-40B4-BE49-F238E27FC236}">
                <a16:creationId xmlns:a16="http://schemas.microsoft.com/office/drawing/2014/main" id="{E07D871E-FD32-E619-DB56-9FA9D40D0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8200" y="4651375"/>
          <a:ext cx="2868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4651375"/>
                        <a:ext cx="28686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Text Box 19">
            <a:extLst>
              <a:ext uri="{FF2B5EF4-FFF2-40B4-BE49-F238E27FC236}">
                <a16:creationId xmlns:a16="http://schemas.microsoft.com/office/drawing/2014/main" id="{786C7283-72F2-A22B-2226-55EAAF3A6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5273675"/>
            <a:ext cx="2743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fromTheorem 1 we see that</a:t>
            </a:r>
            <a:endParaRPr lang="zh-CN" altLang="en-US" sz="2400"/>
          </a:p>
        </p:txBody>
      </p:sp>
      <p:graphicFrame>
        <p:nvGraphicFramePr>
          <p:cNvPr id="5140" name="Object 20">
            <a:extLst>
              <a:ext uri="{FF2B5EF4-FFF2-40B4-BE49-F238E27FC236}">
                <a16:creationId xmlns:a16="http://schemas.microsoft.com/office/drawing/2014/main" id="{491B25C8-4CD6-9E1F-116D-526CC94A4D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7325" y="5334000"/>
          <a:ext cx="86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5334000"/>
                        <a:ext cx="863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Text Box 21">
            <a:extLst>
              <a:ext uri="{FF2B5EF4-FFF2-40B4-BE49-F238E27FC236}">
                <a16:creationId xmlns:a16="http://schemas.microsoft.com/office/drawing/2014/main" id="{BF83C5AE-AACF-594C-C16D-CB879DC0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272088"/>
            <a:ext cx="259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also is infinitesimal,</a:t>
            </a: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BD697F84-7CBE-8234-494A-443068605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113" y="5273675"/>
            <a:ext cx="358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reuse uselimit and infinitesimal</a:t>
            </a:r>
            <a:endParaRPr lang="zh-CN" altLang="en-US" sz="2400"/>
          </a:p>
        </p:txBody>
      </p:sp>
      <p:graphicFrame>
        <p:nvGraphicFramePr>
          <p:cNvPr id="5164" name="Object 44">
            <a:extLst>
              <a:ext uri="{FF2B5EF4-FFF2-40B4-BE49-F238E27FC236}">
                <a16:creationId xmlns:a16="http://schemas.microsoft.com/office/drawing/2014/main" id="{ADD3B1EA-3991-681F-EC0A-56FE122D8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1685925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685925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6" name="Text Box 46">
            <a:extLst>
              <a:ext uri="{FF2B5EF4-FFF2-40B4-BE49-F238E27FC236}">
                <a16:creationId xmlns:a16="http://schemas.microsoft.com/office/drawing/2014/main" id="{9C486FAC-E1A6-8A52-46C9-D6ABFFF23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5835650"/>
            <a:ext cx="502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relationTheorem , </a:t>
            </a:r>
            <a:r>
              <a:rPr lang="zh-CN" altLang="en-US" sz="2400"/>
              <a:t>知</a:t>
            </a:r>
            <a:r>
              <a:rPr lang="en-US" altLang="zh-CN" sz="2400"/>
              <a:t>Theoremconclusion holds .</a:t>
            </a:r>
          </a:p>
        </p:txBody>
      </p:sp>
      <p:sp>
        <p:nvSpPr>
          <p:cNvPr id="5168" name="Rectangle 48">
            <a:extLst>
              <a:ext uri="{FF2B5EF4-FFF2-40B4-BE49-F238E27FC236}">
                <a16:creationId xmlns:a16="http://schemas.microsoft.com/office/drawing/2014/main" id="{D9E4AA5B-3710-986C-8BFC-E92126526EF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990600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en-US" altLang="zh-CN" sz="2400" b="1">
                <a:solidFill>
                  <a:schemeClr val="tx2"/>
                </a:solidFill>
              </a:rPr>
              <a:t>Theorem 3 . if</a:t>
            </a:r>
            <a:endParaRPr lang="zh-CN" altLang="en-US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 autoUpdateAnimBg="0"/>
      <p:bldP spid="5128" grpId="0" autoUpdateAnimBg="0"/>
      <p:bldP spid="5131" grpId="0" autoUpdateAnimBg="0"/>
      <p:bldP spid="5133" grpId="0" autoUpdateAnimBg="0"/>
      <p:bldP spid="5135" grpId="0" autoUpdateAnimBg="0"/>
      <p:bldP spid="5136" grpId="0" autoUpdateAnimBg="0"/>
      <p:bldP spid="5139" grpId="0" autoUpdateAnimBg="0"/>
      <p:bldP spid="5141" grpId="0" autoUpdateAnimBg="0"/>
      <p:bldP spid="5142" grpId="0" autoUpdateAnimBg="0"/>
      <p:bldP spid="5166" grpId="0" autoUpdateAnimBg="0"/>
      <p:bldP spid="516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7DDA52DE-4A51-FEBF-C01B-260E1585C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17525"/>
            <a:ext cx="1828800" cy="701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Corollary: if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1506" name="Object 26">
            <a:extLst>
              <a:ext uri="{FF2B5EF4-FFF2-40B4-BE49-F238E27FC236}">
                <a16:creationId xmlns:a16="http://schemas.microsoft.com/office/drawing/2014/main" id="{BD55B375-16B1-9955-A0A0-B3C1A010E8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1000" y="696913"/>
          <a:ext cx="40449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696913"/>
                        <a:ext cx="40449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2" name="Text Box 28">
            <a:extLst>
              <a:ext uri="{FF2B5EF4-FFF2-40B4-BE49-F238E27FC236}">
                <a16:creationId xmlns:a16="http://schemas.microsoft.com/office/drawing/2014/main" id="{AB078721-6E87-2B7B-54C3-6DC48E437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975" y="604838"/>
            <a:ext cx="762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47133" name="Object 29">
            <a:extLst>
              <a:ext uri="{FF2B5EF4-FFF2-40B4-BE49-F238E27FC236}">
                <a16:creationId xmlns:a16="http://schemas.microsoft.com/office/drawing/2014/main" id="{5811E3B2-6CDB-AEE5-BA58-FBEBEBB81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6975" y="635000"/>
          <a:ext cx="18796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635000"/>
                        <a:ext cx="18796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5" name="Text Box 31">
            <a:extLst>
              <a:ext uri="{FF2B5EF4-FFF2-40B4-BE49-F238E27FC236}">
                <a16:creationId xmlns:a16="http://schemas.microsoft.com/office/drawing/2014/main" id="{AD70FF2F-0FFD-7C83-579E-D6AECBBA4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338263"/>
            <a:ext cx="9667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47136" name="Object 32">
            <a:extLst>
              <a:ext uri="{FF2B5EF4-FFF2-40B4-BE49-F238E27FC236}">
                <a16:creationId xmlns:a16="http://schemas.microsoft.com/office/drawing/2014/main" id="{84FFCE68-9092-067B-F04E-882AA1EAC7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6900" y="1427163"/>
          <a:ext cx="990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1427163"/>
                        <a:ext cx="9906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7" name="Text Box 33">
            <a:extLst>
              <a:ext uri="{FF2B5EF4-FFF2-40B4-BE49-F238E27FC236}">
                <a16:creationId xmlns:a16="http://schemas.microsoft.com/office/drawing/2014/main" id="{6C68761A-378F-087D-67AB-E1E064169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1316038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</a:rPr>
              <a:t>( P41 Theorem 5 )</a:t>
            </a:r>
          </a:p>
        </p:txBody>
      </p:sp>
      <p:pic>
        <p:nvPicPr>
          <p:cNvPr id="47142" name="Text Box 38">
            <a:extLst>
              <a:ext uri="{FF2B5EF4-FFF2-40B4-BE49-F238E27FC236}">
                <a16:creationId xmlns:a16="http://schemas.microsoft.com/office/drawing/2014/main" id="{6BE3C581-0F7B-37A6-ADCC-7BF7304F1C9F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305300"/>
            <a:ext cx="60071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45" name="Text Box 41">
            <a:extLst>
              <a:ext uri="{FF2B5EF4-FFF2-40B4-BE49-F238E27FC236}">
                <a16:creationId xmlns:a16="http://schemas.microsoft.com/office/drawing/2014/main" id="{D4E15BED-F868-9AE2-3C57-14AB473D6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567363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Theorem 3 can</a:t>
            </a:r>
            <a:r>
              <a:rPr lang="zh-CN" altLang="en-US" sz="2400" b="1">
                <a:solidFill>
                  <a:schemeClr val="tx2"/>
                </a:solidFill>
              </a:rPr>
              <a:t>推广 </a:t>
            </a:r>
            <a:r>
              <a:rPr lang="en-US" altLang="zh-CN" sz="2400" b="1">
                <a:solidFill>
                  <a:schemeClr val="tx2"/>
                </a:solidFill>
              </a:rPr>
              <a:t>to has </a:t>
            </a:r>
            <a:r>
              <a:rPr lang="zh-CN" altLang="en-US" sz="2400" b="1">
                <a:solidFill>
                  <a:schemeClr val="tx2"/>
                </a:solidFill>
              </a:rPr>
              <a:t>限 </a:t>
            </a:r>
            <a:r>
              <a:rPr lang="en-US" altLang="zh-CN" sz="2400" b="1">
                <a:solidFill>
                  <a:schemeClr val="tx2"/>
                </a:solidFill>
              </a:rPr>
              <a:t>function addition, </a:t>
            </a:r>
            <a:r>
              <a:rPr lang="zh-CN" altLang="en-US" sz="2400" b="1">
                <a:solidFill>
                  <a:schemeClr val="tx2"/>
                </a:solidFill>
              </a:rPr>
              <a:t>减</a:t>
            </a:r>
            <a:r>
              <a:rPr lang="en-US" altLang="zh-CN" sz="2400" b="1">
                <a:solidFill>
                  <a:schemeClr val="tx2"/>
                </a:solidFill>
              </a:rPr>
              <a:t>'s case .</a:t>
            </a:r>
            <a:endParaRPr lang="en-US" altLang="zh-CN" sz="2400"/>
          </a:p>
        </p:txBody>
      </p:sp>
      <p:sp>
        <p:nvSpPr>
          <p:cNvPr id="47147" name="Text Box 43">
            <a:extLst>
              <a:ext uri="{FF2B5EF4-FFF2-40B4-BE49-F238E27FC236}">
                <a16:creationId xmlns:a16="http://schemas.microsoft.com/office/drawing/2014/main" id="{17D65FB0-C59A-575E-CAEC-20DA9F528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41525"/>
            <a:ext cx="1752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Hint: let</a:t>
            </a:r>
            <a:endParaRPr lang="zh-CN" altLang="en-US" sz="24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7906EA-5A71-CA8C-27C0-F17E5AD18E7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03742" y="2055168"/>
            <a:ext cx="3168351" cy="461665"/>
          </a:xfrm>
          <a:prstGeom prst="rect">
            <a:avLst/>
          </a:prstGeom>
          <a:blipFill>
            <a:blip r:embed="rId9"/>
            <a:stretch>
              <a:fillRect b="-1315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0A19F6-45C2-195A-5BD5-FC248DACF88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48200" y="2068810"/>
            <a:ext cx="3954801" cy="461665"/>
          </a:xfrm>
          <a:prstGeom prst="rect">
            <a:avLst/>
          </a:prstGeom>
          <a:blipFill>
            <a:blip r:embed="rId10"/>
            <a:stretch>
              <a:fillRect l="-2564" t="-10526" r="-1603" b="-2631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4" name="矩形 3">
            <a:extLst>
              <a:ext uri="{FF2B5EF4-FFF2-40B4-BE49-F238E27FC236}">
                <a16:creationId xmlns:a16="http://schemas.microsoft.com/office/drawing/2014/main" id="{B7295E32-7862-6BA7-13E0-DC3470F288D8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857500"/>
            <a:ext cx="53213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746FDB4-A177-92A1-DA10-FB8C6180917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66043" y="3652926"/>
            <a:ext cx="1359218" cy="461665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2" grpId="0" build="p" autoUpdateAnimBg="0"/>
      <p:bldP spid="47135" grpId="0" build="p" autoUpdateAnimBg="0"/>
      <p:bldP spid="47137" grpId="0" autoUpdateAnimBg="0"/>
      <p:bldP spid="47145" grpId="0" autoUpdateAnimBg="0"/>
      <p:bldP spid="4714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E515C2C-73AC-5BDD-245E-9A9220BF2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27013"/>
            <a:ext cx="2133600" cy="6096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Theorem 4 . if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22530" name="Object 4">
            <a:extLst>
              <a:ext uri="{FF2B5EF4-FFF2-40B4-BE49-F238E27FC236}">
                <a16:creationId xmlns:a16="http://schemas.microsoft.com/office/drawing/2014/main" id="{602EC017-FE31-C4D9-5936-2B6527C39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1688" y="293688"/>
          <a:ext cx="40846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293688"/>
                        <a:ext cx="40846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 Box 5">
            <a:extLst>
              <a:ext uri="{FF2B5EF4-FFF2-40B4-BE49-F238E27FC236}">
                <a16:creationId xmlns:a16="http://schemas.microsoft.com/office/drawing/2014/main" id="{D0C3E88F-501C-DC7E-A5C2-EDCDB61ED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242888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6150" name="Object 6">
            <a:extLst>
              <a:ext uri="{FF2B5EF4-FFF2-40B4-BE49-F238E27FC236}">
                <a16:creationId xmlns:a16="http://schemas.microsoft.com/office/drawing/2014/main" id="{95146FA9-CA47-1025-8220-2DDE081564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4700" y="889000"/>
          <a:ext cx="242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889000"/>
                        <a:ext cx="242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>
            <a:extLst>
              <a:ext uri="{FF2B5EF4-FFF2-40B4-BE49-F238E27FC236}">
                <a16:creationId xmlns:a16="http://schemas.microsoft.com/office/drawing/2014/main" id="{D515E658-76CA-A662-B269-11608A2D65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3" y="889000"/>
          <a:ext cx="257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889000"/>
                        <a:ext cx="2578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>
            <a:hlinkClick r:id="rId8" action="ppaction://hlinksldjump"/>
            <a:extLst>
              <a:ext uri="{FF2B5EF4-FFF2-40B4-BE49-F238E27FC236}">
                <a16:creationId xmlns:a16="http://schemas.microsoft.com/office/drawing/2014/main" id="{FC496F32-917B-BB3E-498C-12EFDE85F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7239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>
                <a:solidFill>
                  <a:schemeClr val="tx2"/>
                </a:solidFill>
              </a:rPr>
              <a:t>Hint: </a:t>
            </a:r>
            <a:r>
              <a:rPr lang="zh-CN" altLang="en-GB" sz="2400" b="1">
                <a:solidFill>
                  <a:schemeClr val="tx2"/>
                </a:solidFill>
              </a:rPr>
              <a:t>利 </a:t>
            </a:r>
            <a:r>
              <a:rPr lang="en-GB" altLang="zh-CN" sz="2400" b="1">
                <a:solidFill>
                  <a:schemeClr val="tx2"/>
                </a:solidFill>
              </a:rPr>
              <a:t>uselimit and infinitesimalrelationTheorem and This sectionTheorem2 Proof .</a:t>
            </a:r>
            <a:endParaRPr lang="en-US" altLang="zh-CN" sz="2400"/>
          </a:p>
        </p:txBody>
      </p:sp>
      <p:sp>
        <p:nvSpPr>
          <p:cNvPr id="6154" name="Text Box 10">
            <a:extLst>
              <a:ext uri="{FF2B5EF4-FFF2-40B4-BE49-F238E27FC236}">
                <a16:creationId xmlns:a16="http://schemas.microsoft.com/office/drawing/2014/main" id="{461A21DD-99BD-BE6A-CC0A-E67342652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2057400"/>
            <a:ext cx="7467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Theorem 4 can</a:t>
            </a:r>
            <a:r>
              <a:rPr lang="zh-CN" altLang="en-US" sz="2400" b="1">
                <a:solidFill>
                  <a:schemeClr val="tx2"/>
                </a:solidFill>
              </a:rPr>
              <a:t>推广 </a:t>
            </a:r>
            <a:r>
              <a:rPr lang="en-US" altLang="zh-CN" sz="2400" b="1">
                <a:solidFill>
                  <a:schemeClr val="tx2"/>
                </a:solidFill>
              </a:rPr>
              <a:t>to has </a:t>
            </a:r>
            <a:r>
              <a:rPr lang="zh-CN" altLang="en-US" sz="2400" b="1">
                <a:solidFill>
                  <a:schemeClr val="tx2"/>
                </a:solidFill>
              </a:rPr>
              <a:t>限 </a:t>
            </a:r>
            <a:r>
              <a:rPr lang="en-US" altLang="zh-CN" sz="2400" b="1">
                <a:solidFill>
                  <a:schemeClr val="tx2"/>
                </a:solidFill>
              </a:rPr>
              <a:t>function multiplication's case .</a:t>
            </a:r>
            <a:endParaRPr lang="en-US" altLang="zh-CN" sz="2400"/>
          </a:p>
        </p:txBody>
      </p:sp>
      <p:sp>
        <p:nvSpPr>
          <p:cNvPr id="6155" name="Text Box 11">
            <a:extLst>
              <a:ext uri="{FF2B5EF4-FFF2-40B4-BE49-F238E27FC236}">
                <a16:creationId xmlns:a16="http://schemas.microsoft.com/office/drawing/2014/main" id="{B2353518-75EB-754F-504C-7C9377CA1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2667000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Corollary 1 .</a:t>
            </a:r>
          </a:p>
        </p:txBody>
      </p:sp>
      <p:graphicFrame>
        <p:nvGraphicFramePr>
          <p:cNvPr id="6156" name="Object 12">
            <a:extLst>
              <a:ext uri="{FF2B5EF4-FFF2-40B4-BE49-F238E27FC236}">
                <a16:creationId xmlns:a16="http://schemas.microsoft.com/office/drawing/2014/main" id="{A0610A59-28AB-0B6D-D98F-81567AAB2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2150" y="2743200"/>
          <a:ext cx="37052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2743200"/>
                        <a:ext cx="37052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Text Box 13">
            <a:extLst>
              <a:ext uri="{FF2B5EF4-FFF2-40B4-BE49-F238E27FC236}">
                <a16:creationId xmlns:a16="http://schemas.microsoft.com/office/drawing/2014/main" id="{599EFF1B-0322-4C90-FF7A-5D58ED06AF3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335713" y="2665413"/>
            <a:ext cx="2286000" cy="461665"/>
          </a:xfrm>
          <a:prstGeom prst="rect">
            <a:avLst/>
          </a:prstGeom>
          <a:blipFill>
            <a:blip r:embed="rId11"/>
            <a:stretch>
              <a:fillRect l="-3867" t="-10526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58" name="Text Box 14">
            <a:extLst>
              <a:ext uri="{FF2B5EF4-FFF2-40B4-BE49-F238E27FC236}">
                <a16:creationId xmlns:a16="http://schemas.microsoft.com/office/drawing/2014/main" id="{6392C458-DC4B-9603-2B41-D5703BE50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309938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Corollary 2 .</a:t>
            </a:r>
          </a:p>
        </p:txBody>
      </p:sp>
      <p:graphicFrame>
        <p:nvGraphicFramePr>
          <p:cNvPr id="6159" name="Object 15">
            <a:extLst>
              <a:ext uri="{FF2B5EF4-FFF2-40B4-BE49-F238E27FC236}">
                <a16:creationId xmlns:a16="http://schemas.microsoft.com/office/drawing/2014/main" id="{92FCD5DF-FA9F-0E10-B696-616BDB68A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3302000"/>
          <a:ext cx="374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3302000"/>
                        <a:ext cx="3746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" name="Text Box 16">
            <a:extLst>
              <a:ext uri="{FF2B5EF4-FFF2-40B4-BE49-F238E27FC236}">
                <a16:creationId xmlns:a16="http://schemas.microsoft.com/office/drawing/2014/main" id="{BF867B54-6686-1B70-AD02-9BBF0EA825A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335713" y="3324225"/>
            <a:ext cx="2590800" cy="461665"/>
          </a:xfrm>
          <a:prstGeom prst="rect">
            <a:avLst/>
          </a:prstGeom>
          <a:blipFill>
            <a:blip r:embed="rId14"/>
            <a:stretch>
              <a:fillRect l="-3415" t="-10526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161" name="Text Box 17">
            <a:extLst>
              <a:ext uri="{FF2B5EF4-FFF2-40B4-BE49-F238E27FC236}">
                <a16:creationId xmlns:a16="http://schemas.microsoft.com/office/drawing/2014/main" id="{21470AE5-F0C4-08AD-B8C1-9B4B354FB85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20713" y="3970338"/>
            <a:ext cx="3494087" cy="461665"/>
          </a:xfrm>
          <a:prstGeom prst="rect">
            <a:avLst/>
          </a:prstGeom>
          <a:blipFill>
            <a:blip r:embed="rId15"/>
            <a:stretch>
              <a:fillRect l="-2536" t="-10811" b="-29730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6165" name="Object 21">
            <a:extLst>
              <a:ext uri="{FF2B5EF4-FFF2-40B4-BE49-F238E27FC236}">
                <a16:creationId xmlns:a16="http://schemas.microsoft.com/office/drawing/2014/main" id="{50C7C511-2445-780A-B436-50D81EB30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7688" y="3932238"/>
          <a:ext cx="41862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3932238"/>
                        <a:ext cx="418623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Text Box 22">
            <a:extLst>
              <a:ext uri="{FF2B5EF4-FFF2-40B4-BE49-F238E27FC236}">
                <a16:creationId xmlns:a16="http://schemas.microsoft.com/office/drawing/2014/main" id="{1A948C0C-EFEE-F36C-5B85-8C8732BE7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600" y="4022725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试</a:t>
            </a:r>
            <a:r>
              <a:rPr lang="en-US" altLang="zh-CN" sz="2400"/>
              <a:t>Proof</a:t>
            </a:r>
            <a:endParaRPr lang="zh-CN" altLang="en-US" sz="2400"/>
          </a:p>
        </p:txBody>
      </p:sp>
      <p:graphicFrame>
        <p:nvGraphicFramePr>
          <p:cNvPr id="6167" name="Object 23">
            <a:extLst>
              <a:ext uri="{FF2B5EF4-FFF2-40B4-BE49-F238E27FC236}">
                <a16:creationId xmlns:a16="http://schemas.microsoft.com/office/drawing/2014/main" id="{4B949A28-C028-FCAD-9E9B-DD772E6C8F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00" y="4584700"/>
          <a:ext cx="2921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4584700"/>
                        <a:ext cx="2921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8" name="Text Box 24">
            <a:extLst>
              <a:ext uri="{FF2B5EF4-FFF2-40B4-BE49-F238E27FC236}">
                <a16:creationId xmlns:a16="http://schemas.microsoft.com/office/drawing/2014/main" id="{97E91EBD-8381-5DC2-154E-5AEB6923F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232400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</a:p>
        </p:txBody>
      </p:sp>
      <p:graphicFrame>
        <p:nvGraphicFramePr>
          <p:cNvPr id="6169" name="Object 25">
            <a:extLst>
              <a:ext uri="{FF2B5EF4-FFF2-40B4-BE49-F238E27FC236}">
                <a16:creationId xmlns:a16="http://schemas.microsoft.com/office/drawing/2014/main" id="{9639D4DC-7574-240E-B2AC-0D00D3967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5270500"/>
          <a:ext cx="1841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270500"/>
                        <a:ext cx="1841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0" name="Object 26">
            <a:extLst>
              <a:ext uri="{FF2B5EF4-FFF2-40B4-BE49-F238E27FC236}">
                <a16:creationId xmlns:a16="http://schemas.microsoft.com/office/drawing/2014/main" id="{92E95C2B-075F-A1D0-5864-FC6F53342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5232400"/>
          <a:ext cx="355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232400"/>
                        <a:ext cx="355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1" name="Object 27">
            <a:extLst>
              <a:ext uri="{FF2B5EF4-FFF2-40B4-BE49-F238E27FC236}">
                <a16:creationId xmlns:a16="http://schemas.microsoft.com/office/drawing/2014/main" id="{25322284-7052-2865-B8DE-5D15EBF9A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5283200"/>
          <a:ext cx="1562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283200"/>
                        <a:ext cx="1562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2" name="Object 28">
            <a:extLst>
              <a:ext uri="{FF2B5EF4-FFF2-40B4-BE49-F238E27FC236}">
                <a16:creationId xmlns:a16="http://schemas.microsoft.com/office/drawing/2014/main" id="{02AD4C3B-A0F4-6C1F-E0AC-A78A92B6F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384800"/>
          <a:ext cx="901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384800"/>
                        <a:ext cx="901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3" name="Object 29">
            <a:extLst>
              <a:ext uri="{FF2B5EF4-FFF2-40B4-BE49-F238E27FC236}">
                <a16:creationId xmlns:a16="http://schemas.microsoft.com/office/drawing/2014/main" id="{6BC7E74E-C079-62BD-B47D-B360C4147E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5181600"/>
          <a:ext cx="1485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181600"/>
                        <a:ext cx="14859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4" name="Object 30">
            <a:extLst>
              <a:ext uri="{FF2B5EF4-FFF2-40B4-BE49-F238E27FC236}">
                <a16:creationId xmlns:a16="http://schemas.microsoft.com/office/drawing/2014/main" id="{E6A742F7-F337-53A7-2E82-88A5BB3BB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880100"/>
          <a:ext cx="1295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880100"/>
                        <a:ext cx="1295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5" name="Object 31">
            <a:extLst>
              <a:ext uri="{FF2B5EF4-FFF2-40B4-BE49-F238E27FC236}">
                <a16:creationId xmlns:a16="http://schemas.microsoft.com/office/drawing/2014/main" id="{68396840-1B44-8995-305A-3539FFB36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895350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95350"/>
                        <a:ext cx="812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autoUpdateAnimBg="0"/>
      <p:bldP spid="6154" grpId="0" autoUpdateAnimBg="0"/>
      <p:bldP spid="6155" grpId="0" autoUpdateAnimBg="0"/>
      <p:bldP spid="6158" grpId="0" autoUpdateAnimBg="0"/>
      <p:bldP spid="6166" grpId="0" autoUpdateAnimBg="0"/>
      <p:bldP spid="616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3" name="Text Box 15">
            <a:extLst>
              <a:ext uri="{FF2B5EF4-FFF2-40B4-BE49-F238E27FC236}">
                <a16:creationId xmlns:a16="http://schemas.microsoft.com/office/drawing/2014/main" id="{B43F40A5-A145-079B-F82E-20F56812B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751138"/>
            <a:ext cx="1676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infinitesimal</a:t>
            </a:r>
            <a:endParaRPr lang="zh-CN" altLang="en-US" sz="2400"/>
          </a:p>
        </p:txBody>
      </p:sp>
      <p:sp>
        <p:nvSpPr>
          <p:cNvPr id="7229" name="Text Box 61">
            <a:extLst>
              <a:ext uri="{FF2B5EF4-FFF2-40B4-BE49-F238E27FC236}">
                <a16:creationId xmlns:a16="http://schemas.microsoft.com/office/drawing/2014/main" id="{B7CB8656-59A4-2264-2E74-94727796F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5791200"/>
            <a:ext cx="182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  <a:ea typeface="仿宋_GB2312"/>
                <a:cs typeface="仿宋_GB2312"/>
              </a:rPr>
              <a:t>( see detailsP44)</a:t>
            </a:r>
          </a:p>
        </p:txBody>
      </p:sp>
      <p:graphicFrame>
        <p:nvGraphicFramePr>
          <p:cNvPr id="7228" name="Object 60">
            <a:extLst>
              <a:ext uri="{FF2B5EF4-FFF2-40B4-BE49-F238E27FC236}">
                <a16:creationId xmlns:a16="http://schemas.microsoft.com/office/drawing/2014/main" id="{9044F193-1BD1-5F6C-EEBD-7A411CC13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2975" y="5143500"/>
          <a:ext cx="787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5143500"/>
                        <a:ext cx="787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4" name="Object 56">
            <a:extLst>
              <a:ext uri="{FF2B5EF4-FFF2-40B4-BE49-F238E27FC236}">
                <a16:creationId xmlns:a16="http://schemas.microsoft.com/office/drawing/2014/main" id="{D095C3A0-1E00-1028-7A4A-DAFBF06EF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143500"/>
          <a:ext cx="1104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43500"/>
                        <a:ext cx="1104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5" name="Object 57">
            <a:extLst>
              <a:ext uri="{FF2B5EF4-FFF2-40B4-BE49-F238E27FC236}">
                <a16:creationId xmlns:a16="http://schemas.microsoft.com/office/drawing/2014/main" id="{D42465EB-67FB-A2DF-FBA2-8F1D9DA92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2650" y="5143500"/>
          <a:ext cx="1219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5143500"/>
                        <a:ext cx="1219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7" name="Object 59">
            <a:extLst>
              <a:ext uri="{FF2B5EF4-FFF2-40B4-BE49-F238E27FC236}">
                <a16:creationId xmlns:a16="http://schemas.microsoft.com/office/drawing/2014/main" id="{8EA03EF0-A674-8FD9-3D33-236BD8EF2F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2175" y="5092700"/>
          <a:ext cx="1409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5092700"/>
                        <a:ext cx="1409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2">
            <a:extLst>
              <a:ext uri="{FF2B5EF4-FFF2-40B4-BE49-F238E27FC236}">
                <a16:creationId xmlns:a16="http://schemas.microsoft.com/office/drawing/2014/main" id="{20E8D728-B98F-2AA0-5EF9-25092CDEC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349250"/>
            <a:ext cx="22098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Theorem 5. if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3560" name="Object 4">
            <a:extLst>
              <a:ext uri="{FF2B5EF4-FFF2-40B4-BE49-F238E27FC236}">
                <a16:creationId xmlns:a16="http://schemas.microsoft.com/office/drawing/2014/main" id="{0059FE2E-3B28-EA60-5F9B-6DA32D93DC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28625"/>
          <a:ext cx="4049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8625"/>
                        <a:ext cx="4049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5">
            <a:extLst>
              <a:ext uri="{FF2B5EF4-FFF2-40B4-BE49-F238E27FC236}">
                <a16:creationId xmlns:a16="http://schemas.microsoft.com/office/drawing/2014/main" id="{A8E4B062-9572-D8E1-FBF7-BDAC565B3A8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30925" y="373360"/>
            <a:ext cx="2438400" cy="461665"/>
          </a:xfrm>
          <a:prstGeom prst="rect">
            <a:avLst/>
          </a:prstGeom>
          <a:blipFill>
            <a:blip r:embed="rId12"/>
            <a:stretch>
              <a:fillRect l="-3627" t="-10811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7174" name="Object 6">
            <a:extLst>
              <a:ext uri="{FF2B5EF4-FFF2-40B4-BE49-F238E27FC236}">
                <a16:creationId xmlns:a16="http://schemas.microsoft.com/office/drawing/2014/main" id="{ED03777E-DB55-D995-3C59-FB5100F6AC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1063" y="1066800"/>
          <a:ext cx="157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1066800"/>
                        <a:ext cx="157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171E999B-5019-2FC5-7EB8-9A9B0C85D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1066800"/>
          <a:ext cx="1409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066800"/>
                        <a:ext cx="1409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>
            <a:extLst>
              <a:ext uri="{FF2B5EF4-FFF2-40B4-BE49-F238E27FC236}">
                <a16:creationId xmlns:a16="http://schemas.microsoft.com/office/drawing/2014/main" id="{21B998AC-C335-ABB0-182C-291445FAE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090738"/>
            <a:ext cx="1676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 </a:t>
            </a:r>
            <a:r>
              <a:rPr lang="zh-CN" altLang="en-US" sz="2400" b="1">
                <a:solidFill>
                  <a:schemeClr val="tx2"/>
                </a:solidFill>
              </a:rPr>
              <a:t>因</a:t>
            </a:r>
            <a:endParaRPr lang="zh-CN" altLang="en-US" sz="2400"/>
          </a:p>
        </p:txBody>
      </p:sp>
      <p:graphicFrame>
        <p:nvGraphicFramePr>
          <p:cNvPr id="7178" name="Object 10">
            <a:extLst>
              <a:ext uri="{FF2B5EF4-FFF2-40B4-BE49-F238E27FC236}">
                <a16:creationId xmlns:a16="http://schemas.microsoft.com/office/drawing/2014/main" id="{5FCDCE29-4531-9A70-49D8-487C47869F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179638"/>
          <a:ext cx="4049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79638"/>
                        <a:ext cx="4049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>
            <a:extLst>
              <a:ext uri="{FF2B5EF4-FFF2-40B4-BE49-F238E27FC236}">
                <a16:creationId xmlns:a16="http://schemas.microsoft.com/office/drawing/2014/main" id="{03A839F7-8836-F126-F588-2833277B8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2117725"/>
            <a:ext cx="76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</a:t>
            </a:r>
            <a:endParaRPr lang="zh-CN" altLang="en-US" sz="2400"/>
          </a:p>
        </p:txBody>
      </p:sp>
      <p:graphicFrame>
        <p:nvGraphicFramePr>
          <p:cNvPr id="7180" name="Object 12">
            <a:extLst>
              <a:ext uri="{FF2B5EF4-FFF2-40B4-BE49-F238E27FC236}">
                <a16:creationId xmlns:a16="http://schemas.microsoft.com/office/drawing/2014/main" id="{1E99492E-BD18-6550-ABDC-5EA72A1E0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5100" y="2782888"/>
          <a:ext cx="4354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782888"/>
                        <a:ext cx="4354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Text Box 13">
            <a:extLst>
              <a:ext uri="{FF2B5EF4-FFF2-40B4-BE49-F238E27FC236}">
                <a16:creationId xmlns:a16="http://schemas.microsoft.com/office/drawing/2014/main" id="{A50F3BDA-BFEF-2E63-593A-A10122120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2751138"/>
            <a:ext cx="1066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where</a:t>
            </a:r>
            <a:endParaRPr lang="zh-CN" altLang="en-US" sz="2400"/>
          </a:p>
        </p:txBody>
      </p:sp>
      <p:graphicFrame>
        <p:nvGraphicFramePr>
          <p:cNvPr id="7182" name="Object 14">
            <a:extLst>
              <a:ext uri="{FF2B5EF4-FFF2-40B4-BE49-F238E27FC236}">
                <a16:creationId xmlns:a16="http://schemas.microsoft.com/office/drawing/2014/main" id="{AA6AFD08-2005-9A24-8FEA-B74082B08F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6700" y="278765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2787650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Text Box 16">
            <a:extLst>
              <a:ext uri="{FF2B5EF4-FFF2-40B4-BE49-F238E27FC236}">
                <a16:creationId xmlns:a16="http://schemas.microsoft.com/office/drawing/2014/main" id="{F50498E8-3E3B-87B4-97CF-528A81F5C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3533775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7185" name="Object 17">
            <a:extLst>
              <a:ext uri="{FF2B5EF4-FFF2-40B4-BE49-F238E27FC236}">
                <a16:creationId xmlns:a16="http://schemas.microsoft.com/office/drawing/2014/main" id="{B2EE0107-837D-F969-2817-0BFA4F39D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3340100"/>
          <a:ext cx="1930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340100"/>
                        <a:ext cx="1930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8">
            <a:extLst>
              <a:ext uri="{FF2B5EF4-FFF2-40B4-BE49-F238E27FC236}">
                <a16:creationId xmlns:a16="http://schemas.microsoft.com/office/drawing/2014/main" id="{105A8E5E-86CD-4E19-0347-EF8BDFA83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4550" y="3340100"/>
          <a:ext cx="17764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3340100"/>
                        <a:ext cx="17764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9">
            <a:extLst>
              <a:ext uri="{FF2B5EF4-FFF2-40B4-BE49-F238E27FC236}">
                <a16:creationId xmlns:a16="http://schemas.microsoft.com/office/drawing/2014/main" id="{E08C6C57-9392-CA45-52C6-2F3803EE76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5100" y="3340100"/>
          <a:ext cx="16875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3340100"/>
                        <a:ext cx="16875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>
            <a:extLst>
              <a:ext uri="{FF2B5EF4-FFF2-40B4-BE49-F238E27FC236}">
                <a16:creationId xmlns:a16="http://schemas.microsoft.com/office/drawing/2014/main" id="{391E6721-EDF6-449D-9CFF-A68553431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3581400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581400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Text Box 21">
            <a:extLst>
              <a:ext uri="{FF2B5EF4-FFF2-40B4-BE49-F238E27FC236}">
                <a16:creationId xmlns:a16="http://schemas.microsoft.com/office/drawing/2014/main" id="{3A54589D-2A34-FF52-343C-84D42D2CC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900488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</a:rPr>
              <a:t>infinitesimal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sp>
        <p:nvSpPr>
          <p:cNvPr id="7190" name="Line 22">
            <a:extLst>
              <a:ext uri="{FF2B5EF4-FFF2-40B4-BE49-F238E27FC236}">
                <a16:creationId xmlns:a16="http://schemas.microsoft.com/office/drawing/2014/main" id="{28B23362-F6A3-3424-4D27-861F9E6DA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1350" y="3976688"/>
            <a:ext cx="161925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09" name="Line 41">
            <a:extLst>
              <a:ext uri="{FF2B5EF4-FFF2-40B4-BE49-F238E27FC236}">
                <a16:creationId xmlns:a16="http://schemas.microsoft.com/office/drawing/2014/main" id="{8A124635-967E-3AC4-CE53-3F8544F6B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210050"/>
            <a:ext cx="1439862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10" name="Text Box 42">
            <a:extLst>
              <a:ext uri="{FF2B5EF4-FFF2-40B4-BE49-F238E27FC236}">
                <a16:creationId xmlns:a16="http://schemas.microsoft.com/office/drawing/2014/main" id="{C2DAA462-9988-A6DE-AC6B-74B881A32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129088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</a:rPr>
              <a:t>bounded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graphicFrame>
        <p:nvGraphicFramePr>
          <p:cNvPr id="7223" name="Object 55">
            <a:extLst>
              <a:ext uri="{FF2B5EF4-FFF2-40B4-BE49-F238E27FC236}">
                <a16:creationId xmlns:a16="http://schemas.microsoft.com/office/drawing/2014/main" id="{8F09B8DB-5830-016C-B87F-6B93FE4161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4300" y="1089025"/>
          <a:ext cx="698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1089025"/>
                        <a:ext cx="698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6" name="Text Box 48">
            <a:extLst>
              <a:ext uri="{FF2B5EF4-FFF2-40B4-BE49-F238E27FC236}">
                <a16:creationId xmlns:a16="http://schemas.microsoft.com/office/drawing/2014/main" id="{A01A2356-2B33-24A6-FB64-6CD8B98D9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4652963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7217" name="Object 49">
            <a:extLst>
              <a:ext uri="{FF2B5EF4-FFF2-40B4-BE49-F238E27FC236}">
                <a16:creationId xmlns:a16="http://schemas.microsoft.com/office/drawing/2014/main" id="{F553B3F0-D798-E7AE-2A9E-D6B763FA6F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5588" y="4754563"/>
          <a:ext cx="2381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0" imgH="0" progId="Equation.3">
                  <p:embed/>
                </p:oleObj>
              </mc:Choice>
              <mc:Fallback>
                <p:oleObj name="Equation" r:id="rId32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4754563"/>
                        <a:ext cx="2381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6" name="Rectangle 58">
            <a:extLst>
              <a:ext uri="{FF2B5EF4-FFF2-40B4-BE49-F238E27FC236}">
                <a16:creationId xmlns:a16="http://schemas.microsoft.com/office/drawing/2014/main" id="{6EDFE96D-3E59-9214-05CF-CA570D7FB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799013"/>
            <a:ext cx="6324600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20" name="Text Box 52">
            <a:extLst>
              <a:ext uri="{FF2B5EF4-FFF2-40B4-BE49-F238E27FC236}">
                <a16:creationId xmlns:a16="http://schemas.microsoft.com/office/drawing/2014/main" id="{38D3665D-E149-9296-8C95-239B3EE3F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5514975"/>
            <a:ext cx="495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fromlimit and infinitesimalrelationTheorem , get</a:t>
            </a:r>
            <a:endParaRPr lang="zh-CN" altLang="en-US" sz="2400"/>
          </a:p>
        </p:txBody>
      </p:sp>
      <p:graphicFrame>
        <p:nvGraphicFramePr>
          <p:cNvPr id="7221" name="Object 53">
            <a:extLst>
              <a:ext uri="{FF2B5EF4-FFF2-40B4-BE49-F238E27FC236}">
                <a16:creationId xmlns:a16="http://schemas.microsoft.com/office/drawing/2014/main" id="{F915DD9D-90AC-1902-EE8D-AFA60D0BBF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7275" y="5365750"/>
          <a:ext cx="1930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0" imgH="0" progId="Equation.3">
                  <p:embed/>
                </p:oleObj>
              </mc:Choice>
              <mc:Fallback>
                <p:oleObj name="Equation" r:id="rId34" imgW="0" imgH="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5365750"/>
                        <a:ext cx="1930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2" name="Object 54">
            <a:extLst>
              <a:ext uri="{FF2B5EF4-FFF2-40B4-BE49-F238E27FC236}">
                <a16:creationId xmlns:a16="http://schemas.microsoft.com/office/drawing/2014/main" id="{1CB0F73F-088C-FF36-7D9D-77506C6FE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0063" y="5356225"/>
          <a:ext cx="157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0" imgH="0" progId="Equation.3">
                  <p:embed/>
                </p:oleObj>
              </mc:Choice>
              <mc:Fallback>
                <p:oleObj name="Equation" r:id="rId36" imgW="0" imgH="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3" y="5356225"/>
                        <a:ext cx="157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" name="Object 51">
            <a:extLst>
              <a:ext uri="{FF2B5EF4-FFF2-40B4-BE49-F238E27FC236}">
                <a16:creationId xmlns:a16="http://schemas.microsoft.com/office/drawing/2014/main" id="{1691C176-F468-DDA2-4A59-23A108A33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483100"/>
          <a:ext cx="1930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0" imgH="0" progId="Equation.3">
                  <p:embed/>
                </p:oleObj>
              </mc:Choice>
              <mc:Fallback>
                <p:oleObj name="Equation" r:id="rId38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83100"/>
                        <a:ext cx="1930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8" name="Text Box 50">
            <a:extLst>
              <a:ext uri="{FF2B5EF4-FFF2-40B4-BE49-F238E27FC236}">
                <a16:creationId xmlns:a16="http://schemas.microsoft.com/office/drawing/2014/main" id="{5A8830DE-D13C-1C7E-6B1B-868AC47EE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463" y="4635500"/>
            <a:ext cx="2057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infinitesimal,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 autoUpdateAnimBg="0"/>
      <p:bldP spid="7229" grpId="0" autoUpdateAnimBg="0"/>
      <p:bldP spid="7173" grpId="0" build="p" autoUpdateAnimBg="0" advAuto="0"/>
      <p:bldP spid="7177" grpId="0" autoUpdateAnimBg="0"/>
      <p:bldP spid="7179" grpId="0" autoUpdateAnimBg="0"/>
      <p:bldP spid="7181" grpId="0" autoUpdateAnimBg="0"/>
      <p:bldP spid="7184" grpId="0" autoUpdateAnimBg="0"/>
      <p:bldP spid="7189" grpId="0" build="p" autoUpdateAnimBg="0"/>
      <p:bldP spid="7210" grpId="0" autoUpdateAnimBg="0"/>
      <p:bldP spid="7216" grpId="0" autoUpdateAnimBg="0"/>
      <p:bldP spid="7220" grpId="0" autoUpdateAnimBg="0"/>
      <p:bldP spid="721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FCC5E9F4-84E1-F7AA-C0B9-F980006FA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609600"/>
            <a:ext cx="2057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Theorem6 . if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4578" name="Object 4">
            <a:extLst>
              <a:ext uri="{FF2B5EF4-FFF2-40B4-BE49-F238E27FC236}">
                <a16:creationId xmlns:a16="http://schemas.microsoft.com/office/drawing/2014/main" id="{F281BFEA-9759-8EB6-3509-6F1C22A1A1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685800"/>
          <a:ext cx="3657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85800"/>
                        <a:ext cx="3657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 Box 5">
            <a:extLst>
              <a:ext uri="{FF2B5EF4-FFF2-40B4-BE49-F238E27FC236}">
                <a16:creationId xmlns:a16="http://schemas.microsoft.com/office/drawing/2014/main" id="{2B555F75-DE84-8EDC-7E7A-891186D61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63575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648A6754-F1D7-B222-FD07-198E753C17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125" y="1600200"/>
          <a:ext cx="2527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1600200"/>
                        <a:ext cx="2527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>
            <a:extLst>
              <a:ext uri="{FF2B5EF4-FFF2-40B4-BE49-F238E27FC236}">
                <a16:creationId xmlns:a16="http://schemas.microsoft.com/office/drawing/2014/main" id="{67A7C2E6-F139-F08A-E797-61C5337B4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438400"/>
          <a:ext cx="1993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1993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CB3BACF3-E2D0-64D3-EB44-95CF94B45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276600"/>
          <a:ext cx="358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6600"/>
                        <a:ext cx="358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>
            <a:extLst>
              <a:ext uri="{FF2B5EF4-FFF2-40B4-BE49-F238E27FC236}">
                <a16:creationId xmlns:a16="http://schemas.microsoft.com/office/drawing/2014/main" id="{709940CC-E350-BFE7-9AB4-2CDF2D5FA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997200"/>
          <a:ext cx="1727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997200"/>
                        <a:ext cx="1727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>
            <a:extLst>
              <a:ext uri="{FF2B5EF4-FFF2-40B4-BE49-F238E27FC236}">
                <a16:creationId xmlns:a16="http://schemas.microsoft.com/office/drawing/2014/main" id="{85AD8B43-59DF-013A-BE50-A4C8A5BD9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654175"/>
          <a:ext cx="1155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654175"/>
                        <a:ext cx="1155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>
            <a:extLst>
              <a:ext uri="{FF2B5EF4-FFF2-40B4-BE49-F238E27FC236}">
                <a16:creationId xmlns:a16="http://schemas.microsoft.com/office/drawing/2014/main" id="{97BA6FE4-3C01-3BC8-8BB6-7AE830495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9188" y="2509838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2509838"/>
                        <a:ext cx="812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>
            <a:extLst>
              <a:ext uri="{FF2B5EF4-FFF2-40B4-BE49-F238E27FC236}">
                <a16:creationId xmlns:a16="http://schemas.microsoft.com/office/drawing/2014/main" id="{AC2F6ED3-4032-49B8-3834-AB7B0CF69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165600"/>
            <a:ext cx="74190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solidFill>
                  <a:schemeClr val="tx2"/>
                </a:solidFill>
              </a:rPr>
              <a:t>Hint: becausesequence is </a:t>
            </a:r>
            <a:r>
              <a:rPr lang="zh-CN" altLang="en-GB" sz="2400" b="1">
                <a:solidFill>
                  <a:schemeClr val="tx2"/>
                </a:solidFill>
              </a:rPr>
              <a:t>一 </a:t>
            </a:r>
            <a:r>
              <a:rPr lang="en-GB" altLang="zh-CN" sz="2400" b="1">
                <a:solidFill>
                  <a:schemeClr val="tx2"/>
                </a:solidFill>
              </a:rPr>
              <a:t>kind special's function ,</a:t>
            </a:r>
            <a:endParaRPr lang="en-US" altLang="zh-CN" sz="2400"/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DA1C565E-B714-7DB0-FED9-2ADE1CF79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238" y="4151313"/>
            <a:ext cx="38940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hence thisTheorem canfrom</a:t>
            </a:r>
            <a:endParaRPr lang="zh-CN" altLang="en-US" sz="2400"/>
          </a:p>
        </p:txBody>
      </p:sp>
      <p:sp>
        <p:nvSpPr>
          <p:cNvPr id="8211" name="Text Box 19">
            <a:extLst>
              <a:ext uri="{FF2B5EF4-FFF2-40B4-BE49-F238E27FC236}">
                <a16:creationId xmlns:a16="http://schemas.microsoft.com/office/drawing/2014/main" id="{7A2AD474-C2DF-F46F-F6A7-0015A45BB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21238"/>
            <a:ext cx="57647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Theorem3 , 4 , 5 direct get outconclusion .</a:t>
            </a:r>
            <a:endParaRPr lang="en-US" altLang="zh-CN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9" grpId="0" build="p" autoUpdateAnimBg="0"/>
      <p:bldP spid="8210" grpId="0" build="p" autoUpdateAnimBg="0"/>
      <p:bldP spid="8211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9" name="Text Box 23">
            <a:extLst>
              <a:ext uri="{FF2B5EF4-FFF2-40B4-BE49-F238E27FC236}">
                <a16:creationId xmlns:a16="http://schemas.microsoft.com/office/drawing/2014/main" id="{3E562BB4-B43B-AE2B-8B6B-3C0806534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795963"/>
            <a:ext cx="3352800" cy="46196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zh-CN"/>
              <a:t>x = 3 when denominator is 0 !</a:t>
            </a:r>
            <a:endParaRPr lang="en-US" altLang="zh-CN" sz="2400"/>
          </a:p>
        </p:txBody>
      </p:sp>
      <p:graphicFrame>
        <p:nvGraphicFramePr>
          <p:cNvPr id="9251" name="Object 35">
            <a:extLst>
              <a:ext uri="{FF2B5EF4-FFF2-40B4-BE49-F238E27FC236}">
                <a16:creationId xmlns:a16="http://schemas.microsoft.com/office/drawing/2014/main" id="{E056DE64-A120-610B-14D4-D4625C88D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365625"/>
          <a:ext cx="157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365625"/>
                        <a:ext cx="1574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2">
            <a:extLst>
              <a:ext uri="{FF2B5EF4-FFF2-40B4-BE49-F238E27FC236}">
                <a16:creationId xmlns:a16="http://schemas.microsoft.com/office/drawing/2014/main" id="{033AAC51-30DA-FBB8-456D-C50A6D6F9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9588" y="336550"/>
            <a:ext cx="3429000" cy="762000"/>
          </a:xfrm>
        </p:spPr>
        <p:txBody>
          <a:bodyPr/>
          <a:lstStyle/>
          <a:p>
            <a:pPr eaLnBrk="1" hangingPunct="1"/>
            <a:r>
              <a:rPr lang="en-GB" altLang="zh-CN" sz="2400" b="1">
                <a:ea typeface="楷体_GB2312" pitchFamily="49" charset="-122"/>
              </a:rPr>
              <a:t>Example3. Let has </a:t>
            </a:r>
            <a:r>
              <a:rPr lang="zh-CN" altLang="en-GB" sz="2400" b="1">
                <a:ea typeface="楷体_GB2312" pitchFamily="49" charset="-122"/>
              </a:rPr>
              <a:t>分 </a:t>
            </a:r>
            <a:r>
              <a:rPr lang="en-GB" altLang="zh-CN" sz="2400" b="1">
                <a:ea typeface="楷体_GB2312" pitchFamily="49" charset="-122"/>
              </a:rPr>
              <a:t>formulafunction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800D2DB1-1FFC-5F7E-10B9-8192E21D9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463" y="306388"/>
          <a:ext cx="19923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306388"/>
                        <a:ext cx="19923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>
            <a:extLst>
              <a:ext uri="{FF2B5EF4-FFF2-40B4-BE49-F238E27FC236}">
                <a16:creationId xmlns:a16="http://schemas.microsoft.com/office/drawing/2014/main" id="{0F8DF2F8-D800-5FFF-D74A-D3C4D5091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2863" y="501650"/>
            <a:ext cx="1143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where</a:t>
            </a:r>
            <a:endParaRPr lang="zh-CN" altLang="en-US" sz="2400"/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9DFD7D48-0CA5-4527-4113-CB30AFDBED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9300" y="530225"/>
          <a:ext cx="1636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530225"/>
                        <a:ext cx="1636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>
            <a:extLst>
              <a:ext uri="{FF2B5EF4-FFF2-40B4-BE49-F238E27FC236}">
                <a16:creationId xmlns:a16="http://schemas.microsoft.com/office/drawing/2014/main" id="{4223FF29-1FD5-E0D1-A55F-639A505DC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275" y="47466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all is</a:t>
            </a:r>
            <a:endParaRPr lang="zh-CN" altLang="en-US" sz="2400"/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80891D7C-A835-2939-B9BF-783559A85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8" y="1343025"/>
            <a:ext cx="1355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polynomial ,</a:t>
            </a:r>
          </a:p>
        </p:txBody>
      </p:sp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3588FAA0-4082-203D-DBF0-6E88CE7B9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6300" y="1333500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1333500"/>
                        <a:ext cx="156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Text Box 10">
            <a:extLst>
              <a:ext uri="{FF2B5EF4-FFF2-40B4-BE49-F238E27FC236}">
                <a16:creationId xmlns:a16="http://schemas.microsoft.com/office/drawing/2014/main" id="{B21EF0F3-64A1-540C-B725-1B122EDA8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300163"/>
            <a:ext cx="1447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试</a:t>
            </a:r>
            <a:r>
              <a:rPr lang="en-US" altLang="zh-CN" sz="2400"/>
              <a:t>Proof:</a:t>
            </a:r>
          </a:p>
        </p:txBody>
      </p:sp>
      <p:graphicFrame>
        <p:nvGraphicFramePr>
          <p:cNvPr id="9227" name="Object 11">
            <a:extLst>
              <a:ext uri="{FF2B5EF4-FFF2-40B4-BE49-F238E27FC236}">
                <a16:creationId xmlns:a16="http://schemas.microsoft.com/office/drawing/2014/main" id="{8498C84C-A123-BBFE-DDEE-857C7893A2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358900"/>
          <a:ext cx="27670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58900"/>
                        <a:ext cx="27670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>
            <a:extLst>
              <a:ext uri="{FF2B5EF4-FFF2-40B4-BE49-F238E27FC236}">
                <a16:creationId xmlns:a16="http://schemas.microsoft.com/office/drawing/2014/main" id="{09D0C705-DD67-EB05-0294-DD739CDA9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484438"/>
            <a:ext cx="1143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</a:p>
        </p:txBody>
      </p:sp>
      <p:graphicFrame>
        <p:nvGraphicFramePr>
          <p:cNvPr id="9229" name="Object 13">
            <a:extLst>
              <a:ext uri="{FF2B5EF4-FFF2-40B4-BE49-F238E27FC236}">
                <a16:creationId xmlns:a16="http://schemas.microsoft.com/office/drawing/2014/main" id="{110C6218-548C-B604-B8A0-C06A8A7D52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6825" y="2501900"/>
          <a:ext cx="1714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2501900"/>
                        <a:ext cx="1714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>
            <a:extLst>
              <a:ext uri="{FF2B5EF4-FFF2-40B4-BE49-F238E27FC236}">
                <a16:creationId xmlns:a16="http://schemas.microsoft.com/office/drawing/2014/main" id="{E399BCF0-267A-74FE-839E-EAC9A7D2A3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9750" y="2138363"/>
          <a:ext cx="14732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138363"/>
                        <a:ext cx="14732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16">
            <a:extLst>
              <a:ext uri="{FF2B5EF4-FFF2-40B4-BE49-F238E27FC236}">
                <a16:creationId xmlns:a16="http://schemas.microsoft.com/office/drawing/2014/main" id="{631444E8-19C2-E4BA-5ABF-8C5832F1F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013" y="2336800"/>
          <a:ext cx="1206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2336800"/>
                        <a:ext cx="1206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7">
            <a:extLst>
              <a:ext uri="{FF2B5EF4-FFF2-40B4-BE49-F238E27FC236}">
                <a16:creationId xmlns:a16="http://schemas.microsoft.com/office/drawing/2014/main" id="{9E325704-C995-C894-808D-EE0167ED3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7575" y="2555875"/>
          <a:ext cx="116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2555875"/>
                        <a:ext cx="1168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Text Box 18">
            <a:extLst>
              <a:ext uri="{FF2B5EF4-FFF2-40B4-BE49-F238E27FC236}">
                <a16:creationId xmlns:a16="http://schemas.microsoft.com/office/drawing/2014/main" id="{F1DCC513-B124-746C-DC62-C59599E02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3670300"/>
            <a:ext cx="1828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if</a:t>
            </a:r>
            <a:endParaRPr lang="zh-CN" altLang="en-US" sz="2400"/>
          </a:p>
        </p:txBody>
      </p:sp>
      <p:graphicFrame>
        <p:nvGraphicFramePr>
          <p:cNvPr id="9235" name="Object 19">
            <a:extLst>
              <a:ext uri="{FF2B5EF4-FFF2-40B4-BE49-F238E27FC236}">
                <a16:creationId xmlns:a16="http://schemas.microsoft.com/office/drawing/2014/main" id="{4CAF92C9-7975-0D11-9864-9A0E5955E2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1813" y="3675063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3675063"/>
                        <a:ext cx="156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Text Box 20">
            <a:extLst>
              <a:ext uri="{FF2B5EF4-FFF2-40B4-BE49-F238E27FC236}">
                <a16:creationId xmlns:a16="http://schemas.microsoft.com/office/drawing/2014/main" id="{B7FE4A0B-BEE3-4FDE-CA1A-D4B71333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662363"/>
            <a:ext cx="449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not can direct use</a:t>
            </a:r>
            <a:r>
              <a:rPr lang="zh-CN" altLang="en-GB" sz="2400"/>
              <a:t>商</a:t>
            </a:r>
            <a:r>
              <a:rPr lang="en-GB" altLang="zh-CN" sz="2400"/>
              <a:t>'s operation</a:t>
            </a:r>
            <a:r>
              <a:rPr lang="zh-CN" altLang="en-GB" sz="2400"/>
              <a:t>法</a:t>
            </a:r>
            <a:r>
              <a:rPr lang="en-GB" altLang="zh-CN" sz="2400"/>
              <a:t>then .</a:t>
            </a:r>
            <a:endParaRPr lang="en-US" altLang="zh-CN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8CA626B-B7E9-163C-6B75-EB1C473FF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4589463"/>
            <a:ext cx="1905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Example4.</a:t>
            </a:r>
            <a:endParaRPr lang="en-US" altLang="zh-CN" sz="2400"/>
          </a:p>
        </p:txBody>
      </p:sp>
      <p:graphicFrame>
        <p:nvGraphicFramePr>
          <p:cNvPr id="9238" name="Object 22">
            <a:extLst>
              <a:ext uri="{FF2B5EF4-FFF2-40B4-BE49-F238E27FC236}">
                <a16:creationId xmlns:a16="http://schemas.microsoft.com/office/drawing/2014/main" id="{22423EFE-C655-CC95-34A4-07530321AE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7300" y="4292600"/>
          <a:ext cx="21701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4292600"/>
                        <a:ext cx="217011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9" name="Object 33">
            <a:extLst>
              <a:ext uri="{FF2B5EF4-FFF2-40B4-BE49-F238E27FC236}">
                <a16:creationId xmlns:a16="http://schemas.microsoft.com/office/drawing/2014/main" id="{D954AD0C-9588-4A58-CBEA-89F2EA2A77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9013" y="4365625"/>
          <a:ext cx="27543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4365625"/>
                        <a:ext cx="27543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4" name="Object 38">
            <a:extLst>
              <a:ext uri="{FF2B5EF4-FFF2-40B4-BE49-F238E27FC236}">
                <a16:creationId xmlns:a16="http://schemas.microsoft.com/office/drawing/2014/main" id="{E6952071-66B7-9710-16C4-DBBBFC3F4D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5411788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411788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5" name="Object 39">
            <a:extLst>
              <a:ext uri="{FF2B5EF4-FFF2-40B4-BE49-F238E27FC236}">
                <a16:creationId xmlns:a16="http://schemas.microsoft.com/office/drawing/2014/main" id="{96346E8C-C332-1982-6353-885C0C467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5402263"/>
          <a:ext cx="50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402263"/>
                        <a:ext cx="508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7" name="Line 41">
            <a:extLst>
              <a:ext uri="{FF2B5EF4-FFF2-40B4-BE49-F238E27FC236}">
                <a16:creationId xmlns:a16="http://schemas.microsoft.com/office/drawing/2014/main" id="{E5AD4043-FA21-63B2-CD19-0C97535627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5338763"/>
            <a:ext cx="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8" name="Text Box 42">
            <a:extLst>
              <a:ext uri="{FF2B5EF4-FFF2-40B4-BE49-F238E27FC236}">
                <a16:creationId xmlns:a16="http://schemas.microsoft.com/office/drawing/2014/main" id="{C9D0A417-22DB-AC37-0C76-3FC02594C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543" y="1331913"/>
            <a:ext cx="303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if</a:t>
            </a:r>
            <a:endParaRPr lang="zh-CN" altLang="en-US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9" grpId="0" animBg="1" autoUpdateAnimBg="0"/>
      <p:bldP spid="9221" grpId="0" build="p" autoUpdateAnimBg="0"/>
      <p:bldP spid="9223" grpId="0" build="p" autoUpdateAnimBg="0" advAuto="0"/>
      <p:bldP spid="9224" grpId="0" build="p" autoUpdateAnimBg="0" advAuto="0"/>
      <p:bldP spid="9226" grpId="0" autoUpdateAnimBg="0"/>
      <p:bldP spid="9228" grpId="0" autoUpdateAnimBg="0"/>
      <p:bldP spid="9234" grpId="0" autoUpdateAnimBg="0"/>
      <p:bldP spid="9236" grpId="0" autoUpdateAnimBg="0"/>
      <p:bldP spid="9237" grpId="0" autoUpdateAnimBg="0"/>
      <p:bldP spid="925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80888BDF-8A39-E46F-C9F6-DEECA82AD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638175"/>
            <a:ext cx="1752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Example5 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6626" name="Object 4">
            <a:extLst>
              <a:ext uri="{FF2B5EF4-FFF2-40B4-BE49-F238E27FC236}">
                <a16:creationId xmlns:a16="http://schemas.microsoft.com/office/drawing/2014/main" id="{BD1BC9EE-6EA9-7C40-83D3-AB7BD6E4A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75" y="398463"/>
          <a:ext cx="2735263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398463"/>
                        <a:ext cx="2735263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>
            <a:extLst>
              <a:ext uri="{FF2B5EF4-FFF2-40B4-BE49-F238E27FC236}">
                <a16:creationId xmlns:a16="http://schemas.microsoft.com/office/drawing/2014/main" id="{C1A23BC5-0700-CE8A-5C4A-E48CD7DBF05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3400" y="1752600"/>
            <a:ext cx="2133600" cy="461665"/>
          </a:xfrm>
          <a:prstGeom prst="rect">
            <a:avLst/>
          </a:prstGeom>
          <a:blipFill>
            <a:blip r:embed="rId4"/>
            <a:stretch>
              <a:fillRect l="-4734" t="-13514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ED405FF8-9C7D-F239-5BD2-23EB69F2BE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7125" y="2443163"/>
          <a:ext cx="25479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443163"/>
                        <a:ext cx="254793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B8AC36A6-2DE8-7292-A479-AAB2F4B1FF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832100"/>
          <a:ext cx="6016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0" imgH="0" progId="Equation.3">
                  <p:embed/>
                </p:oleObj>
              </mc:Choice>
              <mc:Fallback>
                <p:oleObj name="公式" r:id="rId7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832100"/>
                        <a:ext cx="6016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75DBD72D-1E70-BA09-65D2-D0D0E3F032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6663" y="2441575"/>
          <a:ext cx="2243137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2441575"/>
                        <a:ext cx="2243137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>
            <a:extLst>
              <a:ext uri="{FF2B5EF4-FFF2-40B4-BE49-F238E27FC236}">
                <a16:creationId xmlns:a16="http://schemas.microsoft.com/office/drawing/2014/main" id="{540D0161-45F5-049E-5BA9-073B7B3EC9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4010025"/>
          <a:ext cx="389731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4010025"/>
                        <a:ext cx="389731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10">
            <a:extLst>
              <a:ext uri="{FF2B5EF4-FFF2-40B4-BE49-F238E27FC236}">
                <a16:creationId xmlns:a16="http://schemas.microsoft.com/office/drawing/2014/main" id="{DF7442A2-7A6C-A3E9-6749-BF15769D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752600"/>
            <a:ext cx="327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denominator = 0 , numerator≠0 ,</a:t>
            </a:r>
            <a:endParaRPr lang="en-US" altLang="zh-CN" sz="2400"/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9BCBD0F3-D65E-AB45-D861-253C1C438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743075"/>
            <a:ext cx="1371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but</a:t>
            </a:r>
            <a:r>
              <a:rPr lang="zh-CN" altLang="en-US" sz="2400"/>
              <a:t>因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" grpId="0" autoUpdateAnimBg="0"/>
      <p:bldP spid="1025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9870A98-995A-60DC-DDCD-DE945B8D7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95338"/>
            <a:ext cx="1752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Example6 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7650" name="Object 4">
            <a:extLst>
              <a:ext uri="{FF2B5EF4-FFF2-40B4-BE49-F238E27FC236}">
                <a16:creationId xmlns:a16="http://schemas.microsoft.com/office/drawing/2014/main" id="{75EA12CA-3EBF-56EC-D2C5-A019F12AF8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58800"/>
          <a:ext cx="2603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58800"/>
                        <a:ext cx="2603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>
            <a:extLst>
              <a:ext uri="{FF2B5EF4-FFF2-40B4-BE49-F238E27FC236}">
                <a16:creationId xmlns:a16="http://schemas.microsoft.com/office/drawing/2014/main" id="{8F4566AA-B18A-0155-18A4-7B38630D9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</a:t>
            </a:r>
          </a:p>
        </p:txBody>
      </p:sp>
      <p:graphicFrame>
        <p:nvGraphicFramePr>
          <p:cNvPr id="11270" name="Object 6">
            <a:extLst>
              <a:ext uri="{FF2B5EF4-FFF2-40B4-BE49-F238E27FC236}">
                <a16:creationId xmlns:a16="http://schemas.microsoft.com/office/drawing/2014/main" id="{9B1DEDEF-5EB9-52A3-32FE-E37D4E3393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1966913"/>
          <a:ext cx="1003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1966913"/>
                        <a:ext cx="1003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>
            <a:extLst>
              <a:ext uri="{FF2B5EF4-FFF2-40B4-BE49-F238E27FC236}">
                <a16:creationId xmlns:a16="http://schemas.microsoft.com/office/drawing/2014/main" id="{2130E6A8-939E-9605-D170-E8650A308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828800"/>
            <a:ext cx="83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</a:t>
            </a:r>
          </a:p>
        </p:txBody>
      </p:sp>
      <p:graphicFrame>
        <p:nvGraphicFramePr>
          <p:cNvPr id="11272" name="Object 8">
            <a:extLst>
              <a:ext uri="{FF2B5EF4-FFF2-40B4-BE49-F238E27FC236}">
                <a16:creationId xmlns:a16="http://schemas.microsoft.com/office/drawing/2014/main" id="{935DB6A7-9D43-790F-48C3-65D668B38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981200"/>
          <a:ext cx="901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81200"/>
                        <a:ext cx="901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9">
            <a:extLst>
              <a:ext uri="{FF2B5EF4-FFF2-40B4-BE49-F238E27FC236}">
                <a16:creationId xmlns:a16="http://schemas.microsoft.com/office/drawing/2014/main" id="{20D176C2-4A9F-089C-C304-8B6E83CC3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887538"/>
            <a:ext cx="1104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numerator</a:t>
            </a:r>
            <a:endParaRPr lang="zh-CN" altLang="en-US" sz="2400"/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67901617-C0CB-4399-0FC5-DAB36C081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9763" y="2019300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763" y="2019300"/>
                        <a:ext cx="876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>
            <a:extLst>
              <a:ext uri="{FF2B5EF4-FFF2-40B4-BE49-F238E27FC236}">
                <a16:creationId xmlns:a16="http://schemas.microsoft.com/office/drawing/2014/main" id="{A56164D3-61BC-1880-D842-5349E5FE7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311525"/>
          <a:ext cx="27178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311525"/>
                        <a:ext cx="27178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Text Box 15">
            <a:extLst>
              <a:ext uri="{FF2B5EF4-FFF2-40B4-BE49-F238E27FC236}">
                <a16:creationId xmlns:a16="http://schemas.microsoft.com/office/drawing/2014/main" id="{2F8928DE-C2A8-D509-13E0-E0445DCFE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90800"/>
            <a:ext cx="304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numeratordenominator divide both by</a:t>
            </a:r>
            <a:endParaRPr lang="zh-CN" altLang="en-US" sz="2400"/>
          </a:p>
        </p:txBody>
      </p:sp>
      <p:graphicFrame>
        <p:nvGraphicFramePr>
          <p:cNvPr id="11280" name="Object 16">
            <a:extLst>
              <a:ext uri="{FF2B5EF4-FFF2-40B4-BE49-F238E27FC236}">
                <a16:creationId xmlns:a16="http://schemas.microsoft.com/office/drawing/2014/main" id="{54149F5F-BE44-9711-1D4D-57DD16BA2E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543175"/>
          <a:ext cx="53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543175"/>
                        <a:ext cx="533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Text Box 17">
            <a:extLst>
              <a:ext uri="{FF2B5EF4-FFF2-40B4-BE49-F238E27FC236}">
                <a16:creationId xmlns:a16="http://schemas.microsoft.com/office/drawing/2014/main" id="{07EC59D5-61D7-1B14-3D72-9EE35D5A4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5796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11282" name="Object 18">
            <a:extLst>
              <a:ext uri="{FF2B5EF4-FFF2-40B4-BE49-F238E27FC236}">
                <a16:creationId xmlns:a16="http://schemas.microsoft.com/office/drawing/2014/main" id="{10E1E860-DC8F-6F3C-F3DE-0AB55B4E2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42900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42900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Text Box 19">
            <a:extLst>
              <a:ext uri="{FF2B5EF4-FFF2-40B4-BE49-F238E27FC236}">
                <a16:creationId xmlns:a16="http://schemas.microsoft.com/office/drawing/2014/main" id="{AE005083-5BCD-9BFC-7F13-438BCB7A2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738" y="1849438"/>
            <a:ext cx="11049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denominator</a:t>
            </a:r>
            <a:endParaRPr lang="zh-CN" altLang="en-US" sz="2400"/>
          </a:p>
        </p:txBody>
      </p:sp>
      <p:sp>
        <p:nvSpPr>
          <p:cNvPr id="11284" name="Text Box 20">
            <a:extLst>
              <a:ext uri="{FF2B5EF4-FFF2-40B4-BE49-F238E27FC236}">
                <a16:creationId xmlns:a16="http://schemas.microsoft.com/office/drawing/2014/main" id="{564723D5-A0FF-A8D8-7B20-BDDDEC827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590800"/>
            <a:ext cx="1911350" cy="461963"/>
          </a:xfrm>
          <a:prstGeom prst="rect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FF00"/>
                </a:solidFill>
                <a:ea typeface="仿宋_GB2312"/>
                <a:cs typeface="仿宋_GB2312"/>
              </a:rPr>
              <a:t>" </a:t>
            </a:r>
            <a:r>
              <a:rPr lang="zh-CN" altLang="en-US" sz="2400" b="1">
                <a:solidFill>
                  <a:srgbClr val="FFFF00"/>
                </a:solidFill>
                <a:ea typeface="仿宋_GB2312"/>
                <a:cs typeface="仿宋_GB2312"/>
              </a:rPr>
              <a:t>抓大头</a:t>
            </a:r>
            <a:r>
              <a:rPr lang="en-US" altLang="zh-CN" sz="2400" b="1">
                <a:solidFill>
                  <a:srgbClr val="FFFF00"/>
                </a:solidFill>
                <a:ea typeface="仿宋_GB2312"/>
                <a:cs typeface="仿宋_GB2312"/>
              </a:rPr>
              <a:t>"</a:t>
            </a:r>
            <a:endParaRPr lang="zh-CN" altLang="en-US" sz="2400" b="1">
              <a:solidFill>
                <a:srgbClr val="FFFF00"/>
              </a:solidFill>
              <a:ea typeface="仿宋_GB2312"/>
              <a:cs typeface="仿宋_GB2312"/>
            </a:endParaRPr>
          </a:p>
        </p:txBody>
      </p:sp>
      <p:sp>
        <p:nvSpPr>
          <p:cNvPr id="11285" name="Text Box 21">
            <a:extLst>
              <a:ext uri="{FF2B5EF4-FFF2-40B4-BE49-F238E27FC236}">
                <a16:creationId xmlns:a16="http://schemas.microsoft.com/office/drawing/2014/main" id="{31AB89FE-FAF3-C745-508E-C9F9E7B51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665" y="3657600"/>
            <a:ext cx="1601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1" grpId="0" autoUpdateAnimBg="0"/>
      <p:bldP spid="11273" grpId="0" build="p" autoUpdateAnimBg="0"/>
      <p:bldP spid="11279" grpId="0" autoUpdateAnimBg="0"/>
      <p:bldP spid="11281" grpId="0" autoUpdateAnimBg="0"/>
      <p:bldP spid="11283" grpId="0" autoUpdateAnimBg="0"/>
      <p:bldP spid="11284" grpId="0" animBg="1" autoUpdateAnimBg="0"/>
      <p:bldP spid="11285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EEA5C556-B295-670E-F62A-4E015CDC0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3276600" cy="609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楷体_GB2312" pitchFamily="49" charset="-122"/>
              </a:rPr>
              <a:t>general has such as under </a:t>
            </a:r>
            <a:r>
              <a:rPr lang="zh-CN" altLang="en-US" sz="2800" b="1">
                <a:ea typeface="楷体_GB2312" pitchFamily="49" charset="-122"/>
              </a:rPr>
              <a:t>结果</a:t>
            </a:r>
            <a:r>
              <a:rPr lang="en-US" altLang="zh-CN" sz="2800" b="1">
                <a:ea typeface="楷体_GB2312" pitchFamily="49" charset="-122"/>
              </a:rPr>
              <a:t>: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E136E34E-882D-D106-7BDC-66ECBBDB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362200"/>
            <a:ext cx="2362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non-negativeconstant )</a:t>
            </a:r>
          </a:p>
        </p:txBody>
      </p:sp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9EF834B3-04D1-ACDF-122D-3EC596DBD1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2424113"/>
          <a:ext cx="228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2424113"/>
                        <a:ext cx="228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>
            <a:extLst>
              <a:ext uri="{FF2B5EF4-FFF2-40B4-BE49-F238E27FC236}">
                <a16:creationId xmlns:a16="http://schemas.microsoft.com/office/drawing/2014/main" id="{51B7001B-96FE-F16E-6379-7D71F0681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0650" y="4095750"/>
          <a:ext cx="244475" cy="14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4095750"/>
                        <a:ext cx="244475" cy="14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>
            <a:extLst>
              <a:ext uri="{FF2B5EF4-FFF2-40B4-BE49-F238E27FC236}">
                <a16:creationId xmlns:a16="http://schemas.microsoft.com/office/drawing/2014/main" id="{2B86DB96-8E30-D372-E618-55F882715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238500"/>
          <a:ext cx="1158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38500"/>
                        <a:ext cx="1158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Text Box 24">
            <a:extLst>
              <a:ext uri="{FF2B5EF4-FFF2-40B4-BE49-F238E27FC236}">
                <a16:creationId xmlns:a16="http://schemas.microsoft.com/office/drawing/2014/main" id="{712921CA-6B64-1925-56BF-9E80720D0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200400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</a:rPr>
              <a:t>( such asP43 Example5)</a:t>
            </a:r>
          </a:p>
        </p:txBody>
      </p:sp>
      <p:sp>
        <p:nvSpPr>
          <p:cNvPr id="12313" name="Text Box 25">
            <a:extLst>
              <a:ext uri="{FF2B5EF4-FFF2-40B4-BE49-F238E27FC236}">
                <a16:creationId xmlns:a16="http://schemas.microsoft.com/office/drawing/2014/main" id="{575055E7-DF89-BC5F-1EFC-7882882B0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922713"/>
            <a:ext cx="1981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</a:rPr>
              <a:t>( such asP43 Example6)</a:t>
            </a:r>
          </a:p>
        </p:txBody>
      </p:sp>
      <p:sp>
        <p:nvSpPr>
          <p:cNvPr id="12314" name="Text Box 26">
            <a:extLst>
              <a:ext uri="{FF2B5EF4-FFF2-40B4-BE49-F238E27FC236}">
                <a16:creationId xmlns:a16="http://schemas.microsoft.com/office/drawing/2014/main" id="{E0AAB492-33AB-710D-A26F-0227817A6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686300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</a:rPr>
              <a:t>( such asP43 Example7)</a:t>
            </a:r>
          </a:p>
        </p:txBody>
      </p:sp>
      <p:graphicFrame>
        <p:nvGraphicFramePr>
          <p:cNvPr id="12315" name="Object 27">
            <a:extLst>
              <a:ext uri="{FF2B5EF4-FFF2-40B4-BE49-F238E27FC236}">
                <a16:creationId xmlns:a16="http://schemas.microsoft.com/office/drawing/2014/main" id="{48ED50B3-CE59-C8EB-D1C6-E4876A806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290638"/>
          <a:ext cx="4191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90638"/>
                        <a:ext cx="4191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6" name="Object 28">
            <a:extLst>
              <a:ext uri="{FF2B5EF4-FFF2-40B4-BE49-F238E27FC236}">
                <a16:creationId xmlns:a16="http://schemas.microsoft.com/office/drawing/2014/main" id="{F27DD30B-829E-9FAF-2300-B5EFE63904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1828800"/>
          <a:ext cx="3238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1828800"/>
                        <a:ext cx="3238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2" name="Object 34">
            <a:extLst>
              <a:ext uri="{FF2B5EF4-FFF2-40B4-BE49-F238E27FC236}">
                <a16:creationId xmlns:a16="http://schemas.microsoft.com/office/drawing/2014/main" id="{B2D90900-97C1-9656-6020-043BF0A54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6300" y="2971800"/>
          <a:ext cx="584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2971800"/>
                        <a:ext cx="584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4" name="Object 36">
            <a:extLst>
              <a:ext uri="{FF2B5EF4-FFF2-40B4-BE49-F238E27FC236}">
                <a16:creationId xmlns:a16="http://schemas.microsoft.com/office/drawing/2014/main" id="{951511DF-3104-5082-4813-29711A6A8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4400" y="4076700"/>
          <a:ext cx="48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4076700"/>
                        <a:ext cx="48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5" name="Object 37">
            <a:extLst>
              <a:ext uri="{FF2B5EF4-FFF2-40B4-BE49-F238E27FC236}">
                <a16:creationId xmlns:a16="http://schemas.microsoft.com/office/drawing/2014/main" id="{E4A9FBDB-CFE6-35B6-0CB8-89AC39EFF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838700"/>
          <a:ext cx="457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38700"/>
                        <a:ext cx="457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2" name="Object 54">
            <a:extLst>
              <a:ext uri="{FF2B5EF4-FFF2-40B4-BE49-F238E27FC236}">
                <a16:creationId xmlns:a16="http://schemas.microsoft.com/office/drawing/2014/main" id="{CD0A3316-4DA2-05C9-D789-36CE06AD6A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000500"/>
          <a:ext cx="1158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000500"/>
                        <a:ext cx="1158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3" name="Object 55">
            <a:extLst>
              <a:ext uri="{FF2B5EF4-FFF2-40B4-BE49-F238E27FC236}">
                <a16:creationId xmlns:a16="http://schemas.microsoft.com/office/drawing/2014/main" id="{4D6F5542-FE00-0C6A-2C70-FBFFDEDBD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762500"/>
          <a:ext cx="1158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762500"/>
                        <a:ext cx="1158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45" name="AutoShape 57">
            <a:extLst>
              <a:ext uri="{FF2B5EF4-FFF2-40B4-BE49-F238E27FC236}">
                <a16:creationId xmlns:a16="http://schemas.microsoft.com/office/drawing/2014/main" id="{AB02E9F8-5D1F-ABBF-7219-2B2387FD1DC5}"/>
              </a:ext>
            </a:extLst>
          </p:cNvPr>
          <p:cNvSpPr>
            <a:spLocks/>
          </p:cNvSpPr>
          <p:nvPr/>
        </p:nvSpPr>
        <p:spPr bwMode="auto">
          <a:xfrm>
            <a:off x="1828800" y="3124200"/>
            <a:ext cx="228600" cy="20574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utoUpdateAnimBg="0"/>
      <p:bldP spid="12312" grpId="0" autoUpdateAnimBg="0"/>
      <p:bldP spid="12313" grpId="0" autoUpdateAnimBg="0"/>
      <p:bldP spid="1231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351371FD-B8D8-7B21-2D20-356D65A99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5638800" cy="609600"/>
          </a:xfrm>
        </p:spPr>
        <p:txBody>
          <a:bodyPr/>
          <a:lstStyle/>
          <a:p>
            <a:pPr eaLnBrk="1" hangingPunct="1"/>
            <a:r>
              <a:rPr lang="en-GB" altLang="zh-CN" sz="3200" b="1">
                <a:ea typeface="楷体_GB2312" pitchFamily="49" charset="-122"/>
              </a:rPr>
              <a:t>III. compositeLimits of Functionsoperation</a:t>
            </a:r>
            <a:r>
              <a:rPr lang="zh-CN" altLang="en-GB" sz="3200" b="1">
                <a:ea typeface="楷体_GB2312" pitchFamily="49" charset="-122"/>
              </a:rPr>
              <a:t>法</a:t>
            </a:r>
            <a:r>
              <a:rPr lang="en-GB" altLang="zh-CN" sz="3200" b="1">
                <a:ea typeface="楷体_GB2312" pitchFamily="49" charset="-122"/>
              </a:rPr>
              <a:t>then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E00451CA-31F8-A0D7-8C6B-ECC0C8C8C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804863"/>
            <a:ext cx="182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Theorem7. Let</a:t>
            </a:r>
            <a:endParaRPr lang="zh-CN" altLang="en-US" sz="2400"/>
          </a:p>
        </p:txBody>
      </p:sp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B08FEEBE-98E9-F896-ADCF-7D2AFB1B8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9938" y="774700"/>
          <a:ext cx="201612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774700"/>
                        <a:ext cx="2016125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5">
            <a:extLst>
              <a:ext uri="{FF2B5EF4-FFF2-40B4-BE49-F238E27FC236}">
                <a16:creationId xmlns:a16="http://schemas.microsoft.com/office/drawing/2014/main" id="{CB9695CC-EE72-7EA4-4E24-AB36ACD1353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91119" y="798810"/>
            <a:ext cx="1905000" cy="461665"/>
          </a:xfrm>
          <a:prstGeom prst="rect">
            <a:avLst/>
          </a:prstGeom>
          <a:blipFill>
            <a:blip r:embed="rId4"/>
            <a:stretch>
              <a:fillRect l="-5298" t="-7895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132423A1-21C9-D018-F27C-20FE2E6AF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4988" y="849313"/>
          <a:ext cx="2174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849313"/>
                        <a:ext cx="21748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7">
            <a:extLst>
              <a:ext uri="{FF2B5EF4-FFF2-40B4-BE49-F238E27FC236}">
                <a16:creationId xmlns:a16="http://schemas.microsoft.com/office/drawing/2014/main" id="{ACD9EDE8-B27D-8D08-3BFD-D3AE6EEB6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813" y="879475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</a:t>
            </a:r>
            <a:endParaRPr lang="en-US" altLang="zh-CN" sz="2400" i="1"/>
          </a:p>
        </p:txBody>
      </p:sp>
      <p:graphicFrame>
        <p:nvGraphicFramePr>
          <p:cNvPr id="31752" name="Object 8">
            <a:extLst>
              <a:ext uri="{FF2B5EF4-FFF2-40B4-BE49-F238E27FC236}">
                <a16:creationId xmlns:a16="http://schemas.microsoft.com/office/drawing/2014/main" id="{5FF65609-041E-888D-4462-7F52C1DE3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9363" y="1508125"/>
          <a:ext cx="13573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1508125"/>
                        <a:ext cx="13573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 Box 9">
            <a:extLst>
              <a:ext uri="{FF2B5EF4-FFF2-40B4-BE49-F238E27FC236}">
                <a16:creationId xmlns:a16="http://schemas.microsoft.com/office/drawing/2014/main" id="{E6E26DB0-B25E-3CC6-1DC1-9BBEE194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1476375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又</a:t>
            </a:r>
          </a:p>
        </p:txBody>
      </p:sp>
      <p:graphicFrame>
        <p:nvGraphicFramePr>
          <p:cNvPr id="31754" name="Object 10">
            <a:extLst>
              <a:ext uri="{FF2B5EF4-FFF2-40B4-BE49-F238E27FC236}">
                <a16:creationId xmlns:a16="http://schemas.microsoft.com/office/drawing/2014/main" id="{C8BC19C9-8291-C18D-0BD5-588749386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5488" y="1479550"/>
          <a:ext cx="20034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1479550"/>
                        <a:ext cx="20034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11">
            <a:extLst>
              <a:ext uri="{FF2B5EF4-FFF2-40B4-BE49-F238E27FC236}">
                <a16:creationId xmlns:a16="http://schemas.microsoft.com/office/drawing/2014/main" id="{E09486DD-96FC-6B4B-4044-0F74A5E03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1431925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31756" name="Object 12">
            <a:extLst>
              <a:ext uri="{FF2B5EF4-FFF2-40B4-BE49-F238E27FC236}">
                <a16:creationId xmlns:a16="http://schemas.microsoft.com/office/drawing/2014/main" id="{F8C970F9-04A4-AC56-92F0-309D2EF79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0138" y="2084388"/>
          <a:ext cx="21653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2084388"/>
                        <a:ext cx="216535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>
            <a:extLst>
              <a:ext uri="{FF2B5EF4-FFF2-40B4-BE49-F238E27FC236}">
                <a16:creationId xmlns:a16="http://schemas.microsoft.com/office/drawing/2014/main" id="{2B1AEB9A-A5F2-310A-AB56-E5DD1405F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6288" y="2071688"/>
          <a:ext cx="18907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2071688"/>
                        <a:ext cx="18907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Text Box 14">
            <a:extLst>
              <a:ext uri="{FF2B5EF4-FFF2-40B4-BE49-F238E27FC236}">
                <a16:creationId xmlns:a16="http://schemas.microsoft.com/office/drawing/2014/main" id="{DA1D8E01-BBD8-F525-4674-C3EB50BD1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51138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  <a:endParaRPr lang="en-US" altLang="zh-CN" sz="2400"/>
          </a:p>
        </p:txBody>
      </p:sp>
      <p:graphicFrame>
        <p:nvGraphicFramePr>
          <p:cNvPr id="31759" name="Object 15">
            <a:extLst>
              <a:ext uri="{FF2B5EF4-FFF2-40B4-BE49-F238E27FC236}">
                <a16:creationId xmlns:a16="http://schemas.microsoft.com/office/drawing/2014/main" id="{3C3DB723-188B-5727-E6A2-6BE06F241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600" y="2728913"/>
          <a:ext cx="18907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2728913"/>
                        <a:ext cx="18907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Object 16">
            <a:extLst>
              <a:ext uri="{FF2B5EF4-FFF2-40B4-BE49-F238E27FC236}">
                <a16:creationId xmlns:a16="http://schemas.microsoft.com/office/drawing/2014/main" id="{7AE352E3-64AA-25B6-27BD-F7DE2C1BF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792413"/>
          <a:ext cx="11318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92413"/>
                        <a:ext cx="11318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7">
            <a:extLst>
              <a:ext uri="{FF2B5EF4-FFF2-40B4-BE49-F238E27FC236}">
                <a16:creationId xmlns:a16="http://schemas.microsoft.com/office/drawing/2014/main" id="{2096B686-F522-4E34-7D54-51FDE3677A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2792413"/>
          <a:ext cx="10937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792413"/>
                        <a:ext cx="10937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Text Box 18">
            <a:extLst>
              <a:ext uri="{FF2B5EF4-FFF2-40B4-BE49-F238E27FC236}">
                <a16:creationId xmlns:a16="http://schemas.microsoft.com/office/drawing/2014/main" id="{28FA401F-E3B9-3AD4-54FD-DBFD6930D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667000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31763" name="Object 19">
            <a:extLst>
              <a:ext uri="{FF2B5EF4-FFF2-40B4-BE49-F238E27FC236}">
                <a16:creationId xmlns:a16="http://schemas.microsoft.com/office/drawing/2014/main" id="{A8FF96F9-91D1-544B-D90D-8B82B482C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3400" y="2716213"/>
          <a:ext cx="20113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2716213"/>
                        <a:ext cx="201136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4" name="Text Box 20">
            <a:extLst>
              <a:ext uri="{FF2B5EF4-FFF2-40B4-BE49-F238E27FC236}">
                <a16:creationId xmlns:a16="http://schemas.microsoft.com/office/drawing/2014/main" id="{0E29D783-0EA5-15CB-AC9A-4D4A1D846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86113"/>
            <a:ext cx="137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31765" name="Object 21">
            <a:extLst>
              <a:ext uri="{FF2B5EF4-FFF2-40B4-BE49-F238E27FC236}">
                <a16:creationId xmlns:a16="http://schemas.microsoft.com/office/drawing/2014/main" id="{53F4EA98-1FE5-339A-AAB2-21E6DE9319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4425" y="3219450"/>
          <a:ext cx="20367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219450"/>
                        <a:ext cx="20367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7" name="Object 23">
            <a:extLst>
              <a:ext uri="{FF2B5EF4-FFF2-40B4-BE49-F238E27FC236}">
                <a16:creationId xmlns:a16="http://schemas.microsoft.com/office/drawing/2014/main" id="{BB759586-A4F3-63CE-55C0-48DB35580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600" y="3822700"/>
          <a:ext cx="18907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3822700"/>
                        <a:ext cx="189071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8" name="Object 24">
            <a:extLst>
              <a:ext uri="{FF2B5EF4-FFF2-40B4-BE49-F238E27FC236}">
                <a16:creationId xmlns:a16="http://schemas.microsoft.com/office/drawing/2014/main" id="{16158960-E57D-E75B-3B6F-F70A2EAF42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846513"/>
          <a:ext cx="87947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846513"/>
                        <a:ext cx="87947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9" name="Object 25">
            <a:extLst>
              <a:ext uri="{FF2B5EF4-FFF2-40B4-BE49-F238E27FC236}">
                <a16:creationId xmlns:a16="http://schemas.microsoft.com/office/drawing/2014/main" id="{C35A36D2-6267-39B6-9633-0E75E90001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0" y="3822700"/>
          <a:ext cx="12573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3822700"/>
                        <a:ext cx="12573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0" name="Text Box 26">
            <a:extLst>
              <a:ext uri="{FF2B5EF4-FFF2-40B4-BE49-F238E27FC236}">
                <a16:creationId xmlns:a16="http://schemas.microsoft.com/office/drawing/2014/main" id="{D8D0F625-45B5-5991-DBDE-C892AC99D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8863" y="3762375"/>
            <a:ext cx="685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31771" name="Object 27">
            <a:extLst>
              <a:ext uri="{FF2B5EF4-FFF2-40B4-BE49-F238E27FC236}">
                <a16:creationId xmlns:a16="http://schemas.microsoft.com/office/drawing/2014/main" id="{436E0856-E3DF-FAE7-6395-3C77EF53F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3300" y="4300538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4300538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2" name="Text Box 28">
            <a:extLst>
              <a:ext uri="{FF2B5EF4-FFF2-40B4-BE49-F238E27FC236}">
                <a16:creationId xmlns:a16="http://schemas.microsoft.com/office/drawing/2014/main" id="{992394E2-7B16-5643-B987-FFBCEC970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4281488"/>
            <a:ext cx="137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31773" name="Object 29">
            <a:extLst>
              <a:ext uri="{FF2B5EF4-FFF2-40B4-BE49-F238E27FC236}">
                <a16:creationId xmlns:a16="http://schemas.microsoft.com/office/drawing/2014/main" id="{3BB3E9D7-5214-0BAD-A92E-D4E43A1742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4975" y="4268788"/>
          <a:ext cx="19351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4268788"/>
                        <a:ext cx="193516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5" name="Text Box 31">
            <a:extLst>
              <a:ext uri="{FF2B5EF4-FFF2-40B4-BE49-F238E27FC236}">
                <a16:creationId xmlns:a16="http://schemas.microsoft.com/office/drawing/2014/main" id="{2E98EC8B-119F-0168-F47C-BFDF7ECEB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425" y="3830638"/>
            <a:ext cx="14684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对 </a:t>
            </a:r>
            <a:r>
              <a:rPr lang="en-US" altLang="zh-CN" sz="2400"/>
              <a:t>on </a:t>
            </a:r>
            <a:r>
              <a:rPr lang="zh-CN" altLang="en-US" sz="2400"/>
              <a:t>述</a:t>
            </a:r>
          </a:p>
        </p:txBody>
      </p:sp>
      <p:sp>
        <p:nvSpPr>
          <p:cNvPr id="31776" name="Text Box 32">
            <a:extLst>
              <a:ext uri="{FF2B5EF4-FFF2-40B4-BE49-F238E27FC236}">
                <a16:creationId xmlns:a16="http://schemas.microsoft.com/office/drawing/2014/main" id="{8E8717D1-A544-0BE9-393B-92F9CF19C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894263"/>
            <a:ext cx="914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take</a:t>
            </a:r>
            <a:endParaRPr lang="zh-CN" altLang="en-US" sz="2400"/>
          </a:p>
        </p:txBody>
      </p:sp>
      <p:graphicFrame>
        <p:nvGraphicFramePr>
          <p:cNvPr id="31777" name="Object 33">
            <a:extLst>
              <a:ext uri="{FF2B5EF4-FFF2-40B4-BE49-F238E27FC236}">
                <a16:creationId xmlns:a16="http://schemas.microsoft.com/office/drawing/2014/main" id="{ED9C037F-FDC2-1F0E-2268-5696DA34B1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905375"/>
          <a:ext cx="252571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905375"/>
                        <a:ext cx="252571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8" name="Text Box 34">
            <a:extLst>
              <a:ext uri="{FF2B5EF4-FFF2-40B4-BE49-F238E27FC236}">
                <a16:creationId xmlns:a16="http://schemas.microsoft.com/office/drawing/2014/main" id="{BC87C194-5D1B-1CB7-8569-BBDC495BC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4838700"/>
            <a:ext cx="1219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当</a:t>
            </a:r>
          </a:p>
        </p:txBody>
      </p:sp>
      <p:graphicFrame>
        <p:nvGraphicFramePr>
          <p:cNvPr id="31779" name="Object 35">
            <a:extLst>
              <a:ext uri="{FF2B5EF4-FFF2-40B4-BE49-F238E27FC236}">
                <a16:creationId xmlns:a16="http://schemas.microsoft.com/office/drawing/2014/main" id="{22A8B998-EF2A-15E4-6BCF-79F344095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5425" y="4878388"/>
          <a:ext cx="21240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4878388"/>
                        <a:ext cx="21240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0" name="Text Box 36">
            <a:extLst>
              <a:ext uri="{FF2B5EF4-FFF2-40B4-BE49-F238E27FC236}">
                <a16:creationId xmlns:a16="http://schemas.microsoft.com/office/drawing/2014/main" id="{673128F0-3D8D-FAFC-E221-A5374C5DB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845050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31781" name="Object 37">
            <a:extLst>
              <a:ext uri="{FF2B5EF4-FFF2-40B4-BE49-F238E27FC236}">
                <a16:creationId xmlns:a16="http://schemas.microsoft.com/office/drawing/2014/main" id="{BE95FC95-8476-00E2-5A87-02EBE722C4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5575" y="5392738"/>
          <a:ext cx="13954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5392738"/>
                        <a:ext cx="139541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2" name="Object 38">
            <a:extLst>
              <a:ext uri="{FF2B5EF4-FFF2-40B4-BE49-F238E27FC236}">
                <a16:creationId xmlns:a16="http://schemas.microsoft.com/office/drawing/2014/main" id="{A71A6ACD-F211-D578-B131-9DD2CEF7E5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4963" y="5397500"/>
          <a:ext cx="12192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0" imgH="0" progId="Equation.3">
                  <p:embed/>
                </p:oleObj>
              </mc:Choice>
              <mc:Fallback>
                <p:oleObj name="Equation" r:id="rId39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3" y="5397500"/>
                        <a:ext cx="12192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3" name="Object 39">
            <a:extLst>
              <a:ext uri="{FF2B5EF4-FFF2-40B4-BE49-F238E27FC236}">
                <a16:creationId xmlns:a16="http://schemas.microsoft.com/office/drawing/2014/main" id="{D98527C4-E9BF-7E7E-2F7A-FF22340B5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0363" y="5503863"/>
          <a:ext cx="5032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0" imgH="0" progId="Equation.3">
                  <p:embed/>
                </p:oleObj>
              </mc:Choice>
              <mc:Fallback>
                <p:oleObj name="Equation" r:id="rId41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363" y="5503863"/>
                        <a:ext cx="5032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4" name="Text Box 40">
            <a:extLst>
              <a:ext uri="{FF2B5EF4-FFF2-40B4-BE49-F238E27FC236}">
                <a16:creationId xmlns:a16="http://schemas.microsoft.com/office/drawing/2014/main" id="{4D3847BE-A148-503D-8518-5909AC5F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5899150"/>
            <a:ext cx="106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31786" name="Object 42">
            <a:extLst>
              <a:ext uri="{FF2B5EF4-FFF2-40B4-BE49-F238E27FC236}">
                <a16:creationId xmlns:a16="http://schemas.microsoft.com/office/drawing/2014/main" id="{9A8F4612-C603-9FAC-F764-5A9E4EF3B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2013" y="5445125"/>
          <a:ext cx="49053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0" imgH="0" progId="Equation.3">
                  <p:embed/>
                </p:oleObj>
              </mc:Choice>
              <mc:Fallback>
                <p:oleObj name="Equation" r:id="rId43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5445125"/>
                        <a:ext cx="49053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7" name="Object 43">
            <a:extLst>
              <a:ext uri="{FF2B5EF4-FFF2-40B4-BE49-F238E27FC236}">
                <a16:creationId xmlns:a16="http://schemas.microsoft.com/office/drawing/2014/main" id="{C94D1311-2E8D-6439-96AB-3B205A8C9D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1588" y="5900738"/>
          <a:ext cx="19351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0" imgH="0" progId="Equation.3">
                  <p:embed/>
                </p:oleObj>
              </mc:Choice>
              <mc:Fallback>
                <p:oleObj name="Equation" r:id="rId45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5900738"/>
                        <a:ext cx="193516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9" name="Object 45">
            <a:extLst>
              <a:ext uri="{FF2B5EF4-FFF2-40B4-BE49-F238E27FC236}">
                <a16:creationId xmlns:a16="http://schemas.microsoft.com/office/drawing/2014/main" id="{5BE37AE8-C2AC-1326-0577-8E860EC3C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7088" y="5900738"/>
          <a:ext cx="17843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0" imgH="0" progId="Equation.3">
                  <p:embed/>
                </p:oleObj>
              </mc:Choice>
              <mc:Fallback>
                <p:oleObj name="Equation" r:id="rId47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5900738"/>
                        <a:ext cx="17843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0" name="Object 46">
            <a:extLst>
              <a:ext uri="{FF2B5EF4-FFF2-40B4-BE49-F238E27FC236}">
                <a16:creationId xmlns:a16="http://schemas.microsoft.com/office/drawing/2014/main" id="{ECF401D4-710A-FB78-E27A-0DDD0BFFE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6034088"/>
          <a:ext cx="654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0" imgH="0" progId="Equation.3">
                  <p:embed/>
                </p:oleObj>
              </mc:Choice>
              <mc:Fallback>
                <p:oleObj name="Equation" r:id="rId49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6034088"/>
                        <a:ext cx="654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93" name="Line 49">
            <a:extLst>
              <a:ext uri="{FF2B5EF4-FFF2-40B4-BE49-F238E27FC236}">
                <a16:creationId xmlns:a16="http://schemas.microsoft.com/office/drawing/2014/main" id="{193A8862-13BA-424F-28B5-C7366F0BA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1188" y="1316038"/>
            <a:ext cx="2209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4" name="Line 50">
            <a:extLst>
              <a:ext uri="{FF2B5EF4-FFF2-40B4-BE49-F238E27FC236}">
                <a16:creationId xmlns:a16="http://schemas.microsoft.com/office/drawing/2014/main" id="{8F2DD888-D0E6-241D-33C1-4AE72F4BE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724400"/>
            <a:ext cx="2209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92" name="Text Box 48">
            <a:extLst>
              <a:ext uri="{FF2B5EF4-FFF2-40B4-BE49-F238E27FC236}">
                <a16:creationId xmlns:a16="http://schemas.microsoft.com/office/drawing/2014/main" id="{3C9D9461-D30F-2862-6B6F-159400250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981200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ea typeface="仿宋_GB2312"/>
                <a:cs typeface="仿宋_GB2312"/>
                <a:sym typeface="Monotype Sorts" pitchFamily="2" charset="2"/>
              </a:rPr>
              <a:t>①</a:t>
            </a:r>
            <a:endParaRPr lang="en-US" altLang="zh-CN" sz="2400">
              <a:sym typeface="Monotype Sorts" pitchFamily="2" charset="2"/>
            </a:endParaRPr>
          </a:p>
        </p:txBody>
      </p:sp>
      <p:sp>
        <p:nvSpPr>
          <p:cNvPr id="31795" name="Text Box 51">
            <a:extLst>
              <a:ext uri="{FF2B5EF4-FFF2-40B4-BE49-F238E27FC236}">
                <a16:creationId xmlns:a16="http://schemas.microsoft.com/office/drawing/2014/main" id="{3EA42A5C-C3F3-513F-8F44-21B65D716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5949950"/>
            <a:ext cx="2743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latin typeface="+mn-ea"/>
                <a:ea typeface="+mn-ea"/>
              </a:rPr>
              <a:t>therefore① formula holds.</a:t>
            </a:r>
            <a:endParaRPr lang="en-US" altLang="zh-CN" sz="2400" dirty="0">
              <a:latin typeface="+mn-ea"/>
              <a:ea typeface="+mn-ea"/>
              <a:sym typeface="Monotype Sorts" pitchFamily="2" charset="2"/>
            </a:endParaRPr>
          </a:p>
        </p:txBody>
      </p:sp>
      <p:sp>
        <p:nvSpPr>
          <p:cNvPr id="31803" name="AutoShape 59">
            <a:extLst>
              <a:ext uri="{FF2B5EF4-FFF2-40B4-BE49-F238E27FC236}">
                <a16:creationId xmlns:a16="http://schemas.microsoft.com/office/drawing/2014/main" id="{DCDF5B7C-C63C-83F2-28E6-5F6D728B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874963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804" name="AutoShape 60">
            <a:extLst>
              <a:ext uri="{FF2B5EF4-FFF2-40B4-BE49-F238E27FC236}">
                <a16:creationId xmlns:a16="http://schemas.microsoft.com/office/drawing/2014/main" id="{2ED89B7F-6A58-4A76-3752-AC17054BF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62400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utoUpdateAnimBg="0"/>
      <p:bldP spid="31751" grpId="0" autoUpdateAnimBg="0"/>
      <p:bldP spid="31753" grpId="0" autoUpdateAnimBg="0"/>
      <p:bldP spid="31755" grpId="0" autoUpdateAnimBg="0"/>
      <p:bldP spid="31758" grpId="0" autoUpdateAnimBg="0"/>
      <p:bldP spid="31762" grpId="0" autoUpdateAnimBg="0"/>
      <p:bldP spid="31764" grpId="0" autoUpdateAnimBg="0"/>
      <p:bldP spid="31770" grpId="0" autoUpdateAnimBg="0"/>
      <p:bldP spid="31772" grpId="0" autoUpdateAnimBg="0"/>
      <p:bldP spid="31775" grpId="0" autoUpdateAnimBg="0"/>
      <p:bldP spid="31776" grpId="0" autoUpdateAnimBg="0"/>
      <p:bldP spid="31778" grpId="0" autoUpdateAnimBg="0"/>
      <p:bldP spid="31780" grpId="0" autoUpdateAnimBg="0"/>
      <p:bldP spid="31784" grpId="0" autoUpdateAnimBg="0"/>
      <p:bldP spid="31792" grpId="0" autoUpdateAnimBg="0"/>
      <p:bldP spid="3179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4">
            <a:extLst>
              <a:ext uri="{FF2B5EF4-FFF2-40B4-BE49-F238E27FC236}">
                <a16:creationId xmlns:a16="http://schemas.microsoft.com/office/drawing/2014/main" id="{E32B24E9-E03F-BDE1-9225-6E78CF6EE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11163"/>
            <a:ext cx="182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Theorem7. Let</a:t>
            </a:r>
            <a:endParaRPr lang="zh-CN" altLang="en-US" sz="2400"/>
          </a:p>
        </p:txBody>
      </p:sp>
      <p:graphicFrame>
        <p:nvGraphicFramePr>
          <p:cNvPr id="30722" name="Object 5">
            <a:extLst>
              <a:ext uri="{FF2B5EF4-FFF2-40B4-BE49-F238E27FC236}">
                <a16:creationId xmlns:a16="http://schemas.microsoft.com/office/drawing/2014/main" id="{36CEA292-CB38-8776-CE6D-15D2C9355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0" y="468313"/>
          <a:ext cx="2082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468313"/>
                        <a:ext cx="2082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Text Box 6">
            <a:extLst>
              <a:ext uri="{FF2B5EF4-FFF2-40B4-BE49-F238E27FC236}">
                <a16:creationId xmlns:a16="http://schemas.microsoft.com/office/drawing/2014/main" id="{861F856C-0809-8908-DC49-E359C285FC6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152900" y="440680"/>
            <a:ext cx="1905000" cy="461665"/>
          </a:xfrm>
          <a:prstGeom prst="rect">
            <a:avLst/>
          </a:prstGeom>
          <a:blipFill>
            <a:blip r:embed="rId4"/>
            <a:stretch>
              <a:fillRect l="-4605" t="-10526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30724" name="Object 7">
            <a:extLst>
              <a:ext uri="{FF2B5EF4-FFF2-40B4-BE49-F238E27FC236}">
                <a16:creationId xmlns:a16="http://schemas.microsoft.com/office/drawing/2014/main" id="{8E6B2324-90F5-29A6-AA37-97A848F5C0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6888" y="473075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6888" y="473075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8">
            <a:extLst>
              <a:ext uri="{FF2B5EF4-FFF2-40B4-BE49-F238E27FC236}">
                <a16:creationId xmlns:a16="http://schemas.microsoft.com/office/drawing/2014/main" id="{607CB446-00B9-A784-D014-4471D666E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8" y="468313"/>
            <a:ext cx="91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</a:t>
            </a:r>
            <a:endParaRPr lang="en-US" altLang="zh-CN" sz="2400" i="1"/>
          </a:p>
        </p:txBody>
      </p:sp>
      <p:graphicFrame>
        <p:nvGraphicFramePr>
          <p:cNvPr id="30726" name="Object 9">
            <a:extLst>
              <a:ext uri="{FF2B5EF4-FFF2-40B4-BE49-F238E27FC236}">
                <a16:creationId xmlns:a16="http://schemas.microsoft.com/office/drawing/2014/main" id="{48B3219C-8102-BB7A-D151-0B8F270D6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4263" y="1274763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1274763"/>
                        <a:ext cx="1384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10">
            <a:extLst>
              <a:ext uri="{FF2B5EF4-FFF2-40B4-BE49-F238E27FC236}">
                <a16:creationId xmlns:a16="http://schemas.microsoft.com/office/drawing/2014/main" id="{E35C1126-894D-99B2-6865-D81C83621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950" y="1204913"/>
            <a:ext cx="1066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又</a:t>
            </a:r>
          </a:p>
        </p:txBody>
      </p:sp>
      <p:graphicFrame>
        <p:nvGraphicFramePr>
          <p:cNvPr id="30728" name="Object 11">
            <a:extLst>
              <a:ext uri="{FF2B5EF4-FFF2-40B4-BE49-F238E27FC236}">
                <a16:creationId xmlns:a16="http://schemas.microsoft.com/office/drawing/2014/main" id="{77DC017D-43EB-720D-28ED-32E1D9E30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6100" y="1209675"/>
          <a:ext cx="2070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1209675"/>
                        <a:ext cx="2070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Text Box 12">
            <a:extLst>
              <a:ext uri="{FF2B5EF4-FFF2-40B4-BE49-F238E27FC236}">
                <a16:creationId xmlns:a16="http://schemas.microsoft.com/office/drawing/2014/main" id="{4278C6E8-9394-C672-9895-8C47BD77A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196975"/>
            <a:ext cx="1676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30730" name="Object 13">
            <a:extLst>
              <a:ext uri="{FF2B5EF4-FFF2-40B4-BE49-F238E27FC236}">
                <a16:creationId xmlns:a16="http://schemas.microsoft.com/office/drawing/2014/main" id="{6F82286C-BB5F-A2FB-46B5-65730B592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8200" y="1966913"/>
          <a:ext cx="2235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1966913"/>
                        <a:ext cx="2235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4">
            <a:extLst>
              <a:ext uri="{FF2B5EF4-FFF2-40B4-BE49-F238E27FC236}">
                <a16:creationId xmlns:a16="http://schemas.microsoft.com/office/drawing/2014/main" id="{E520EBE9-83A3-59A5-A299-C6621ABFA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0" y="1979613"/>
          <a:ext cx="1943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1979613"/>
                        <a:ext cx="1943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Text Box 23">
            <a:extLst>
              <a:ext uri="{FF2B5EF4-FFF2-40B4-BE49-F238E27FC236}">
                <a16:creationId xmlns:a16="http://schemas.microsoft.com/office/drawing/2014/main" id="{713AE5B5-C444-B8B1-E7DF-55B17F882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89325"/>
            <a:ext cx="3124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Note: ifTheorem in</a:t>
            </a:r>
            <a:endParaRPr lang="zh-CN" altLang="en-US" sz="2400" b="1"/>
          </a:p>
        </p:txBody>
      </p:sp>
      <p:graphicFrame>
        <p:nvGraphicFramePr>
          <p:cNvPr id="33816" name="Object 24">
            <a:extLst>
              <a:ext uri="{FF2B5EF4-FFF2-40B4-BE49-F238E27FC236}">
                <a16:creationId xmlns:a16="http://schemas.microsoft.com/office/drawing/2014/main" id="{4E88D7A0-7334-9B8F-DC15-331F57963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3519488"/>
          <a:ext cx="2146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3519488"/>
                        <a:ext cx="2146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4" name="Text Box 32">
            <a:extLst>
              <a:ext uri="{FF2B5EF4-FFF2-40B4-BE49-F238E27FC236}">
                <a16:creationId xmlns:a16="http://schemas.microsoft.com/office/drawing/2014/main" id="{9AE9B418-7932-71A8-42DD-A0831326D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0" y="3506788"/>
            <a:ext cx="2286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then class </a:t>
            </a:r>
            <a:r>
              <a:rPr lang="zh-CN" altLang="en-GB" sz="2400"/>
              <a:t>似 </a:t>
            </a:r>
            <a:r>
              <a:rPr lang="en-GB" altLang="zh-CN" sz="2400"/>
              <a:t>can get</a:t>
            </a:r>
            <a:endParaRPr lang="zh-CN" altLang="en-US" sz="2400"/>
          </a:p>
        </p:txBody>
      </p:sp>
      <p:graphicFrame>
        <p:nvGraphicFramePr>
          <p:cNvPr id="33851" name="Object 59">
            <a:extLst>
              <a:ext uri="{FF2B5EF4-FFF2-40B4-BE49-F238E27FC236}">
                <a16:creationId xmlns:a16="http://schemas.microsoft.com/office/drawing/2014/main" id="{B45A6AD7-B99F-E353-6639-89416958E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0700" y="4521200"/>
          <a:ext cx="2235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4521200"/>
                        <a:ext cx="2235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2" name="Object 60">
            <a:extLst>
              <a:ext uri="{FF2B5EF4-FFF2-40B4-BE49-F238E27FC236}">
                <a16:creationId xmlns:a16="http://schemas.microsoft.com/office/drawing/2014/main" id="{438A3EA2-5673-C1F1-FD68-5BB6C3929D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495800"/>
          <a:ext cx="1993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495800"/>
                        <a:ext cx="1993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Line 64">
            <a:extLst>
              <a:ext uri="{FF2B5EF4-FFF2-40B4-BE49-F238E27FC236}">
                <a16:creationId xmlns:a16="http://schemas.microsoft.com/office/drawing/2014/main" id="{919C7D30-1051-E3F2-764B-980B3CA97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75" y="2895600"/>
            <a:ext cx="71977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5" grpId="0" autoUpdateAnimBg="0"/>
      <p:bldP spid="3382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902CEEEE-87AE-2260-C9ED-30B051D0AC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8163" y="622300"/>
            <a:ext cx="1676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Example7. find</a:t>
            </a:r>
            <a:endParaRPr lang="zh-CN" altLang="en-US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0FA13F0A-9AA7-2ECC-BB42-93E360342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1846263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 let</a:t>
            </a:r>
            <a:endParaRPr lang="zh-CN" altLang="en-US" sz="2400"/>
          </a:p>
        </p:txBody>
      </p:sp>
      <p:graphicFrame>
        <p:nvGraphicFramePr>
          <p:cNvPr id="31747" name="Object 5">
            <a:extLst>
              <a:ext uri="{FF2B5EF4-FFF2-40B4-BE49-F238E27FC236}">
                <a16:creationId xmlns:a16="http://schemas.microsoft.com/office/drawing/2014/main" id="{E7A5107F-29D3-10AE-1321-5C74ACE1B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1500" y="520700"/>
          <a:ext cx="1866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520700"/>
                        <a:ext cx="1866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>
            <a:extLst>
              <a:ext uri="{FF2B5EF4-FFF2-40B4-BE49-F238E27FC236}">
                <a16:creationId xmlns:a16="http://schemas.microsoft.com/office/drawing/2014/main" id="{CB3F27CA-3F39-F2D0-0F74-22106C8695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9900" y="1638300"/>
          <a:ext cx="1612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1638300"/>
                        <a:ext cx="16129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>
            <a:extLst>
              <a:ext uri="{FF2B5EF4-FFF2-40B4-BE49-F238E27FC236}">
                <a16:creationId xmlns:a16="http://schemas.microsoft.com/office/drawing/2014/main" id="{0F184C5C-F155-AEEC-B213-544F3285D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2935288"/>
            <a:ext cx="1066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已知</a:t>
            </a:r>
          </a:p>
        </p:txBody>
      </p:sp>
      <p:graphicFrame>
        <p:nvGraphicFramePr>
          <p:cNvPr id="17416" name="Object 8">
            <a:extLst>
              <a:ext uri="{FF2B5EF4-FFF2-40B4-BE49-F238E27FC236}">
                <a16:creationId xmlns:a16="http://schemas.microsoft.com/office/drawing/2014/main" id="{09AD349A-6A6C-180C-8BF1-56D98D98DC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927350"/>
          <a:ext cx="1079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27350"/>
                        <a:ext cx="1079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>
            <a:extLst>
              <a:ext uri="{FF2B5EF4-FFF2-40B4-BE49-F238E27FC236}">
                <a16:creationId xmlns:a16="http://schemas.microsoft.com/office/drawing/2014/main" id="{43603B5A-ECAE-1AF3-AC69-2E47EC67ED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6750" y="2743200"/>
          <a:ext cx="342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2743200"/>
                        <a:ext cx="342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10">
            <a:extLst>
              <a:ext uri="{FF2B5EF4-FFF2-40B4-BE49-F238E27FC236}">
                <a16:creationId xmlns:a16="http://schemas.microsoft.com/office/drawing/2014/main" id="{2F6E0C03-1745-4C29-82FF-C01CAD791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921000"/>
            <a:ext cx="259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</a:rPr>
              <a:t>( </a:t>
            </a:r>
            <a:r>
              <a:rPr lang="zh-CN" altLang="en-US" sz="2400" b="1">
                <a:solidFill>
                  <a:schemeClr val="accent2"/>
                </a:solidFill>
              </a:rPr>
              <a:t>见 </a:t>
            </a:r>
            <a:r>
              <a:rPr lang="en-US" altLang="zh-CN" sz="2400" b="1">
                <a:solidFill>
                  <a:schemeClr val="accent2"/>
                </a:solidFill>
              </a:rPr>
              <a:t>P42 Example3 )</a:t>
            </a:r>
          </a:p>
        </p:txBody>
      </p:sp>
      <p:sp>
        <p:nvSpPr>
          <p:cNvPr id="17419" name="Text Box 11">
            <a:extLst>
              <a:ext uri="{FF2B5EF4-FFF2-40B4-BE49-F238E27FC236}">
                <a16:creationId xmlns:a16="http://schemas.microsoft.com/office/drawing/2014/main" id="{B3D4AAF5-9901-2672-64D3-558FBE59F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114800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∴ 原 </a:t>
            </a:r>
            <a:r>
              <a:rPr lang="en-US" altLang="zh-CN" sz="2400"/>
              <a:t>formula =</a:t>
            </a:r>
          </a:p>
        </p:txBody>
      </p:sp>
      <p:graphicFrame>
        <p:nvGraphicFramePr>
          <p:cNvPr id="17420" name="Object 12">
            <a:extLst>
              <a:ext uri="{FF2B5EF4-FFF2-40B4-BE49-F238E27FC236}">
                <a16:creationId xmlns:a16="http://schemas.microsoft.com/office/drawing/2014/main" id="{2F934B5E-EF0F-5179-4C6F-33C85E741F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763" y="4076700"/>
          <a:ext cx="106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4076700"/>
                        <a:ext cx="1066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>
            <a:extLst>
              <a:ext uri="{FF2B5EF4-FFF2-40B4-BE49-F238E27FC236}">
                <a16:creationId xmlns:a16="http://schemas.microsoft.com/office/drawing/2014/main" id="{E495CDCA-44EC-F6F7-1811-2D378D5EA2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3838" y="3906838"/>
          <a:ext cx="787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3906838"/>
                        <a:ext cx="787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>
            <a:extLst>
              <a:ext uri="{FF2B5EF4-FFF2-40B4-BE49-F238E27FC236}">
                <a16:creationId xmlns:a16="http://schemas.microsoft.com/office/drawing/2014/main" id="{D50EFB66-1173-9028-8495-D02126614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0950" y="4933950"/>
          <a:ext cx="78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4933950"/>
                        <a:ext cx="787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Text Box 16">
            <a:extLst>
              <a:ext uri="{FF2B5EF4-FFF2-40B4-BE49-F238E27FC236}">
                <a16:creationId xmlns:a16="http://schemas.microsoft.com/office/drawing/2014/main" id="{CBD8411A-6FC6-192B-27A9-01946362A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129088"/>
            <a:ext cx="259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</a:rPr>
              <a:t>( </a:t>
            </a:r>
            <a:r>
              <a:rPr lang="zh-CN" altLang="en-US" sz="2400" b="1">
                <a:solidFill>
                  <a:schemeClr val="accent2"/>
                </a:solidFill>
              </a:rPr>
              <a:t>见 </a:t>
            </a:r>
            <a:r>
              <a:rPr lang="en-US" altLang="zh-CN" sz="2400" b="1">
                <a:solidFill>
                  <a:schemeClr val="accent2"/>
                </a:solidFill>
              </a:rPr>
              <a:t>P29Example5 )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  <p:bldP spid="17415" grpId="0" autoUpdateAnimBg="0"/>
      <p:bldP spid="17418" grpId="0" autoUpdateAnimBg="0"/>
      <p:bldP spid="17419" grpId="0" autoUpdateAnimBg="0"/>
      <p:bldP spid="174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6242B9F-8593-6531-DEB1-40CB86075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482600"/>
            <a:ext cx="1676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Example8 . find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907360DE-CCE3-B0EC-0249-D01587F65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1436688"/>
            <a:ext cx="182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 method 1</a:t>
            </a:r>
            <a:endParaRPr lang="en-US" altLang="zh-CN" sz="2400">
              <a:solidFill>
                <a:schemeClr val="tx2"/>
              </a:solidFill>
            </a:endParaRPr>
          </a:p>
        </p:txBody>
      </p:sp>
      <p:graphicFrame>
        <p:nvGraphicFramePr>
          <p:cNvPr id="32771" name="Object 4">
            <a:extLst>
              <a:ext uri="{FF2B5EF4-FFF2-40B4-BE49-F238E27FC236}">
                <a16:creationId xmlns:a16="http://schemas.microsoft.com/office/drawing/2014/main" id="{A8E6125A-C3F4-42E4-9F0E-D4C213A70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0" y="355600"/>
          <a:ext cx="1625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55600"/>
                        <a:ext cx="1625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>
            <a:extLst>
              <a:ext uri="{FF2B5EF4-FFF2-40B4-BE49-F238E27FC236}">
                <a16:creationId xmlns:a16="http://schemas.microsoft.com/office/drawing/2014/main" id="{1EA4CBE4-981F-438A-B3D5-3CBACF797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1447800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47800"/>
                        <a:ext cx="1206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6">
            <a:extLst>
              <a:ext uri="{FF2B5EF4-FFF2-40B4-BE49-F238E27FC236}">
                <a16:creationId xmlns:a16="http://schemas.microsoft.com/office/drawing/2014/main" id="{5CAC6065-97D8-C8E7-8A21-737B095D2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1412875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36871" name="Object 7">
            <a:extLst>
              <a:ext uri="{FF2B5EF4-FFF2-40B4-BE49-F238E27FC236}">
                <a16:creationId xmlns:a16="http://schemas.microsoft.com/office/drawing/2014/main" id="{0961C1A5-3D03-18E6-ABD0-B7C6483650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1450975"/>
          <a:ext cx="1371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450975"/>
                        <a:ext cx="1371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Text Box 10">
            <a:extLst>
              <a:ext uri="{FF2B5EF4-FFF2-40B4-BE49-F238E27FC236}">
                <a16:creationId xmlns:a16="http://schemas.microsoft.com/office/drawing/2014/main" id="{A0A162CC-8488-391A-DF83-468BE5F32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455738"/>
            <a:ext cx="76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36878" name="Object 14">
            <a:extLst>
              <a:ext uri="{FF2B5EF4-FFF2-40B4-BE49-F238E27FC236}">
                <a16:creationId xmlns:a16="http://schemas.microsoft.com/office/drawing/2014/main" id="{C6A2C56C-5C60-B5C0-28EC-3C95EF89F0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1400" y="2057400"/>
          <a:ext cx="2184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2057400"/>
                        <a:ext cx="2184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9" name="Object 15">
            <a:extLst>
              <a:ext uri="{FF2B5EF4-FFF2-40B4-BE49-F238E27FC236}">
                <a16:creationId xmlns:a16="http://schemas.microsoft.com/office/drawing/2014/main" id="{854B342B-B5EA-A242-6F1F-D347875031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7400" y="2400300"/>
          <a:ext cx="965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2400300"/>
                        <a:ext cx="965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0" name="Text Box 16">
            <a:extLst>
              <a:ext uri="{FF2B5EF4-FFF2-40B4-BE49-F238E27FC236}">
                <a16:creationId xmlns:a16="http://schemas.microsoft.com/office/drawing/2014/main" id="{69FD0B12-0120-F203-EFEF-4E3C5F3DA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19450"/>
            <a:ext cx="1828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∴ 原 </a:t>
            </a:r>
            <a:r>
              <a:rPr lang="en-US" altLang="zh-CN" sz="2400" b="1"/>
              <a:t>formula</a:t>
            </a:r>
            <a:endParaRPr lang="zh-CN" altLang="en-US" sz="2400"/>
          </a:p>
        </p:txBody>
      </p:sp>
      <p:graphicFrame>
        <p:nvGraphicFramePr>
          <p:cNvPr id="36881" name="Object 17">
            <a:extLst>
              <a:ext uri="{FF2B5EF4-FFF2-40B4-BE49-F238E27FC236}">
                <a16:creationId xmlns:a16="http://schemas.microsoft.com/office/drawing/2014/main" id="{9D6CB1C6-BD2A-2BB7-0AAF-9A2956CD62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9900" y="3251200"/>
          <a:ext cx="1714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3251200"/>
                        <a:ext cx="1714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8">
            <a:extLst>
              <a:ext uri="{FF2B5EF4-FFF2-40B4-BE49-F238E27FC236}">
                <a16:creationId xmlns:a16="http://schemas.microsoft.com/office/drawing/2014/main" id="{1BB55AA0-62D1-2E57-2B8D-3F2267F4F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3284538"/>
          <a:ext cx="50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284538"/>
                        <a:ext cx="50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3" name="Text Box 19">
            <a:extLst>
              <a:ext uri="{FF2B5EF4-FFF2-40B4-BE49-F238E27FC236}">
                <a16:creationId xmlns:a16="http://schemas.microsoft.com/office/drawing/2014/main" id="{E97C997C-5520-1E31-A589-472145A9F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86200"/>
            <a:ext cx="160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method 2</a:t>
            </a:r>
          </a:p>
        </p:txBody>
      </p:sp>
      <p:graphicFrame>
        <p:nvGraphicFramePr>
          <p:cNvPr id="36884" name="Object 20">
            <a:extLst>
              <a:ext uri="{FF2B5EF4-FFF2-40B4-BE49-F238E27FC236}">
                <a16:creationId xmlns:a16="http://schemas.microsoft.com/office/drawing/2014/main" id="{977BCBFB-BD06-8B03-D3A8-4EE89A1AE2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445000"/>
          <a:ext cx="1485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45000"/>
                        <a:ext cx="1485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1">
            <a:extLst>
              <a:ext uri="{FF2B5EF4-FFF2-40B4-BE49-F238E27FC236}">
                <a16:creationId xmlns:a16="http://schemas.microsoft.com/office/drawing/2014/main" id="{E0315F71-CFE4-B688-876C-52D4BBEEAC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5150" y="4419600"/>
          <a:ext cx="2933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4419600"/>
                        <a:ext cx="2933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22">
            <a:extLst>
              <a:ext uri="{FF2B5EF4-FFF2-40B4-BE49-F238E27FC236}">
                <a16:creationId xmlns:a16="http://schemas.microsoft.com/office/drawing/2014/main" id="{2F6D848A-FE49-A28C-430F-544CBBD1C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5050" y="4648200"/>
          <a:ext cx="1981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4648200"/>
                        <a:ext cx="19812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>
            <a:extLst>
              <a:ext uri="{FF2B5EF4-FFF2-40B4-BE49-F238E27FC236}">
                <a16:creationId xmlns:a16="http://schemas.microsoft.com/office/drawing/2014/main" id="{5ECF702F-E6C9-A755-B2C1-EE1AA966C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5562600"/>
          <a:ext cx="50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562600"/>
                        <a:ext cx="50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9" name="Oval 25">
            <a:extLst>
              <a:ext uri="{FF2B5EF4-FFF2-40B4-BE49-F238E27FC236}">
                <a16:creationId xmlns:a16="http://schemas.microsoft.com/office/drawing/2014/main" id="{F788CD5A-F5C6-C20B-C84B-30FE483BE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762000"/>
            <a:ext cx="609600" cy="5334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70" grpId="0" autoUpdateAnimBg="0"/>
      <p:bldP spid="36874" grpId="0" autoUpdateAnimBg="0"/>
      <p:bldP spid="36880" grpId="0" autoUpdateAnimBg="0"/>
      <p:bldP spid="3688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4180EB95-9F91-43EF-9F04-6801DCEF0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2057400" cy="6096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5ED6C7F3-AD26-5275-977D-15CE9045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04888"/>
            <a:ext cx="23907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1. Limit Laws (Operational Rules)</a:t>
            </a:r>
            <a:endParaRPr lang="zh-CN" altLang="en-US" sz="2400"/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912A5CB1-DB41-EFDA-E9DF-380D32DEE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38288"/>
            <a:ext cx="3581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>
                <a:latin typeface="+mn-ea"/>
                <a:ea typeface="+mn-ea"/>
              </a:rPr>
              <a:t>(1) infinitesimaloperation</a:t>
            </a:r>
            <a:r>
              <a:rPr kumimoji="1" lang="zh-CN" altLang="en-US" sz="2400">
                <a:latin typeface="+mn-ea"/>
                <a:ea typeface="+mn-ea"/>
              </a:rPr>
              <a:t>法</a:t>
            </a:r>
            <a:r>
              <a:rPr kumimoji="1" lang="en-US" altLang="zh-CN" sz="2400">
                <a:latin typeface="+mn-ea"/>
                <a:ea typeface="+mn-ea"/>
              </a:rPr>
              <a:t>then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A489CCEE-6126-65AD-3EF7-055143D33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7400"/>
            <a:ext cx="3657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(2) limit</a:t>
            </a:r>
            <a:r>
              <a:rPr lang="zh-CN" altLang="en-GB" sz="2400"/>
              <a:t>四</a:t>
            </a:r>
            <a:r>
              <a:rPr lang="en-GB" altLang="zh-CN" sz="2400"/>
              <a:t>thenoperation</a:t>
            </a:r>
            <a:r>
              <a:rPr lang="zh-CN" altLang="en-GB" sz="2400"/>
              <a:t>法</a:t>
            </a:r>
            <a:r>
              <a:rPr lang="en-GB" altLang="zh-CN" sz="2400"/>
              <a:t>then</a:t>
            </a:r>
            <a:endParaRPr lang="zh-CN" altLang="en-US" sz="2400"/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DFD49616-9455-88EA-4BC3-750230F2C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590800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(3) compositefunctionLimit Laws (Operational Rules)</a:t>
            </a:r>
            <a:endParaRPr lang="zh-CN" altLang="en-US" sz="2400"/>
          </a:p>
        </p:txBody>
      </p:sp>
      <p:sp>
        <p:nvSpPr>
          <p:cNvPr id="41994" name="Text Box 10">
            <a:hlinkClick r:id="rId2" action="ppaction://hlinksldjump"/>
            <a:extLst>
              <a:ext uri="{FF2B5EF4-FFF2-40B4-BE49-F238E27FC236}">
                <a16:creationId xmlns:a16="http://schemas.microsoft.com/office/drawing/2014/main" id="{3649AA48-A2A2-A8BF-78A4-1A17B7823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057400"/>
            <a:ext cx="2514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Note</a:t>
            </a:r>
            <a:r>
              <a:rPr lang="zh-CN" altLang="en-US" sz="2400"/>
              <a:t>使 </a:t>
            </a:r>
            <a:r>
              <a:rPr lang="en-US" altLang="zh-CN" sz="2400"/>
              <a:t>usecondition</a:t>
            </a:r>
            <a:endParaRPr lang="zh-CN" altLang="en-US" sz="2400"/>
          </a:p>
        </p:txBody>
      </p:sp>
      <p:sp>
        <p:nvSpPr>
          <p:cNvPr id="41995" name="Text Box 11">
            <a:extLst>
              <a:ext uri="{FF2B5EF4-FFF2-40B4-BE49-F238E27FC236}">
                <a16:creationId xmlns:a16="http://schemas.microsoft.com/office/drawing/2014/main" id="{14AD578D-0874-9A27-7D1D-63CA957A8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38488"/>
            <a:ext cx="3505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2. findfunctionlimit's method</a:t>
            </a:r>
            <a:endParaRPr lang="zh-CN" altLang="en-US" sz="2400"/>
          </a:p>
        </p:txBody>
      </p:sp>
      <p:sp>
        <p:nvSpPr>
          <p:cNvPr id="41996" name="Text Box 12">
            <a:extLst>
              <a:ext uri="{FF2B5EF4-FFF2-40B4-BE49-F238E27FC236}">
                <a16:creationId xmlns:a16="http://schemas.microsoft.com/office/drawing/2014/main" id="{116B9756-12EC-4575-410E-76168637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57600"/>
            <a:ext cx="449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(1) </a:t>
            </a:r>
            <a:r>
              <a:rPr lang="zh-CN" altLang="en-US" sz="2400"/>
              <a:t>分 </a:t>
            </a:r>
            <a:r>
              <a:rPr lang="en-US" altLang="zh-CN" sz="2400"/>
              <a:t>formulafunctionlimit find</a:t>
            </a:r>
            <a:r>
              <a:rPr lang="zh-CN" altLang="en-US" sz="2400"/>
              <a:t>法</a:t>
            </a:r>
          </a:p>
        </p:txBody>
      </p:sp>
      <p:graphicFrame>
        <p:nvGraphicFramePr>
          <p:cNvPr id="41997" name="Object 13">
            <a:extLst>
              <a:ext uri="{FF2B5EF4-FFF2-40B4-BE49-F238E27FC236}">
                <a16:creationId xmlns:a16="http://schemas.microsoft.com/office/drawing/2014/main" id="{25810671-85D6-B6A5-6D6E-6551767BE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9563" y="4230688"/>
          <a:ext cx="1384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4230688"/>
                        <a:ext cx="1384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8" name="Text Box 14">
            <a:extLst>
              <a:ext uri="{FF2B5EF4-FFF2-40B4-BE49-F238E27FC236}">
                <a16:creationId xmlns:a16="http://schemas.microsoft.com/office/drawing/2014/main" id="{C25FA654-75DD-F402-C4A5-6E9749641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113" y="4186238"/>
            <a:ext cx="2667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usesubstitute</a:t>
            </a:r>
            <a:r>
              <a:rPr lang="zh-CN" altLang="en-US" sz="2400"/>
              <a:t>法</a:t>
            </a:r>
          </a:p>
        </p:txBody>
      </p:sp>
      <p:sp>
        <p:nvSpPr>
          <p:cNvPr id="41999" name="Text Box 15">
            <a:extLst>
              <a:ext uri="{FF2B5EF4-FFF2-40B4-BE49-F238E27FC236}">
                <a16:creationId xmlns:a16="http://schemas.microsoft.com/office/drawing/2014/main" id="{B474C545-DC94-8635-921A-C132815CD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675" y="4200525"/>
            <a:ext cx="2819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( denominator not is 0 )</a:t>
            </a:r>
          </a:p>
        </p:txBody>
      </p:sp>
      <p:graphicFrame>
        <p:nvGraphicFramePr>
          <p:cNvPr id="42000" name="Object 16">
            <a:extLst>
              <a:ext uri="{FF2B5EF4-FFF2-40B4-BE49-F238E27FC236}">
                <a16:creationId xmlns:a16="http://schemas.microsoft.com/office/drawing/2014/main" id="{90C45F49-AB79-4F87-4411-C4E4FAE050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802188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02188"/>
                        <a:ext cx="144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1" name="Text Box 17">
            <a:extLst>
              <a:ext uri="{FF2B5EF4-FFF2-40B4-BE49-F238E27FC236}">
                <a16:creationId xmlns:a16="http://schemas.microsoft.com/office/drawing/2014/main" id="{5966C486-DEEB-34A9-3EB5-8F557D2D2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757738"/>
            <a:ext cx="1447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</a:t>
            </a:r>
            <a:r>
              <a:rPr lang="zh-CN" altLang="en-US" sz="2400"/>
              <a:t>对</a:t>
            </a:r>
          </a:p>
        </p:txBody>
      </p:sp>
      <p:graphicFrame>
        <p:nvGraphicFramePr>
          <p:cNvPr id="42002" name="Object 18">
            <a:extLst>
              <a:ext uri="{FF2B5EF4-FFF2-40B4-BE49-F238E27FC236}">
                <a16:creationId xmlns:a16="http://schemas.microsoft.com/office/drawing/2014/main" id="{6BA84DC1-7264-7C1E-A8EB-1470D4B9BA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648200"/>
          <a:ext cx="3810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648200"/>
                        <a:ext cx="3810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3" name="Text Box 19">
            <a:extLst>
              <a:ext uri="{FF2B5EF4-FFF2-40B4-BE49-F238E27FC236}">
                <a16:creationId xmlns:a16="http://schemas.microsoft.com/office/drawing/2014/main" id="{9EEA1732-5196-19E8-17AE-97C8A957E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757738"/>
            <a:ext cx="2743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型 </a:t>
            </a:r>
            <a:r>
              <a:rPr lang="en-US" altLang="zh-CN" sz="2400"/>
              <a:t>, </a:t>
            </a:r>
            <a:r>
              <a:rPr lang="zh-CN" altLang="en-US" sz="2400"/>
              <a:t>约 </a:t>
            </a:r>
            <a:r>
              <a:rPr lang="en-US" altLang="zh-CN" sz="2400"/>
              <a:t>common factor</a:t>
            </a:r>
            <a:endParaRPr lang="zh-CN" altLang="en-US" sz="2400"/>
          </a:p>
        </p:txBody>
      </p:sp>
      <p:graphicFrame>
        <p:nvGraphicFramePr>
          <p:cNvPr id="42004" name="Object 20">
            <a:extLst>
              <a:ext uri="{FF2B5EF4-FFF2-40B4-BE49-F238E27FC236}">
                <a16:creationId xmlns:a16="http://schemas.microsoft.com/office/drawing/2014/main" id="{F8D03772-28B2-999F-D4C0-CF6EE00DE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5453063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5453063"/>
                        <a:ext cx="1384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5" name="Text Box 21">
            <a:extLst>
              <a:ext uri="{FF2B5EF4-FFF2-40B4-BE49-F238E27FC236}">
                <a16:creationId xmlns:a16="http://schemas.microsoft.com/office/drawing/2014/main" id="{8B67A7AA-CBD4-A07D-0B97-746AD3105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365750"/>
            <a:ext cx="449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when , numeratordenominator divide by highest powerpower</a:t>
            </a:r>
            <a:endParaRPr lang="zh-CN" altLang="en-US" sz="2400"/>
          </a:p>
        </p:txBody>
      </p:sp>
      <p:sp>
        <p:nvSpPr>
          <p:cNvPr id="42007" name="Rectangle 23">
            <a:extLst>
              <a:ext uri="{FF2B5EF4-FFF2-40B4-BE49-F238E27FC236}">
                <a16:creationId xmlns:a16="http://schemas.microsoft.com/office/drawing/2014/main" id="{8E7C80F1-3B41-6717-534A-1483B7C77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5335588"/>
            <a:ext cx="1752600" cy="533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</a:rPr>
              <a:t>" </a:t>
            </a:r>
            <a:r>
              <a:rPr lang="zh-CN" altLang="en-US" sz="2400">
                <a:solidFill>
                  <a:schemeClr val="accent2"/>
                </a:solidFill>
              </a:rPr>
              <a:t>抓大头</a:t>
            </a:r>
            <a:r>
              <a:rPr lang="en-US" altLang="zh-CN" sz="2400">
                <a:solidFill>
                  <a:schemeClr val="accent2"/>
                </a:solidFill>
              </a:rPr>
              <a:t>"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sp>
        <p:nvSpPr>
          <p:cNvPr id="42013" name="Text Box 29">
            <a:extLst>
              <a:ext uri="{FF2B5EF4-FFF2-40B4-BE49-F238E27FC236}">
                <a16:creationId xmlns:a16="http://schemas.microsoft.com/office/drawing/2014/main" id="{711F9CF1-3A57-08AF-59B2-B17538253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67400"/>
            <a:ext cx="4191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(2) compositefunctionlimit find</a:t>
            </a:r>
            <a:r>
              <a:rPr lang="zh-CN" altLang="en-US" sz="2400"/>
              <a:t>法</a:t>
            </a:r>
          </a:p>
        </p:txBody>
      </p:sp>
      <p:sp>
        <p:nvSpPr>
          <p:cNvPr id="42014" name="Line 30">
            <a:extLst>
              <a:ext uri="{FF2B5EF4-FFF2-40B4-BE49-F238E27FC236}">
                <a16:creationId xmlns:a16="http://schemas.microsoft.com/office/drawing/2014/main" id="{33144816-8141-69AB-4C6B-6585D35A1B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9238" y="6097588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5" name="Text Box 31">
            <a:extLst>
              <a:ext uri="{FF2B5EF4-FFF2-40B4-BE49-F238E27FC236}">
                <a16:creationId xmlns:a16="http://schemas.microsoft.com/office/drawing/2014/main" id="{A6A09CF3-B4B7-2616-B584-EA7F70A31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538" y="5876925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 in </a:t>
            </a:r>
            <a:r>
              <a:rPr lang="zh-CN" altLang="en-US" sz="2400"/>
              <a:t>间变 </a:t>
            </a:r>
            <a:r>
              <a:rPr lang="en-US" altLang="zh-CN" sz="2400"/>
              <a:t>quantity</a:t>
            </a:r>
            <a:endParaRPr lang="zh-CN" altLang="en-US" sz="2400"/>
          </a:p>
        </p:txBody>
      </p:sp>
      <p:sp>
        <p:nvSpPr>
          <p:cNvPr id="42016" name="AutoShape 3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05F92C0F-9D3C-04D1-A74C-85573DF08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081088"/>
            <a:ext cx="685800" cy="366712"/>
          </a:xfrm>
          <a:prstGeom prst="actionButtonBlank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Th1</a:t>
            </a:r>
          </a:p>
        </p:txBody>
      </p:sp>
      <p:sp>
        <p:nvSpPr>
          <p:cNvPr id="42017" name="AutoShape 33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97D5C58C-76E2-47DE-E5E8-C9808DB0E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081088"/>
            <a:ext cx="685800" cy="366712"/>
          </a:xfrm>
          <a:prstGeom prst="actionButtonBlank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Th2</a:t>
            </a:r>
          </a:p>
        </p:txBody>
      </p:sp>
      <p:sp>
        <p:nvSpPr>
          <p:cNvPr id="42018" name="AutoShape 34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83DE46B9-EA6A-2B78-E0D4-47B016125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081088"/>
            <a:ext cx="685800" cy="366712"/>
          </a:xfrm>
          <a:prstGeom prst="actionButtonBlank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Th3</a:t>
            </a:r>
          </a:p>
        </p:txBody>
      </p:sp>
      <p:sp>
        <p:nvSpPr>
          <p:cNvPr id="42019" name="AutoShape 35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11FC1625-D243-609C-49B2-79183E16E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081088"/>
            <a:ext cx="685800" cy="366712"/>
          </a:xfrm>
          <a:prstGeom prst="actionButtonBlank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Th4</a:t>
            </a:r>
          </a:p>
        </p:txBody>
      </p:sp>
      <p:sp>
        <p:nvSpPr>
          <p:cNvPr id="42020" name="AutoShape 3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93819E9-742A-F64D-CC40-FDFF1EAF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081088"/>
            <a:ext cx="685800" cy="366712"/>
          </a:xfrm>
          <a:prstGeom prst="actionButtonBlank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Th5</a:t>
            </a:r>
          </a:p>
        </p:txBody>
      </p:sp>
      <p:sp>
        <p:nvSpPr>
          <p:cNvPr id="42021" name="AutoShape 37">
            <a:extLst>
              <a:ext uri="{FF2B5EF4-FFF2-40B4-BE49-F238E27FC236}">
                <a16:creationId xmlns:a16="http://schemas.microsoft.com/office/drawing/2014/main" id="{2FDDFE79-DF25-6D80-2679-5E50F9B331D9}"/>
              </a:ext>
            </a:extLst>
          </p:cNvPr>
          <p:cNvSpPr>
            <a:spLocks/>
          </p:cNvSpPr>
          <p:nvPr/>
        </p:nvSpPr>
        <p:spPr bwMode="auto">
          <a:xfrm>
            <a:off x="5257800" y="1676400"/>
            <a:ext cx="152400" cy="1295400"/>
          </a:xfrm>
          <a:prstGeom prst="righ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22" name="AutoShape 38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E2721A8F-CB1B-8367-688C-FB83F90F6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081088"/>
            <a:ext cx="685800" cy="366712"/>
          </a:xfrm>
          <a:prstGeom prst="actionButtonBlank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FF00"/>
                </a:solidFill>
              </a:rPr>
              <a:t>Th6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utoUpdateAnimBg="0"/>
      <p:bldP spid="41989" grpId="0" autoUpdateAnimBg="0"/>
      <p:bldP spid="41990" grpId="0" autoUpdateAnimBg="0"/>
      <p:bldP spid="41991" grpId="0" autoUpdateAnimBg="0"/>
      <p:bldP spid="41994" grpId="0" autoUpdateAnimBg="0"/>
      <p:bldP spid="41995" grpId="0" autoUpdateAnimBg="0"/>
      <p:bldP spid="41996" grpId="0" autoUpdateAnimBg="0"/>
      <p:bldP spid="41998" grpId="0" autoUpdateAnimBg="0"/>
      <p:bldP spid="41999" grpId="0" autoUpdateAnimBg="0"/>
      <p:bldP spid="42001" grpId="0" autoUpdateAnimBg="0"/>
      <p:bldP spid="42003" grpId="0" autoUpdateAnimBg="0"/>
      <p:bldP spid="42005" grpId="0" autoUpdateAnimBg="0"/>
      <p:bldP spid="42007" grpId="0" animBg="1" autoUpdateAnimBg="0"/>
      <p:bldP spid="42013" grpId="0" autoUpdateAnimBg="0"/>
      <p:bldP spid="42015" grpId="0" autoUpdateAnimBg="0"/>
      <p:bldP spid="42016" grpId="0" animBg="1" autoUpdateAnimBg="0"/>
      <p:bldP spid="42017" grpId="0" animBg="1" autoUpdateAnimBg="0"/>
      <p:bldP spid="42018" grpId="0" animBg="1" autoUpdateAnimBg="0"/>
      <p:bldP spid="42019" grpId="0" animBg="1" autoUpdateAnimBg="0"/>
      <p:bldP spid="42020" grpId="0" animBg="1" autoUpdateAnimBg="0"/>
      <p:bldP spid="4202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F0DBF74-EAB8-EEE9-B098-BE58A21E3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2514600" cy="6858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Think and Exercise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E7FB23DA-59D8-3982-08F1-49D16047E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22363"/>
            <a:ext cx="609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1.</a:t>
            </a:r>
            <a:endParaRPr lang="en-US" altLang="zh-CN" sz="2400"/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599FDBF1-AEA8-0221-0272-CD4A7B828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114425"/>
          <a:ext cx="5067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14425"/>
                        <a:ext cx="5067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55C66BCC-EFBD-70D1-F72D-3754B8A0C1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814513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14513"/>
                        <a:ext cx="247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>
            <a:extLst>
              <a:ext uri="{FF2B5EF4-FFF2-40B4-BE49-F238E27FC236}">
                <a16:creationId xmlns:a16="http://schemas.microsoft.com/office/drawing/2014/main" id="{87DEBBFF-04B1-0D17-7252-859B09A18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766888"/>
            <a:ext cx="3505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is </a:t>
            </a:r>
            <a:r>
              <a:rPr lang="zh-CN" altLang="en-GB" sz="2400"/>
              <a:t>否</a:t>
            </a:r>
            <a:r>
              <a:rPr lang="en-GB" altLang="zh-CN" sz="2400"/>
              <a:t>existence ? is what ?</a:t>
            </a:r>
            <a:endParaRPr lang="en-US" altLang="zh-CN" sz="2400"/>
          </a:p>
        </p:txBody>
      </p:sp>
      <p:sp>
        <p:nvSpPr>
          <p:cNvPr id="39947" name="Text Box 11">
            <a:extLst>
              <a:ext uri="{FF2B5EF4-FFF2-40B4-BE49-F238E27FC236}">
                <a16:creationId xmlns:a16="http://schemas.microsoft.com/office/drawing/2014/main" id="{540C42F4-97FC-40B8-61D2-D309BFD46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06650"/>
            <a:ext cx="1828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Answer: not existence .</a:t>
            </a:r>
            <a:endParaRPr lang="en-US" altLang="zh-CN" sz="2400"/>
          </a:p>
        </p:txBody>
      </p:sp>
      <p:sp>
        <p:nvSpPr>
          <p:cNvPr id="39948" name="Text Box 12">
            <a:extLst>
              <a:ext uri="{FF2B5EF4-FFF2-40B4-BE49-F238E27FC236}">
                <a16:creationId xmlns:a16="http://schemas.microsoft.com/office/drawing/2014/main" id="{9AF456F4-08F5-93FD-078B-BDA0FBAA8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436813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otherwisefrom</a:t>
            </a:r>
            <a:endParaRPr lang="zh-CN" altLang="en-US" sz="2400"/>
          </a:p>
        </p:txBody>
      </p:sp>
      <p:graphicFrame>
        <p:nvGraphicFramePr>
          <p:cNvPr id="39949" name="Object 13">
            <a:extLst>
              <a:ext uri="{FF2B5EF4-FFF2-40B4-BE49-F238E27FC236}">
                <a16:creationId xmlns:a16="http://schemas.microsoft.com/office/drawing/2014/main" id="{0BE01499-FAC0-FEB5-8BC5-9860E3FAF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2474913"/>
          <a:ext cx="40370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474913"/>
                        <a:ext cx="40370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0" name="Text Box 14">
            <a:extLst>
              <a:ext uri="{FF2B5EF4-FFF2-40B4-BE49-F238E27FC236}">
                <a16:creationId xmlns:a16="http://schemas.microsoft.com/office/drawing/2014/main" id="{DE9B1975-8FE9-470F-018F-483FE9967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3062288"/>
            <a:ext cx="525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GB" sz="2400"/>
              <a:t>利 </a:t>
            </a:r>
            <a:r>
              <a:rPr lang="en-GB" altLang="zh-CN" sz="2400"/>
              <a:t>uselimit</a:t>
            </a:r>
            <a:r>
              <a:rPr lang="zh-CN" altLang="en-GB" sz="2400"/>
              <a:t>四</a:t>
            </a:r>
            <a:r>
              <a:rPr lang="en-GB" altLang="zh-CN" sz="2400"/>
              <a:t>thenoperation</a:t>
            </a:r>
            <a:r>
              <a:rPr lang="zh-CN" altLang="en-GB" sz="2400"/>
              <a:t>法</a:t>
            </a:r>
            <a:r>
              <a:rPr lang="en-GB" altLang="zh-CN" sz="2400"/>
              <a:t>then we see that</a:t>
            </a:r>
            <a:endParaRPr lang="zh-CN" altLang="en-US" sz="2400"/>
          </a:p>
        </p:txBody>
      </p:sp>
      <p:graphicFrame>
        <p:nvGraphicFramePr>
          <p:cNvPr id="39951" name="Object 15">
            <a:extLst>
              <a:ext uri="{FF2B5EF4-FFF2-40B4-BE49-F238E27FC236}">
                <a16:creationId xmlns:a16="http://schemas.microsoft.com/office/drawing/2014/main" id="{4B558C77-97CA-C59F-F369-5BCB9A302A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7238" y="3128963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3128963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Text Box 16">
            <a:extLst>
              <a:ext uri="{FF2B5EF4-FFF2-40B4-BE49-F238E27FC236}">
                <a16:creationId xmlns:a16="http://schemas.microsoft.com/office/drawing/2014/main" id="{CC76EA7A-A02C-2678-7A3D-D0CB8618F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3079750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existence ,</a:t>
            </a:r>
          </a:p>
        </p:txBody>
      </p:sp>
      <p:sp>
        <p:nvSpPr>
          <p:cNvPr id="39953" name="Text Box 17">
            <a:extLst>
              <a:ext uri="{FF2B5EF4-FFF2-40B4-BE49-F238E27FC236}">
                <a16:creationId xmlns:a16="http://schemas.microsoft.com/office/drawing/2014/main" id="{45AB9025-2AF9-889C-2563-810F50DFA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13" y="3087688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 </a:t>
            </a:r>
            <a:r>
              <a:rPr lang="zh-CN" altLang="en-US" sz="2400"/>
              <a:t>已知</a:t>
            </a:r>
            <a:r>
              <a:rPr lang="en-US" altLang="zh-CN" sz="2400"/>
              <a:t>condition</a:t>
            </a:r>
            <a:endParaRPr lang="zh-CN" altLang="en-US" sz="2400"/>
          </a:p>
        </p:txBody>
      </p:sp>
      <p:sp>
        <p:nvSpPr>
          <p:cNvPr id="39954" name="Text Box 18">
            <a:extLst>
              <a:ext uri="{FF2B5EF4-FFF2-40B4-BE49-F238E27FC236}">
                <a16:creationId xmlns:a16="http://schemas.microsoft.com/office/drawing/2014/main" id="{4BCCA5EC-A147-0E20-26C6-49FD17128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3538538"/>
            <a:ext cx="1295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矛盾</a:t>
            </a:r>
            <a:r>
              <a:rPr lang="en-US" altLang="zh-CN" sz="2400"/>
              <a:t>.</a:t>
            </a:r>
          </a:p>
        </p:txBody>
      </p:sp>
      <p:graphicFrame>
        <p:nvGraphicFramePr>
          <p:cNvPr id="39957" name="Object 21">
            <a:extLst>
              <a:ext uri="{FF2B5EF4-FFF2-40B4-BE49-F238E27FC236}">
                <a16:creationId xmlns:a16="http://schemas.microsoft.com/office/drawing/2014/main" id="{A95386A3-BD4D-3A7B-AD8B-52A54E0A2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3950" y="4040188"/>
          <a:ext cx="48625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4040188"/>
                        <a:ext cx="48625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8" name="Text Box 22">
            <a:extLst>
              <a:ext uri="{FF2B5EF4-FFF2-40B4-BE49-F238E27FC236}">
                <a16:creationId xmlns:a16="http://schemas.microsoft.com/office/drawing/2014/main" id="{9D368266-D038-6505-C6D2-312B0DC10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76863"/>
            <a:ext cx="91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</a:t>
            </a:r>
          </a:p>
        </p:txBody>
      </p:sp>
      <p:sp>
        <p:nvSpPr>
          <p:cNvPr id="39959" name="Text Box 23">
            <a:extLst>
              <a:ext uri="{FF2B5EF4-FFF2-40B4-BE49-F238E27FC236}">
                <a16:creationId xmlns:a16="http://schemas.microsoft.com/office/drawing/2014/main" id="{853F3995-580F-96EB-55C6-187F7F6C4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394325"/>
            <a:ext cx="91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aphicFrame>
        <p:nvGraphicFramePr>
          <p:cNvPr id="39961" name="Object 25">
            <a:extLst>
              <a:ext uri="{FF2B5EF4-FFF2-40B4-BE49-F238E27FC236}">
                <a16:creationId xmlns:a16="http://schemas.microsoft.com/office/drawing/2014/main" id="{4D920E74-836B-518D-E8F7-FC75A11E3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5221288"/>
          <a:ext cx="20812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5221288"/>
                        <a:ext cx="208121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2" name="Object 26">
            <a:extLst>
              <a:ext uri="{FF2B5EF4-FFF2-40B4-BE49-F238E27FC236}">
                <a16:creationId xmlns:a16="http://schemas.microsoft.com/office/drawing/2014/main" id="{DE0D075E-D5EA-CCEC-DE5F-B3F22FD1F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3063" y="5238750"/>
          <a:ext cx="21701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063" y="5238750"/>
                        <a:ext cx="21701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27">
            <a:extLst>
              <a:ext uri="{FF2B5EF4-FFF2-40B4-BE49-F238E27FC236}">
                <a16:creationId xmlns:a16="http://schemas.microsoft.com/office/drawing/2014/main" id="{B0B9B24A-F975-7474-8149-74221E757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5575" y="527050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5575" y="527050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6" name="Text Box 30">
            <a:extLst>
              <a:ext uri="{FF2B5EF4-FFF2-40B4-BE49-F238E27FC236}">
                <a16:creationId xmlns:a16="http://schemas.microsoft.com/office/drawing/2014/main" id="{386B69AB-AF7D-A4A6-ABE7-618A10A8D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243388"/>
            <a:ext cx="428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chemeClr val="tx2"/>
                </a:solidFill>
                <a:ea typeface="仿宋_GB2312"/>
                <a:cs typeface="仿宋_GB2312"/>
              </a:rPr>
              <a:t>2.</a:t>
            </a:r>
          </a:p>
        </p:txBody>
      </p:sp>
      <p:sp>
        <p:nvSpPr>
          <p:cNvPr id="39968" name="Text Box 32">
            <a:extLst>
              <a:ext uri="{FF2B5EF4-FFF2-40B4-BE49-F238E27FC236}">
                <a16:creationId xmlns:a16="http://schemas.microsoft.com/office/drawing/2014/main" id="{8B9AE922-E28D-345F-6770-A2912E3C9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131" y="1084263"/>
            <a:ext cx="1383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/>
              <a:t>Question</a:t>
            </a:r>
            <a:endParaRPr lang="zh-CN" altLang="en-US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 autoUpdateAnimBg="0"/>
      <p:bldP spid="39945" grpId="0" autoUpdateAnimBg="0"/>
      <p:bldP spid="39947" grpId="0" autoUpdateAnimBg="0"/>
      <p:bldP spid="39948" grpId="0" autoUpdateAnimBg="0"/>
      <p:bldP spid="39950" grpId="0" autoUpdateAnimBg="0"/>
      <p:bldP spid="39952" grpId="0" autoUpdateAnimBg="0"/>
      <p:bldP spid="39953" grpId="0" autoUpdateAnimBg="0"/>
      <p:bldP spid="39954" grpId="0" autoUpdateAnimBg="0"/>
      <p:bldP spid="39958" grpId="0" autoUpdateAnimBg="0"/>
      <p:bldP spid="39959" grpId="0" autoUpdateAnimBg="0"/>
      <p:bldP spid="39966" grpId="0" build="p" autoUpdateAnimBg="0"/>
      <p:bldP spid="39968" grpId="0" build="p" autoUpdateAnimBg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>
            <a:extLst>
              <a:ext uri="{FF2B5EF4-FFF2-40B4-BE49-F238E27FC236}">
                <a16:creationId xmlns:a16="http://schemas.microsoft.com/office/drawing/2014/main" id="{FA316E73-28A6-3A15-48A2-86D913303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481013"/>
            <a:ext cx="14478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latin typeface="+mn-ea"/>
                <a:ea typeface="+mn-ea"/>
              </a:rPr>
              <a:t>3.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35842" name="Object 6">
            <a:extLst>
              <a:ext uri="{FF2B5EF4-FFF2-40B4-BE49-F238E27FC236}">
                <a16:creationId xmlns:a16="http://schemas.microsoft.com/office/drawing/2014/main" id="{D9541088-F58D-0054-FEEC-A57FD2924A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1288" y="425450"/>
          <a:ext cx="300831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425450"/>
                        <a:ext cx="300831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Text Box 7">
            <a:extLst>
              <a:ext uri="{FF2B5EF4-FFF2-40B4-BE49-F238E27FC236}">
                <a16:creationId xmlns:a16="http://schemas.microsoft.com/office/drawing/2014/main" id="{82E503A4-E461-FD57-FD92-35E8FC744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2850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</a:t>
            </a:r>
            <a:r>
              <a:rPr lang="zh-CN" altLang="en-US" sz="2400" b="1">
                <a:solidFill>
                  <a:schemeClr val="tx2"/>
                </a:solidFill>
              </a:rPr>
              <a:t>法 </a:t>
            </a:r>
            <a:r>
              <a:rPr lang="en-US" altLang="zh-CN" sz="24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3B554375-4E1D-865D-5488-F9F4A7A28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12938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原 </a:t>
            </a:r>
            <a:r>
              <a:rPr lang="en-US" altLang="zh-CN" sz="2400"/>
              <a:t>formula =</a:t>
            </a:r>
          </a:p>
        </p:txBody>
      </p:sp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FFFB1392-2C6C-B63B-8540-A5188FD951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950" y="1689100"/>
          <a:ext cx="2449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1689100"/>
                        <a:ext cx="2449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>
            <a:extLst>
              <a:ext uri="{FF2B5EF4-FFF2-40B4-BE49-F238E27FC236}">
                <a16:creationId xmlns:a16="http://schemas.microsoft.com/office/drawing/2014/main" id="{54744D55-BAB9-95ED-7B0F-A9ABC622D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1788" y="1695450"/>
          <a:ext cx="2767012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1695450"/>
                        <a:ext cx="2767012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>
            <a:extLst>
              <a:ext uri="{FF2B5EF4-FFF2-40B4-BE49-F238E27FC236}">
                <a16:creationId xmlns:a16="http://schemas.microsoft.com/office/drawing/2014/main" id="{97353AA9-34E6-5542-DA31-2C0B9726E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9125" y="1647825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25" y="1647825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Text Box 12">
            <a:extLst>
              <a:ext uri="{FF2B5EF4-FFF2-40B4-BE49-F238E27FC236}">
                <a16:creationId xmlns:a16="http://schemas.microsoft.com/office/drawing/2014/main" id="{6B85E97E-AA30-E585-74BF-6AF046AC5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90888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</a:t>
            </a:r>
            <a:r>
              <a:rPr lang="zh-CN" altLang="en-US" sz="2400" b="1">
                <a:solidFill>
                  <a:schemeClr val="tx2"/>
                </a:solidFill>
              </a:rPr>
              <a:t>法 </a:t>
            </a:r>
            <a:r>
              <a:rPr lang="en-US" altLang="zh-CN" sz="2400" b="1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0973" name="Text Box 13">
            <a:extLst>
              <a:ext uri="{FF2B5EF4-FFF2-40B4-BE49-F238E27FC236}">
                <a16:creationId xmlns:a16="http://schemas.microsoft.com/office/drawing/2014/main" id="{BE111462-F711-996E-652B-EF0DCCB8B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0" y="36845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40974" name="Object 14">
            <a:extLst>
              <a:ext uri="{FF2B5EF4-FFF2-40B4-BE49-F238E27FC236}">
                <a16:creationId xmlns:a16="http://schemas.microsoft.com/office/drawing/2014/main" id="{1BD93232-699D-5AA3-34DE-1A2EFA56C2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436938"/>
          <a:ext cx="88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436938"/>
                        <a:ext cx="889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5" name="Object 15">
            <a:extLst>
              <a:ext uri="{FF2B5EF4-FFF2-40B4-BE49-F238E27FC236}">
                <a16:creationId xmlns:a16="http://schemas.microsoft.com/office/drawing/2014/main" id="{D027B315-5BC5-704C-34BA-71994BBFD7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2763" y="4349750"/>
          <a:ext cx="28813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4349750"/>
                        <a:ext cx="28813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6">
            <a:extLst>
              <a:ext uri="{FF2B5EF4-FFF2-40B4-BE49-F238E27FC236}">
                <a16:creationId xmlns:a16="http://schemas.microsoft.com/office/drawing/2014/main" id="{3806F24A-8D1F-C0E4-923B-4B60ED377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534035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34035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7" name="Text Box 17">
            <a:extLst>
              <a:ext uri="{FF2B5EF4-FFF2-40B4-BE49-F238E27FC236}">
                <a16:creationId xmlns:a16="http://schemas.microsoft.com/office/drawing/2014/main" id="{BF87C8AC-59CD-D881-A65A-E128EA1DC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838" y="3684588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40978" name="Text Box 18">
            <a:extLst>
              <a:ext uri="{FF2B5EF4-FFF2-40B4-BE49-F238E27FC236}">
                <a16:creationId xmlns:a16="http://schemas.microsoft.com/office/drawing/2014/main" id="{49F4156F-5F1A-94AE-566C-18E403C97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4619625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原 </a:t>
            </a:r>
            <a:r>
              <a:rPr lang="en-US" altLang="zh-CN" sz="2400"/>
              <a:t>formula =</a:t>
            </a:r>
          </a:p>
        </p:txBody>
      </p:sp>
      <p:graphicFrame>
        <p:nvGraphicFramePr>
          <p:cNvPr id="40979" name="Object 19">
            <a:extLst>
              <a:ext uri="{FF2B5EF4-FFF2-40B4-BE49-F238E27FC236}">
                <a16:creationId xmlns:a16="http://schemas.microsoft.com/office/drawing/2014/main" id="{6983C377-E518-EA7A-718D-A5C95825E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5513" y="4273550"/>
          <a:ext cx="25765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513" y="4273550"/>
                        <a:ext cx="257651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0" name="Object 20">
            <a:extLst>
              <a:ext uri="{FF2B5EF4-FFF2-40B4-BE49-F238E27FC236}">
                <a16:creationId xmlns:a16="http://schemas.microsoft.com/office/drawing/2014/main" id="{D080B7B4-2EFA-094F-0B5A-A57EA0498B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334000"/>
          <a:ext cx="26654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0"/>
                        <a:ext cx="26654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Object 21">
            <a:extLst>
              <a:ext uri="{FF2B5EF4-FFF2-40B4-BE49-F238E27FC236}">
                <a16:creationId xmlns:a16="http://schemas.microsoft.com/office/drawing/2014/main" id="{4AC9F70C-7209-EB8A-E8B1-918770D0A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7163" y="3632200"/>
          <a:ext cx="101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3632200"/>
                        <a:ext cx="1016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autoUpdateAnimBg="0"/>
      <p:bldP spid="40968" grpId="0" autoUpdateAnimBg="0"/>
      <p:bldP spid="40972" grpId="0" autoUpdateAnimBg="0"/>
      <p:bldP spid="40973" grpId="0" autoUpdateAnimBg="0"/>
      <p:bldP spid="40977" grpId="0" autoUpdateAnimBg="0"/>
      <p:bldP spid="4097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C5DA78B9-9299-C80C-95F9-2F6CBA4C590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381000" y="508000"/>
            <a:ext cx="3429000" cy="533400"/>
          </a:xfrm>
          <a:blipFill>
            <a:blip r:embed="rId2"/>
            <a:stretch>
              <a:fillRect l="-2963" t="-2273" b="-1363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latin typeface="+mj-lt"/>
                <a:ea typeface="+mj-ea"/>
              </a:rPr>
              <a:t> </a:t>
            </a:r>
          </a:p>
        </p:txBody>
      </p:sp>
      <p:graphicFrame>
        <p:nvGraphicFramePr>
          <p:cNvPr id="36866" name="Object 3">
            <a:extLst>
              <a:ext uri="{FF2B5EF4-FFF2-40B4-BE49-F238E27FC236}">
                <a16:creationId xmlns:a16="http://schemas.microsoft.com/office/drawing/2014/main" id="{FE6E3F0B-ACEE-1ECC-CE07-6095DEE54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6100" y="407988"/>
          <a:ext cx="3365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407988"/>
                        <a:ext cx="33655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Text Box 4">
            <a:extLst>
              <a:ext uri="{FF2B5EF4-FFF2-40B4-BE49-F238E27FC236}">
                <a16:creationId xmlns:a16="http://schemas.microsoft.com/office/drawing/2014/main" id="{FA0BCE4D-BE69-121B-8AFF-D63947380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00175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 :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72E0FC33-DEC0-BD6D-68B8-66A0E135C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385888"/>
            <a:ext cx="8223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50182" name="Object 6">
            <a:extLst>
              <a:ext uri="{FF2B5EF4-FFF2-40B4-BE49-F238E27FC236}">
                <a16:creationId xmlns:a16="http://schemas.microsoft.com/office/drawing/2014/main" id="{5A6BE544-F58C-A2D9-C466-033E80F34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3900" y="1196975"/>
          <a:ext cx="90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1196975"/>
                        <a:ext cx="901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10">
            <a:extLst>
              <a:ext uri="{FF2B5EF4-FFF2-40B4-BE49-F238E27FC236}">
                <a16:creationId xmlns:a16="http://schemas.microsoft.com/office/drawing/2014/main" id="{0B70259C-AFD1-E861-1D73-6A8C9C2C2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3858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50188" name="Object 12">
            <a:extLst>
              <a:ext uri="{FF2B5EF4-FFF2-40B4-BE49-F238E27FC236}">
                <a16:creationId xmlns:a16="http://schemas.microsoft.com/office/drawing/2014/main" id="{FB7825CB-38E6-3781-93EA-678D55CAE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2238375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2238375"/>
                        <a:ext cx="3162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3">
            <a:extLst>
              <a:ext uri="{FF2B5EF4-FFF2-40B4-BE49-F238E27FC236}">
                <a16:creationId xmlns:a16="http://schemas.microsoft.com/office/drawing/2014/main" id="{77FC9662-3357-6052-39F5-3F8EE7FBB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4395788"/>
          <a:ext cx="1498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395788"/>
                        <a:ext cx="1498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16">
            <a:extLst>
              <a:ext uri="{FF2B5EF4-FFF2-40B4-BE49-F238E27FC236}">
                <a16:creationId xmlns:a16="http://schemas.microsoft.com/office/drawing/2014/main" id="{606FCFDE-BD1D-6F14-E936-CD73A88660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8575" y="2170113"/>
          <a:ext cx="2489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2170113"/>
                        <a:ext cx="2489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7">
            <a:extLst>
              <a:ext uri="{FF2B5EF4-FFF2-40B4-BE49-F238E27FC236}">
                <a16:creationId xmlns:a16="http://schemas.microsoft.com/office/drawing/2014/main" id="{B3E46126-16DA-D9F5-59BE-14B2B947D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519488"/>
          <a:ext cx="3644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519488"/>
                        <a:ext cx="36449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8" name="Text Box 22">
            <a:extLst>
              <a:ext uri="{FF2B5EF4-FFF2-40B4-BE49-F238E27FC236}">
                <a16:creationId xmlns:a16="http://schemas.microsoft.com/office/drawing/2014/main" id="{22B619B6-3071-C7FF-E0A3-2571E1E9E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4349750"/>
            <a:ext cx="83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50200" name="Object 24">
            <a:extLst>
              <a:ext uri="{FF2B5EF4-FFF2-40B4-BE49-F238E27FC236}">
                <a16:creationId xmlns:a16="http://schemas.microsoft.com/office/drawing/2014/main" id="{B8017986-B419-669A-63CD-F190A551DE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960938"/>
          <a:ext cx="952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960938"/>
                        <a:ext cx="952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15" name="Text Box 39">
            <a:extLst>
              <a:ext uri="{FF2B5EF4-FFF2-40B4-BE49-F238E27FC236}">
                <a16:creationId xmlns:a16="http://schemas.microsoft.com/office/drawing/2014/main" id="{D5197796-5585-6DF2-7BCF-0B0D3A981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4948238"/>
            <a:ext cx="1404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therefore</a:t>
            </a:r>
            <a:endParaRPr lang="zh-CN" altLang="en-US" sz="24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0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  <p:bldP spid="50181" grpId="0" autoUpdateAnimBg="0"/>
      <p:bldP spid="50186" grpId="0" autoUpdateAnimBg="0"/>
      <p:bldP spid="50198" grpId="0" autoUpdateAnimBg="0"/>
      <p:bldP spid="5021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8FD6127-4892-A17F-4458-553D00FD3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1125538"/>
            <a:ext cx="1905000" cy="8382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Homework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25602" name="Text Box 3">
            <a:extLst>
              <a:ext uri="{FF2B5EF4-FFF2-40B4-BE49-F238E27FC236}">
                <a16:creationId xmlns:a16="http://schemas.microsoft.com/office/drawing/2014/main" id="{A469973F-DB4C-A6EC-BCE9-75CC719F3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2205038"/>
            <a:ext cx="4143375" cy="18161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0000"/>
                </a:solidFill>
                <a:latin typeface="+mn-ea"/>
                <a:ea typeface="+mn-ea"/>
              </a:rPr>
              <a:t>P45 1 </a:t>
            </a:r>
            <a:r>
              <a:rPr lang="zh-CN" altLang="en-US" sz="2800" b="1">
                <a:solidFill>
                  <a:srgbClr val="FF0000"/>
                </a:solidFill>
                <a:latin typeface="+mn-ea"/>
                <a:ea typeface="+mn-ea"/>
              </a:rPr>
              <a:t>偶 </a:t>
            </a:r>
            <a:r>
              <a:rPr lang="en-US" altLang="zh-CN" sz="2800" b="1">
                <a:solidFill>
                  <a:srgbClr val="FF0000"/>
                </a:solidFill>
                <a:latin typeface="+mn-ea"/>
                <a:ea typeface="+mn-ea"/>
              </a:rPr>
              <a:t>number</a:t>
            </a:r>
            <a:r>
              <a:rPr lang="zh-CN" altLang="en-US" sz="2800" b="1">
                <a:solidFill>
                  <a:srgbClr val="FF0000"/>
                </a:solidFill>
                <a:latin typeface="+mn-ea"/>
                <a:ea typeface="+mn-ea"/>
              </a:rPr>
              <a:t>题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latin typeface="+mn-ea"/>
                <a:ea typeface="+mn-ea"/>
              </a:rPr>
              <a:t>2 (2)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0000"/>
                </a:solidFill>
                <a:latin typeface="+mn-ea"/>
                <a:ea typeface="+mn-ea"/>
              </a:rPr>
              <a:t> 3 (1), (2)</a:t>
            </a: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1790</TotalTime>
  <Words>762</Words>
  <Application>Microsoft Office PowerPoint</Application>
  <PresentationFormat>全屏显示(4:3)</PresentationFormat>
  <Paragraphs>217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等线</vt:lpstr>
      <vt:lpstr>Arial</vt:lpstr>
      <vt:lpstr>DengXian Light</vt:lpstr>
      <vt:lpstr>Times New Roman</vt:lpstr>
      <vt:lpstr>SimSun</vt:lpstr>
      <vt:lpstr>华文行楷</vt:lpstr>
      <vt:lpstr>Calibri</vt:lpstr>
      <vt:lpstr>楷体_GB2312</vt:lpstr>
      <vt:lpstr>仿宋_GB2312</vt:lpstr>
      <vt:lpstr>Monotype Sorts</vt:lpstr>
      <vt:lpstr>KaiTi</vt:lpstr>
      <vt:lpstr>Office 主题​​</vt:lpstr>
      <vt:lpstr>Microsoft 公式 3.0</vt:lpstr>
      <vt:lpstr>Microsoft Equation 3.0</vt:lpstr>
      <vt:lpstr>PowerPoint 演示文稿</vt:lpstr>
      <vt:lpstr>I. infinitesimaloperation法then</vt:lpstr>
      <vt:lpstr>PowerPoint 演示文稿</vt:lpstr>
      <vt:lpstr>Theorem2 . boundedfunction and infinitesimal's 乘 product is infinitesimal .</vt:lpstr>
      <vt:lpstr>Example1. find</vt:lpstr>
      <vt:lpstr>II. limit's 四thenoperation法then</vt:lpstr>
      <vt:lpstr>Corollary: if</vt:lpstr>
      <vt:lpstr>Theorem 4 . if</vt:lpstr>
      <vt:lpstr>Theorem 5. if</vt:lpstr>
      <vt:lpstr>Theorem6 . if</vt:lpstr>
      <vt:lpstr>Example3. Let has 分 formulafunction</vt:lpstr>
      <vt:lpstr>Example5 . find</vt:lpstr>
      <vt:lpstr>Example6 . find</vt:lpstr>
      <vt:lpstr>general has such as under 结果:</vt:lpstr>
      <vt:lpstr>III. compositeLimits of Functionsoperation法then</vt:lpstr>
      <vt:lpstr>PowerPoint 演示文稿</vt:lpstr>
      <vt:lpstr>Example7. find</vt:lpstr>
      <vt:lpstr>Example8 . find</vt:lpstr>
      <vt:lpstr>Summary</vt:lpstr>
      <vt:lpstr>Think and Exercise</vt:lpstr>
      <vt:lpstr>3. find</vt:lpstr>
      <vt:lpstr> </vt:lpstr>
      <vt:lpstr>Homework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第四节  极限运算法则</dc:title>
  <dc:creator>MATH</dc:creator>
  <cp:lastModifiedBy>Rui Li</cp:lastModifiedBy>
  <cp:revision>106</cp:revision>
  <dcterms:created xsi:type="dcterms:W3CDTF">1999-07-28T05:44:20Z</dcterms:created>
  <dcterms:modified xsi:type="dcterms:W3CDTF">2026-09-02T05:31:59Z</dcterms:modified>
</cp:coreProperties>
</file>