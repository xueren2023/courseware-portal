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75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80" autoAdjust="0"/>
    <p:restoredTop sz="90929"/>
  </p:normalViewPr>
  <p:slideViewPr>
    <p:cSldViewPr>
      <p:cViewPr varScale="1">
        <p:scale>
          <a:sx n="96" d="100"/>
          <a:sy n="96" d="100"/>
        </p:scale>
        <p:origin x="1168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2206-B0F5-E4D7-D89E-3CA1A053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03495-FD4D-9485-3EE9-8597C0B3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E1528-F9FF-EF85-0C88-8A076C28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1A524-0C20-45D0-AF2D-2D4AF7B237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821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23D53-2E72-3FD1-FACE-CC3D3812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B90C1-71C5-9783-2620-A94BAA84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7B02F-7085-36DA-20C7-C63757C9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4F18B-A00B-40CC-B047-CAFBEC6CE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90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FC2C-3349-D3F5-D38D-C8A53090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168D-D72D-07CD-4CD2-50F39E21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A703E-C4A8-33DE-5DBA-682B6B89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01F02-5384-45F1-B3A1-E78FD4E00D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91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F8EC84-946A-0879-9F69-928C0245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F45528-6C39-4812-3C14-1410B912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EC355A-8D2F-0714-B40F-41773BE8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C4116-CACB-40D6-A77C-9460674F5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27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8B8131B-1492-3746-2EB7-A47E0FD2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C36D9E6-3867-0810-24A8-A5DB088D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735A0D-3C23-6179-340F-424477D8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24DFE-B190-4F40-A9FE-EF76E428D0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08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C74806A-5797-7049-9CEC-C0204259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4C5BBA-EF5E-D15C-6F56-9DBC6EDF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4B8343-7BD4-F42F-C796-676CF0EF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C0D1A-2B17-4B82-851A-400A367436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26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3D2B79-C661-9779-9432-19A61DB9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FF91F43-41E0-8A7B-E0AA-2D7BAD63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652DE3-9CB1-E7FD-98EC-175F50AE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EB3D4-90CE-47D5-9F56-A4BA49D432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46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5E9043-D2E3-8A17-75FF-EF717ECC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66B734-00E3-694C-AEB7-395D551B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29D7CC-7E55-0D40-7AB4-B72AE9D0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787B-8973-4800-8E0D-6BDED19630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53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B1C2E7-B355-B6C0-7746-88A5E5EF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CC1704-E5A6-288C-6177-65DA9CFB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51812C-B612-93C3-08C9-220C794D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5FBEE-B6E5-49F5-846A-40E6BC2D99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605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BA6EA-5823-784A-F43B-50FBE0AE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AC12-0236-8B45-9711-3C11A570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BB9E9-A556-3A47-771F-E2A99B2B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F9C36-9FA2-416C-953C-2F7E2CD626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57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26E79-5F0B-872F-DA32-601B8B72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A372-C838-4D10-5636-66A0D06B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F89A4-13F5-FBEC-9C90-04A3472B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C7A5D-19E4-46E5-8CEB-886528AB4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09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AE7894A-1DD4-5A68-AA49-69DCFB000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F027CC8-E403-1620-50CD-0A59B19D3E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6551-4B9A-0007-505E-EA3A5A3BB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D1A31-D4D8-D4FB-2106-CCD02E46D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C822E-3378-2DA8-E659-B91FB45B3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CAAF888-98FD-43E0-BC4F-104B8468DE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emf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3.emf"/><Relationship Id="rId9" Type="http://schemas.openxmlformats.org/officeDocument/2006/relationships/image" Target="../media/image7.png"/><Relationship Id="rId1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.bin"/><Relationship Id="rId18" Type="http://schemas.openxmlformats.org/officeDocument/2006/relationships/image" Target="../media/image20.wmf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12.emf"/><Relationship Id="rId21" Type="http://schemas.openxmlformats.org/officeDocument/2006/relationships/oleObject" Target="../embeddings/oleObject14.bin"/><Relationship Id="rId34" Type="http://schemas.openxmlformats.org/officeDocument/2006/relationships/oleObject" Target="../embeddings/oleObject20.bin"/><Relationship Id="rId7" Type="http://schemas.openxmlformats.org/officeDocument/2006/relationships/image" Target="../media/image14.emf"/><Relationship Id="rId12" Type="http://schemas.openxmlformats.org/officeDocument/2006/relationships/image" Target="../media/image17.png"/><Relationship Id="rId17" Type="http://schemas.openxmlformats.org/officeDocument/2006/relationships/oleObject" Target="../embeddings/oleObject12.bin"/><Relationship Id="rId25" Type="http://schemas.openxmlformats.org/officeDocument/2006/relationships/image" Target="../media/image24.emf"/><Relationship Id="rId33" Type="http://schemas.openxmlformats.org/officeDocument/2006/relationships/image" Target="../media/image28.emf"/><Relationship Id="rId2" Type="http://schemas.openxmlformats.org/officeDocument/2006/relationships/oleObject" Target="../embeddings/oleObject5.bin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15.bin"/><Relationship Id="rId32" Type="http://schemas.openxmlformats.org/officeDocument/2006/relationships/oleObject" Target="../embeddings/oleObject19.bin"/><Relationship Id="rId5" Type="http://schemas.openxmlformats.org/officeDocument/2006/relationships/image" Target="../media/image13.emf"/><Relationship Id="rId15" Type="http://schemas.openxmlformats.org/officeDocument/2006/relationships/oleObject" Target="../embeddings/oleObject11.bin"/><Relationship Id="rId23" Type="http://schemas.openxmlformats.org/officeDocument/2006/relationships/image" Target="../media/image23.png"/><Relationship Id="rId28" Type="http://schemas.openxmlformats.org/officeDocument/2006/relationships/oleObject" Target="../embeddings/oleObject17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3.bin"/><Relationship Id="rId31" Type="http://schemas.openxmlformats.org/officeDocument/2006/relationships/image" Target="../media/image27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emf"/><Relationship Id="rId14" Type="http://schemas.openxmlformats.org/officeDocument/2006/relationships/image" Target="../media/image18.emf"/><Relationship Id="rId22" Type="http://schemas.openxmlformats.org/officeDocument/2006/relationships/image" Target="../media/image22.wmf"/><Relationship Id="rId27" Type="http://schemas.openxmlformats.org/officeDocument/2006/relationships/image" Target="../media/image25.emf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29.emf"/><Relationship Id="rId8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emf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5.emf"/><Relationship Id="rId5" Type="http://schemas.openxmlformats.org/officeDocument/2006/relationships/image" Target="../media/image51.png"/><Relationship Id="rId10" Type="http://schemas.openxmlformats.org/officeDocument/2006/relationships/oleObject" Target="../embeddings/oleObject23.bin"/><Relationship Id="rId4" Type="http://schemas.openxmlformats.org/officeDocument/2006/relationships/image" Target="../media/image50.png"/><Relationship Id="rId9" Type="http://schemas.openxmlformats.org/officeDocument/2006/relationships/image" Target="../media/image5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68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12" Type="http://schemas.openxmlformats.org/officeDocument/2006/relationships/image" Target="../media/image67.wmf"/><Relationship Id="rId17" Type="http://schemas.openxmlformats.org/officeDocument/2006/relationships/image" Target="../media/image72.png"/><Relationship Id="rId2" Type="http://schemas.openxmlformats.org/officeDocument/2006/relationships/image" Target="../media/image57.wmf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5" Type="http://schemas.openxmlformats.org/officeDocument/2006/relationships/image" Target="../media/image7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Relationship Id="rId14" Type="http://schemas.openxmlformats.org/officeDocument/2006/relationships/image" Target="../media/image6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79.wmf"/><Relationship Id="rId18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6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83.png"/><Relationship Id="rId2" Type="http://schemas.openxmlformats.org/officeDocument/2006/relationships/image" Target="../media/image73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78.emf"/><Relationship Id="rId5" Type="http://schemas.openxmlformats.org/officeDocument/2006/relationships/image" Target="../media/image75.emf"/><Relationship Id="rId15" Type="http://schemas.openxmlformats.org/officeDocument/2006/relationships/image" Target="../media/image81.png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77.wmf"/><Relationship Id="rId1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5.wmf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91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0.png"/><Relationship Id="rId5" Type="http://schemas.openxmlformats.org/officeDocument/2006/relationships/image" Target="../media/image86.emf"/><Relationship Id="rId10" Type="http://schemas.openxmlformats.org/officeDocument/2006/relationships/image" Target="../media/image89.wmf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.bin"/><Relationship Id="rId18" Type="http://schemas.openxmlformats.org/officeDocument/2006/relationships/image" Target="../media/image100.emf"/><Relationship Id="rId26" Type="http://schemas.openxmlformats.org/officeDocument/2006/relationships/oleObject" Target="../embeddings/oleObject44.bin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34" Type="http://schemas.openxmlformats.org/officeDocument/2006/relationships/image" Target="../media/image109.png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97.emf"/><Relationship Id="rId17" Type="http://schemas.openxmlformats.org/officeDocument/2006/relationships/oleObject" Target="../embeddings/oleObject40.bin"/><Relationship Id="rId25" Type="http://schemas.openxmlformats.org/officeDocument/2006/relationships/image" Target="../media/image104.emf"/><Relationship Id="rId33" Type="http://schemas.openxmlformats.org/officeDocument/2006/relationships/image" Target="../media/image108.emf"/><Relationship Id="rId2" Type="http://schemas.openxmlformats.org/officeDocument/2006/relationships/image" Target="../media/image92.png"/><Relationship Id="rId16" Type="http://schemas.openxmlformats.org/officeDocument/2006/relationships/image" Target="../media/image99.emf"/><Relationship Id="rId20" Type="http://schemas.openxmlformats.org/officeDocument/2006/relationships/image" Target="../media/image101.emf"/><Relationship Id="rId29" Type="http://schemas.openxmlformats.org/officeDocument/2006/relationships/image" Target="../media/image10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37.bin"/><Relationship Id="rId24" Type="http://schemas.openxmlformats.org/officeDocument/2006/relationships/oleObject" Target="../embeddings/oleObject43.bin"/><Relationship Id="rId32" Type="http://schemas.openxmlformats.org/officeDocument/2006/relationships/oleObject" Target="../embeddings/oleObject4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image" Target="../media/image103.png"/><Relationship Id="rId28" Type="http://schemas.openxmlformats.org/officeDocument/2006/relationships/oleObject" Target="../embeddings/oleObject45.bin"/><Relationship Id="rId10" Type="http://schemas.openxmlformats.org/officeDocument/2006/relationships/image" Target="../media/image96.emf"/><Relationship Id="rId19" Type="http://schemas.openxmlformats.org/officeDocument/2006/relationships/oleObject" Target="../embeddings/oleObject41.bin"/><Relationship Id="rId31" Type="http://schemas.openxmlformats.org/officeDocument/2006/relationships/image" Target="../media/image107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98.wmf"/><Relationship Id="rId22" Type="http://schemas.openxmlformats.org/officeDocument/2006/relationships/image" Target="../media/image102.emf"/><Relationship Id="rId27" Type="http://schemas.openxmlformats.org/officeDocument/2006/relationships/image" Target="../media/image105.wmf"/><Relationship Id="rId30" Type="http://schemas.openxmlformats.org/officeDocument/2006/relationships/oleObject" Target="../embeddings/oleObject46.bin"/><Relationship Id="rId8" Type="http://schemas.openxmlformats.org/officeDocument/2006/relationships/image" Target="../media/image9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3.wmf"/><Relationship Id="rId18" Type="http://schemas.openxmlformats.org/officeDocument/2006/relationships/image" Target="../media/image126.e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49.bin"/><Relationship Id="rId2" Type="http://schemas.openxmlformats.org/officeDocument/2006/relationships/image" Target="../media/image112.wmf"/><Relationship Id="rId16" Type="http://schemas.openxmlformats.org/officeDocument/2006/relationships/image" Target="../media/image12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2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wmf"/><Relationship Id="rId18" Type="http://schemas.openxmlformats.org/officeDocument/2006/relationships/image" Target="../media/image142.wmf"/><Relationship Id="rId26" Type="http://schemas.openxmlformats.org/officeDocument/2006/relationships/oleObject" Target="../embeddings/oleObject51.bin"/><Relationship Id="rId21" Type="http://schemas.openxmlformats.org/officeDocument/2006/relationships/image" Target="../media/image145.wmf"/><Relationship Id="rId34" Type="http://schemas.openxmlformats.org/officeDocument/2006/relationships/oleObject" Target="../embeddings/oleObject55.bin"/><Relationship Id="rId7" Type="http://schemas.openxmlformats.org/officeDocument/2006/relationships/image" Target="../media/image132.wmf"/><Relationship Id="rId12" Type="http://schemas.openxmlformats.org/officeDocument/2006/relationships/image" Target="../media/image137.wmf"/><Relationship Id="rId17" Type="http://schemas.openxmlformats.org/officeDocument/2006/relationships/image" Target="../media/image120.wmf"/><Relationship Id="rId25" Type="http://schemas.openxmlformats.org/officeDocument/2006/relationships/image" Target="../media/image125.wmf"/><Relationship Id="rId33" Type="http://schemas.openxmlformats.org/officeDocument/2006/relationships/image" Target="../media/image151.wmf"/><Relationship Id="rId2" Type="http://schemas.openxmlformats.org/officeDocument/2006/relationships/image" Target="../media/image128.wmf"/><Relationship Id="rId16" Type="http://schemas.openxmlformats.org/officeDocument/2006/relationships/image" Target="../media/image141.wmf"/><Relationship Id="rId20" Type="http://schemas.openxmlformats.org/officeDocument/2006/relationships/image" Target="../media/image144.wmf"/><Relationship Id="rId29" Type="http://schemas.openxmlformats.org/officeDocument/2006/relationships/image" Target="../media/image1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wmf"/><Relationship Id="rId11" Type="http://schemas.openxmlformats.org/officeDocument/2006/relationships/image" Target="../media/image136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4.bin"/><Relationship Id="rId37" Type="http://schemas.openxmlformats.org/officeDocument/2006/relationships/image" Target="../media/image153.emf"/><Relationship Id="rId5" Type="http://schemas.openxmlformats.org/officeDocument/2006/relationships/image" Target="../media/image131.wmf"/><Relationship Id="rId15" Type="http://schemas.openxmlformats.org/officeDocument/2006/relationships/image" Target="../media/image140.wmf"/><Relationship Id="rId23" Type="http://schemas.openxmlformats.org/officeDocument/2006/relationships/image" Target="../media/image147.wmf"/><Relationship Id="rId28" Type="http://schemas.openxmlformats.org/officeDocument/2006/relationships/oleObject" Target="../embeddings/oleObject52.bin"/><Relationship Id="rId36" Type="http://schemas.openxmlformats.org/officeDocument/2006/relationships/oleObject" Target="../embeddings/oleObject56.bin"/><Relationship Id="rId10" Type="http://schemas.openxmlformats.org/officeDocument/2006/relationships/image" Target="../media/image135.wmf"/><Relationship Id="rId19" Type="http://schemas.openxmlformats.org/officeDocument/2006/relationships/image" Target="../media/image143.wmf"/><Relationship Id="rId31" Type="http://schemas.openxmlformats.org/officeDocument/2006/relationships/image" Target="../media/image150.wmf"/><Relationship Id="rId4" Type="http://schemas.openxmlformats.org/officeDocument/2006/relationships/image" Target="../media/image130.wmf"/><Relationship Id="rId9" Type="http://schemas.openxmlformats.org/officeDocument/2006/relationships/image" Target="../media/image134.png"/><Relationship Id="rId14" Type="http://schemas.openxmlformats.org/officeDocument/2006/relationships/image" Target="../media/image139.wmf"/><Relationship Id="rId22" Type="http://schemas.openxmlformats.org/officeDocument/2006/relationships/image" Target="../media/image146.wmf"/><Relationship Id="rId27" Type="http://schemas.openxmlformats.org/officeDocument/2006/relationships/image" Target="../media/image148.wmf"/><Relationship Id="rId30" Type="http://schemas.openxmlformats.org/officeDocument/2006/relationships/oleObject" Target="../embeddings/oleObject53.bin"/><Relationship Id="rId35" Type="http://schemas.openxmlformats.org/officeDocument/2006/relationships/image" Target="../media/image152.emf"/><Relationship Id="rId8" Type="http://schemas.openxmlformats.org/officeDocument/2006/relationships/image" Target="../media/image133.wmf"/><Relationship Id="rId3" Type="http://schemas.openxmlformats.org/officeDocument/2006/relationships/image" Target="../media/image12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image" Target="../media/image165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2" Type="http://schemas.openxmlformats.org/officeDocument/2006/relationships/image" Target="../media/image15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png"/><Relationship Id="rId10" Type="http://schemas.openxmlformats.org/officeDocument/2006/relationships/image" Target="../media/image162.wmf"/><Relationship Id="rId4" Type="http://schemas.openxmlformats.org/officeDocument/2006/relationships/image" Target="../media/image156.wmf"/><Relationship Id="rId9" Type="http://schemas.openxmlformats.org/officeDocument/2006/relationships/image" Target="../media/image161.wmf"/><Relationship Id="rId14" Type="http://schemas.openxmlformats.org/officeDocument/2006/relationships/image" Target="../media/image16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image" Target="../media/image177.wmf"/><Relationship Id="rId18" Type="http://schemas.openxmlformats.org/officeDocument/2006/relationships/oleObject" Target="../embeddings/oleObject58.bin"/><Relationship Id="rId3" Type="http://schemas.openxmlformats.org/officeDocument/2006/relationships/image" Target="../media/image145.wmf"/><Relationship Id="rId21" Type="http://schemas.openxmlformats.org/officeDocument/2006/relationships/image" Target="../media/image182.emf"/><Relationship Id="rId7" Type="http://schemas.openxmlformats.org/officeDocument/2006/relationships/image" Target="../media/image171.wmf"/><Relationship Id="rId12" Type="http://schemas.openxmlformats.org/officeDocument/2006/relationships/image" Target="../media/image176.wmf"/><Relationship Id="rId17" Type="http://schemas.openxmlformats.org/officeDocument/2006/relationships/image" Target="../media/image180.emf"/><Relationship Id="rId2" Type="http://schemas.openxmlformats.org/officeDocument/2006/relationships/image" Target="../media/image167.wmf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w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5" Type="http://schemas.openxmlformats.org/officeDocument/2006/relationships/image" Target="../media/image179.wmf"/><Relationship Id="rId10" Type="http://schemas.openxmlformats.org/officeDocument/2006/relationships/image" Target="../media/image174.wmf"/><Relationship Id="rId19" Type="http://schemas.openxmlformats.org/officeDocument/2006/relationships/image" Target="../media/image181.e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Relationship Id="rId14" Type="http://schemas.openxmlformats.org/officeDocument/2006/relationships/image" Target="../media/image178.wmf"/><Relationship Id="rId22" Type="http://schemas.openxmlformats.org/officeDocument/2006/relationships/image" Target="../media/image18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image" Target="../media/image195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12" Type="http://schemas.openxmlformats.org/officeDocument/2006/relationships/image" Target="../media/image194.wmf"/><Relationship Id="rId2" Type="http://schemas.openxmlformats.org/officeDocument/2006/relationships/image" Target="../media/image18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5" Type="http://schemas.openxmlformats.org/officeDocument/2006/relationships/image" Target="../media/image187.wmf"/><Relationship Id="rId10" Type="http://schemas.openxmlformats.org/officeDocument/2006/relationships/image" Target="../media/image192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Relationship Id="rId14" Type="http://schemas.openxmlformats.org/officeDocument/2006/relationships/image" Target="../media/image196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2.emf"/><Relationship Id="rId18" Type="http://schemas.openxmlformats.org/officeDocument/2006/relationships/oleObject" Target="../embeddings/oleObject68.bin"/><Relationship Id="rId26" Type="http://schemas.openxmlformats.org/officeDocument/2006/relationships/image" Target="../media/image208.emf"/><Relationship Id="rId39" Type="http://schemas.openxmlformats.org/officeDocument/2006/relationships/image" Target="../media/image215.emf"/><Relationship Id="rId21" Type="http://schemas.openxmlformats.org/officeDocument/2006/relationships/oleObject" Target="../embeddings/oleObject70.bin"/><Relationship Id="rId34" Type="http://schemas.openxmlformats.org/officeDocument/2006/relationships/image" Target="../media/image212.emf"/><Relationship Id="rId42" Type="http://schemas.openxmlformats.org/officeDocument/2006/relationships/oleObject" Target="../embeddings/oleObject80.bin"/><Relationship Id="rId47" Type="http://schemas.openxmlformats.org/officeDocument/2006/relationships/image" Target="../media/image219.emf"/><Relationship Id="rId7" Type="http://schemas.openxmlformats.org/officeDocument/2006/relationships/image" Target="../media/image199.emf"/><Relationship Id="rId2" Type="http://schemas.openxmlformats.org/officeDocument/2006/relationships/oleObject" Target="../embeddings/oleObject60.bin"/><Relationship Id="rId16" Type="http://schemas.openxmlformats.org/officeDocument/2006/relationships/oleObject" Target="../embeddings/oleObject67.bin"/><Relationship Id="rId29" Type="http://schemas.openxmlformats.org/officeDocument/2006/relationships/oleObject" Target="../embeddings/oleObject74.bin"/><Relationship Id="rId11" Type="http://schemas.openxmlformats.org/officeDocument/2006/relationships/image" Target="../media/image201.emf"/><Relationship Id="rId24" Type="http://schemas.openxmlformats.org/officeDocument/2006/relationships/image" Target="../media/image207.emf"/><Relationship Id="rId32" Type="http://schemas.openxmlformats.org/officeDocument/2006/relationships/image" Target="../media/image211.emf"/><Relationship Id="rId37" Type="http://schemas.openxmlformats.org/officeDocument/2006/relationships/image" Target="../media/image214.png"/><Relationship Id="rId40" Type="http://schemas.openxmlformats.org/officeDocument/2006/relationships/oleObject" Target="../embeddings/oleObject79.bin"/><Relationship Id="rId45" Type="http://schemas.openxmlformats.org/officeDocument/2006/relationships/image" Target="../media/image218.emf"/><Relationship Id="rId5" Type="http://schemas.openxmlformats.org/officeDocument/2006/relationships/image" Target="../media/image198.emf"/><Relationship Id="rId15" Type="http://schemas.openxmlformats.org/officeDocument/2006/relationships/image" Target="../media/image203.emf"/><Relationship Id="rId23" Type="http://schemas.openxmlformats.org/officeDocument/2006/relationships/oleObject" Target="../embeddings/oleObject71.bin"/><Relationship Id="rId28" Type="http://schemas.openxmlformats.org/officeDocument/2006/relationships/image" Target="../media/image209.emf"/><Relationship Id="rId36" Type="http://schemas.openxmlformats.org/officeDocument/2006/relationships/image" Target="../media/image213.emf"/><Relationship Id="rId49" Type="http://schemas.openxmlformats.org/officeDocument/2006/relationships/image" Target="../media/image220.emf"/><Relationship Id="rId10" Type="http://schemas.openxmlformats.org/officeDocument/2006/relationships/oleObject" Target="../embeddings/oleObject64.bin"/><Relationship Id="rId19" Type="http://schemas.openxmlformats.org/officeDocument/2006/relationships/oleObject" Target="../embeddings/oleObject69.bin"/><Relationship Id="rId31" Type="http://schemas.openxmlformats.org/officeDocument/2006/relationships/oleObject" Target="../embeddings/oleObject75.bin"/><Relationship Id="rId44" Type="http://schemas.openxmlformats.org/officeDocument/2006/relationships/oleObject" Target="../embeddings/oleObject81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200.emf"/><Relationship Id="rId14" Type="http://schemas.openxmlformats.org/officeDocument/2006/relationships/oleObject" Target="../embeddings/oleObject66.bin"/><Relationship Id="rId22" Type="http://schemas.openxmlformats.org/officeDocument/2006/relationships/image" Target="../media/image206.emf"/><Relationship Id="rId27" Type="http://schemas.openxmlformats.org/officeDocument/2006/relationships/oleObject" Target="../embeddings/oleObject73.bin"/><Relationship Id="rId30" Type="http://schemas.openxmlformats.org/officeDocument/2006/relationships/image" Target="../media/image210.emf"/><Relationship Id="rId35" Type="http://schemas.openxmlformats.org/officeDocument/2006/relationships/oleObject" Target="../embeddings/oleObject77.bin"/><Relationship Id="rId43" Type="http://schemas.openxmlformats.org/officeDocument/2006/relationships/image" Target="../media/image217.emf"/><Relationship Id="rId48" Type="http://schemas.openxmlformats.org/officeDocument/2006/relationships/oleObject" Target="../embeddings/oleObject83.bin"/><Relationship Id="rId8" Type="http://schemas.openxmlformats.org/officeDocument/2006/relationships/oleObject" Target="../embeddings/oleObject63.bin"/><Relationship Id="rId3" Type="http://schemas.openxmlformats.org/officeDocument/2006/relationships/image" Target="../media/image197.e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204.emf"/><Relationship Id="rId25" Type="http://schemas.openxmlformats.org/officeDocument/2006/relationships/oleObject" Target="../embeddings/oleObject72.bin"/><Relationship Id="rId33" Type="http://schemas.openxmlformats.org/officeDocument/2006/relationships/oleObject" Target="../embeddings/oleObject76.bin"/><Relationship Id="rId38" Type="http://schemas.openxmlformats.org/officeDocument/2006/relationships/oleObject" Target="../embeddings/oleObject78.bin"/><Relationship Id="rId46" Type="http://schemas.openxmlformats.org/officeDocument/2006/relationships/oleObject" Target="../embeddings/oleObject82.bin"/><Relationship Id="rId20" Type="http://schemas.openxmlformats.org/officeDocument/2006/relationships/image" Target="../media/image205.png"/><Relationship Id="rId41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image" Target="../media/image232.wmf"/><Relationship Id="rId18" Type="http://schemas.openxmlformats.org/officeDocument/2006/relationships/image" Target="../media/image235.wmf"/><Relationship Id="rId3" Type="http://schemas.openxmlformats.org/officeDocument/2006/relationships/image" Target="../media/image222.wmf"/><Relationship Id="rId7" Type="http://schemas.openxmlformats.org/officeDocument/2006/relationships/image" Target="../media/image226.png"/><Relationship Id="rId12" Type="http://schemas.openxmlformats.org/officeDocument/2006/relationships/image" Target="../media/image231.wmf"/><Relationship Id="rId17" Type="http://schemas.openxmlformats.org/officeDocument/2006/relationships/image" Target="../media/image234.wmf"/><Relationship Id="rId2" Type="http://schemas.openxmlformats.org/officeDocument/2006/relationships/image" Target="../media/image221.wmf"/><Relationship Id="rId16" Type="http://schemas.openxmlformats.org/officeDocument/2006/relationships/image" Target="../media/image233.wmf"/><Relationship Id="rId20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png"/><Relationship Id="rId15" Type="http://schemas.openxmlformats.org/officeDocument/2006/relationships/image" Target="../media/image162.wmf"/><Relationship Id="rId10" Type="http://schemas.openxmlformats.org/officeDocument/2006/relationships/image" Target="../media/image229.wmf"/><Relationship Id="rId19" Type="http://schemas.openxmlformats.org/officeDocument/2006/relationships/image" Target="../media/image236.wmf"/><Relationship Id="rId4" Type="http://schemas.openxmlformats.org/officeDocument/2006/relationships/image" Target="../media/image223.wmf"/><Relationship Id="rId9" Type="http://schemas.openxmlformats.org/officeDocument/2006/relationships/image" Target="../media/image228.png"/><Relationship Id="rId14" Type="http://schemas.openxmlformats.org/officeDocument/2006/relationships/image" Target="../media/image16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image" Target="../media/image173.wmf"/><Relationship Id="rId18" Type="http://schemas.openxmlformats.org/officeDocument/2006/relationships/image" Target="../media/image250.wmf"/><Relationship Id="rId26" Type="http://schemas.openxmlformats.org/officeDocument/2006/relationships/oleObject" Target="../embeddings/oleObject87.bin"/><Relationship Id="rId3" Type="http://schemas.openxmlformats.org/officeDocument/2006/relationships/image" Target="../media/image238.wmf"/><Relationship Id="rId21" Type="http://schemas.openxmlformats.org/officeDocument/2006/relationships/oleObject" Target="../embeddings/oleObject81.bin"/><Relationship Id="rId7" Type="http://schemas.openxmlformats.org/officeDocument/2006/relationships/image" Target="../media/image242.wmf"/><Relationship Id="rId12" Type="http://schemas.openxmlformats.org/officeDocument/2006/relationships/image" Target="../media/image174.wmf"/><Relationship Id="rId17" Type="http://schemas.openxmlformats.org/officeDocument/2006/relationships/image" Target="../media/image249.wmf"/><Relationship Id="rId25" Type="http://schemas.openxmlformats.org/officeDocument/2006/relationships/image" Target="../media/image253.emf"/><Relationship Id="rId2" Type="http://schemas.openxmlformats.org/officeDocument/2006/relationships/image" Target="../media/image148.wmf"/><Relationship Id="rId16" Type="http://schemas.openxmlformats.org/officeDocument/2006/relationships/image" Target="../media/image248.wmf"/><Relationship Id="rId20" Type="http://schemas.openxmlformats.org/officeDocument/2006/relationships/image" Target="../media/image25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wmf"/><Relationship Id="rId11" Type="http://schemas.openxmlformats.org/officeDocument/2006/relationships/image" Target="../media/image246.wmf"/><Relationship Id="rId24" Type="http://schemas.openxmlformats.org/officeDocument/2006/relationships/oleObject" Target="../embeddings/oleObject86.bin"/><Relationship Id="rId5" Type="http://schemas.openxmlformats.org/officeDocument/2006/relationships/image" Target="../media/image240.wmf"/><Relationship Id="rId15" Type="http://schemas.openxmlformats.org/officeDocument/2006/relationships/image" Target="../media/image247.wmf"/><Relationship Id="rId23" Type="http://schemas.openxmlformats.org/officeDocument/2006/relationships/oleObject" Target="../embeddings/oleObject85.bin"/><Relationship Id="rId10" Type="http://schemas.openxmlformats.org/officeDocument/2006/relationships/image" Target="../media/image245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239.wmf"/><Relationship Id="rId9" Type="http://schemas.openxmlformats.org/officeDocument/2006/relationships/image" Target="../media/image244.wmf"/><Relationship Id="rId14" Type="http://schemas.openxmlformats.org/officeDocument/2006/relationships/image" Target="../media/image172.wmf"/><Relationship Id="rId22" Type="http://schemas.openxmlformats.org/officeDocument/2006/relationships/image" Target="../media/image25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image" Target="../media/image263.wmf"/><Relationship Id="rId18" Type="http://schemas.openxmlformats.org/officeDocument/2006/relationships/image" Target="../media/image268.wmf"/><Relationship Id="rId3" Type="http://schemas.openxmlformats.org/officeDocument/2006/relationships/image" Target="../media/image255.wmf"/><Relationship Id="rId7" Type="http://schemas.openxmlformats.org/officeDocument/2006/relationships/image" Target="../media/image148.wmf"/><Relationship Id="rId12" Type="http://schemas.openxmlformats.org/officeDocument/2006/relationships/image" Target="../media/image262.png"/><Relationship Id="rId17" Type="http://schemas.openxmlformats.org/officeDocument/2006/relationships/image" Target="../media/image267.wmf"/><Relationship Id="rId2" Type="http://schemas.openxmlformats.org/officeDocument/2006/relationships/image" Target="../media/image254.wmf"/><Relationship Id="rId16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wmf"/><Relationship Id="rId11" Type="http://schemas.openxmlformats.org/officeDocument/2006/relationships/image" Target="../media/image238.wmf"/><Relationship Id="rId5" Type="http://schemas.openxmlformats.org/officeDocument/2006/relationships/image" Target="../media/image257.wmf"/><Relationship Id="rId15" Type="http://schemas.openxmlformats.org/officeDocument/2006/relationships/image" Target="../media/image265.png"/><Relationship Id="rId10" Type="http://schemas.openxmlformats.org/officeDocument/2006/relationships/image" Target="../media/image261.wmf"/><Relationship Id="rId19" Type="http://schemas.openxmlformats.org/officeDocument/2006/relationships/image" Target="../media/image269.png"/><Relationship Id="rId4" Type="http://schemas.openxmlformats.org/officeDocument/2006/relationships/image" Target="../media/image256.wmf"/><Relationship Id="rId9" Type="http://schemas.openxmlformats.org/officeDocument/2006/relationships/image" Target="../media/image260.wmf"/><Relationship Id="rId14" Type="http://schemas.openxmlformats.org/officeDocument/2006/relationships/image" Target="../media/image26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3" Type="http://schemas.openxmlformats.org/officeDocument/2006/relationships/image" Target="../media/image270.wmf"/><Relationship Id="rId7" Type="http://schemas.openxmlformats.org/officeDocument/2006/relationships/image" Target="../media/image272.png"/><Relationship Id="rId2" Type="http://schemas.openxmlformats.org/officeDocument/2006/relationships/image" Target="../media/image1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96.bin"/><Relationship Id="rId26" Type="http://schemas.openxmlformats.org/officeDocument/2006/relationships/oleObject" Target="../embeddings/oleObject100.bin"/><Relationship Id="rId3" Type="http://schemas.openxmlformats.org/officeDocument/2006/relationships/image" Target="../media/image274.wmf"/><Relationship Id="rId21" Type="http://schemas.openxmlformats.org/officeDocument/2006/relationships/image" Target="../media/image283.emf"/><Relationship Id="rId7" Type="http://schemas.openxmlformats.org/officeDocument/2006/relationships/image" Target="../media/image276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281.emf"/><Relationship Id="rId25" Type="http://schemas.openxmlformats.org/officeDocument/2006/relationships/image" Target="../media/image253.e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29" Type="http://schemas.openxmlformats.org/officeDocument/2006/relationships/image" Target="../media/image28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278.emf"/><Relationship Id="rId24" Type="http://schemas.openxmlformats.org/officeDocument/2006/relationships/oleObject" Target="../embeddings/oleObject99.bin"/><Relationship Id="rId5" Type="http://schemas.openxmlformats.org/officeDocument/2006/relationships/image" Target="../media/image275.wmf"/><Relationship Id="rId15" Type="http://schemas.openxmlformats.org/officeDocument/2006/relationships/image" Target="../media/image280.emf"/><Relationship Id="rId23" Type="http://schemas.openxmlformats.org/officeDocument/2006/relationships/image" Target="../media/image284.emf"/><Relationship Id="rId28" Type="http://schemas.openxmlformats.org/officeDocument/2006/relationships/oleObject" Target="../embeddings/oleObject101.bin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282.e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277.emf"/><Relationship Id="rId14" Type="http://schemas.openxmlformats.org/officeDocument/2006/relationships/oleObject" Target="../embeddings/oleObject94.bin"/><Relationship Id="rId22" Type="http://schemas.openxmlformats.org/officeDocument/2006/relationships/oleObject" Target="../embeddings/oleObject98.bin"/><Relationship Id="rId27" Type="http://schemas.openxmlformats.org/officeDocument/2006/relationships/image" Target="../media/image25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13" Type="http://schemas.openxmlformats.org/officeDocument/2006/relationships/image" Target="../media/image297.wmf"/><Relationship Id="rId3" Type="http://schemas.openxmlformats.org/officeDocument/2006/relationships/image" Target="../media/image287.wmf"/><Relationship Id="rId7" Type="http://schemas.openxmlformats.org/officeDocument/2006/relationships/image" Target="../media/image291.wmf"/><Relationship Id="rId12" Type="http://schemas.openxmlformats.org/officeDocument/2006/relationships/image" Target="../media/image296.wmf"/><Relationship Id="rId2" Type="http://schemas.openxmlformats.org/officeDocument/2006/relationships/image" Target="../media/image28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295.wmf"/><Relationship Id="rId5" Type="http://schemas.openxmlformats.org/officeDocument/2006/relationships/image" Target="../media/image289.wmf"/><Relationship Id="rId10" Type="http://schemas.openxmlformats.org/officeDocument/2006/relationships/image" Target="../media/image294.wmf"/><Relationship Id="rId4" Type="http://schemas.openxmlformats.org/officeDocument/2006/relationships/image" Target="../media/image288.wmf"/><Relationship Id="rId9" Type="http://schemas.openxmlformats.org/officeDocument/2006/relationships/image" Target="../media/image293.wmf"/><Relationship Id="rId14" Type="http://schemas.openxmlformats.org/officeDocument/2006/relationships/image" Target="../media/image29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image" Target="../media/image306.emf"/><Relationship Id="rId7" Type="http://schemas.openxmlformats.org/officeDocument/2006/relationships/image" Target="../media/image308.e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307.e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309.e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5.e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" Type="http://schemas.openxmlformats.org/officeDocument/2006/relationships/image" Target="../media/image310.emf"/><Relationship Id="rId21" Type="http://schemas.openxmlformats.org/officeDocument/2006/relationships/image" Target="../media/image319.emf"/><Relationship Id="rId7" Type="http://schemas.openxmlformats.org/officeDocument/2006/relationships/image" Target="../media/image312.e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317.emf"/><Relationship Id="rId25" Type="http://schemas.openxmlformats.org/officeDocument/2006/relationships/image" Target="../media/image321.emf"/><Relationship Id="rId33" Type="http://schemas.openxmlformats.org/officeDocument/2006/relationships/image" Target="../media/image325.e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323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314.emf"/><Relationship Id="rId24" Type="http://schemas.openxmlformats.org/officeDocument/2006/relationships/oleObject" Target="../embeddings/oleObject117.bin"/><Relationship Id="rId32" Type="http://schemas.openxmlformats.org/officeDocument/2006/relationships/oleObject" Target="../embeddings/oleObject121.bin"/><Relationship Id="rId5" Type="http://schemas.openxmlformats.org/officeDocument/2006/relationships/image" Target="../media/image311.emf"/><Relationship Id="rId15" Type="http://schemas.openxmlformats.org/officeDocument/2006/relationships/image" Target="../media/image316.emf"/><Relationship Id="rId23" Type="http://schemas.openxmlformats.org/officeDocument/2006/relationships/image" Target="../media/image320.emf"/><Relationship Id="rId28" Type="http://schemas.openxmlformats.org/officeDocument/2006/relationships/oleObject" Target="../embeddings/oleObject119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318.emf"/><Relationship Id="rId31" Type="http://schemas.openxmlformats.org/officeDocument/2006/relationships/image" Target="../media/image324.e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313.e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322.emf"/><Relationship Id="rId30" Type="http://schemas.openxmlformats.org/officeDocument/2006/relationships/oleObject" Target="../embeddings/oleObject120.bin"/><Relationship Id="rId8" Type="http://schemas.openxmlformats.org/officeDocument/2006/relationships/oleObject" Target="../embeddings/oleObject10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13" Type="http://schemas.openxmlformats.org/officeDocument/2006/relationships/image" Target="../media/image337.wmf"/><Relationship Id="rId18" Type="http://schemas.openxmlformats.org/officeDocument/2006/relationships/image" Target="../media/image261.wmf"/><Relationship Id="rId3" Type="http://schemas.openxmlformats.org/officeDocument/2006/relationships/image" Target="../media/image327.wmf"/><Relationship Id="rId21" Type="http://schemas.openxmlformats.org/officeDocument/2006/relationships/image" Target="../media/image344.wmf"/><Relationship Id="rId7" Type="http://schemas.openxmlformats.org/officeDocument/2006/relationships/image" Target="../media/image331.wmf"/><Relationship Id="rId12" Type="http://schemas.openxmlformats.org/officeDocument/2006/relationships/image" Target="../media/image336.wmf"/><Relationship Id="rId17" Type="http://schemas.openxmlformats.org/officeDocument/2006/relationships/image" Target="../media/image341.wmf"/><Relationship Id="rId2" Type="http://schemas.openxmlformats.org/officeDocument/2006/relationships/image" Target="../media/image326.wmf"/><Relationship Id="rId16" Type="http://schemas.openxmlformats.org/officeDocument/2006/relationships/image" Target="../media/image340.wmf"/><Relationship Id="rId20" Type="http://schemas.openxmlformats.org/officeDocument/2006/relationships/image" Target="../media/image34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wmf"/><Relationship Id="rId11" Type="http://schemas.openxmlformats.org/officeDocument/2006/relationships/image" Target="../media/image335.wmf"/><Relationship Id="rId24" Type="http://schemas.openxmlformats.org/officeDocument/2006/relationships/image" Target="../media/image347.png"/><Relationship Id="rId5" Type="http://schemas.openxmlformats.org/officeDocument/2006/relationships/image" Target="../media/image329.wmf"/><Relationship Id="rId15" Type="http://schemas.openxmlformats.org/officeDocument/2006/relationships/image" Target="../media/image339.wmf"/><Relationship Id="rId23" Type="http://schemas.openxmlformats.org/officeDocument/2006/relationships/image" Target="../media/image346.wmf"/><Relationship Id="rId10" Type="http://schemas.openxmlformats.org/officeDocument/2006/relationships/image" Target="../media/image334.wmf"/><Relationship Id="rId19" Type="http://schemas.openxmlformats.org/officeDocument/2006/relationships/image" Target="../media/image342.wmf"/><Relationship Id="rId4" Type="http://schemas.openxmlformats.org/officeDocument/2006/relationships/image" Target="../media/image328.wmf"/><Relationship Id="rId9" Type="http://schemas.openxmlformats.org/officeDocument/2006/relationships/image" Target="../media/image333.wmf"/><Relationship Id="rId14" Type="http://schemas.openxmlformats.org/officeDocument/2006/relationships/image" Target="../media/image338.wmf"/><Relationship Id="rId22" Type="http://schemas.openxmlformats.org/officeDocument/2006/relationships/image" Target="../media/image34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1">
            <a:extLst>
              <a:ext uri="{FF2B5EF4-FFF2-40B4-BE49-F238E27FC236}">
                <a16:creationId xmlns:a16="http://schemas.microsoft.com/office/drawing/2014/main" id="{3239F2EA-0A1E-03B0-A669-AB18EAAA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3105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endParaRPr lang="zh-CN" altLang="en-US" sz="6000"/>
          </a:p>
        </p:txBody>
      </p:sp>
      <p:sp>
        <p:nvSpPr>
          <p:cNvPr id="13314" name="矩形 2">
            <a:extLst>
              <a:ext uri="{FF2B5EF4-FFF2-40B4-BE49-F238E27FC236}">
                <a16:creationId xmlns:a16="http://schemas.microsoft.com/office/drawing/2014/main" id="{54AE74B2-089D-20DD-6B34-4E0859613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1603375"/>
            <a:ext cx="49728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Functions and Limits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5" name="矩形 3">
            <a:extLst>
              <a:ext uri="{FF2B5EF4-FFF2-40B4-BE49-F238E27FC236}">
                <a16:creationId xmlns:a16="http://schemas.microsoft.com/office/drawing/2014/main" id="{2FD6ED28-89EA-35E0-5713-7DE056F4F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538" y="3708400"/>
            <a:ext cx="490326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4000"/>
              <a:t>Analytical Foundations</a:t>
            </a:r>
            <a:endParaRPr lang="zh-CN" altLang="en-US" sz="4000"/>
          </a:p>
        </p:txBody>
      </p:sp>
      <p:sp>
        <p:nvSpPr>
          <p:cNvPr id="13316" name="AutoShape 37">
            <a:extLst>
              <a:ext uri="{FF2B5EF4-FFF2-40B4-BE49-F238E27FC236}">
                <a16:creationId xmlns:a16="http://schemas.microsoft.com/office/drawing/2014/main" id="{9BB27CB2-6A3C-9E30-BDC9-A49A61A23CFD}"/>
              </a:ext>
            </a:extLst>
          </p:cNvPr>
          <p:cNvSpPr>
            <a:spLocks/>
          </p:cNvSpPr>
          <p:nvPr/>
        </p:nvSpPr>
        <p:spPr bwMode="auto">
          <a:xfrm>
            <a:off x="3238500" y="3278188"/>
            <a:ext cx="228600" cy="1600200"/>
          </a:xfrm>
          <a:prstGeom prst="leftBrace">
            <a:avLst>
              <a:gd name="adj1" fmla="val 58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317" name="矩形 4">
            <a:extLst>
              <a:ext uri="{FF2B5EF4-FFF2-40B4-BE49-F238E27FC236}">
                <a16:creationId xmlns:a16="http://schemas.microsoft.com/office/drawing/2014/main" id="{EABA008B-7646-5D30-2146-9C2F00F1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25675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8" name="矩形 6">
            <a:extLst>
              <a:ext uri="{FF2B5EF4-FFF2-40B4-BE49-F238E27FC236}">
                <a16:creationId xmlns:a16="http://schemas.microsoft.com/office/drawing/2014/main" id="{F65C6E30-76BD-DEFC-CA78-E63DF98A4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006725"/>
            <a:ext cx="48814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function — object of study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19" name="矩形 7">
            <a:extLst>
              <a:ext uri="{FF2B5EF4-FFF2-40B4-BE49-F238E27FC236}">
                <a16:creationId xmlns:a16="http://schemas.microsoft.com/office/drawing/2014/main" id="{91D9D920-1B40-5650-2DFC-54EAF5066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059113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20" name="矩形 8">
            <a:extLst>
              <a:ext uri="{FF2B5EF4-FFF2-40B4-BE49-F238E27FC236}">
                <a16:creationId xmlns:a16="http://schemas.microsoft.com/office/drawing/2014/main" id="{ED98270A-4BD8-30AB-5FFB-6E24BE78C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821113"/>
            <a:ext cx="44823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limit — method of study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21" name="矩形 10">
            <a:extLst>
              <a:ext uri="{FF2B5EF4-FFF2-40B4-BE49-F238E27FC236}">
                <a16:creationId xmlns:a16="http://schemas.microsoft.com/office/drawing/2014/main" id="{475C26E4-AC27-19E8-1689-064FC6DB9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4586288"/>
            <a:ext cx="54489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continuous — bridge of study</a:t>
            </a:r>
            <a:endParaRPr lang="zh-CN" altLang="en-US" sz="32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1">
            <a:extLst>
              <a:ext uri="{FF2B5EF4-FFF2-40B4-BE49-F238E27FC236}">
                <a16:creationId xmlns:a16="http://schemas.microsoft.com/office/drawing/2014/main" id="{8B10C13E-A1EF-A332-1B29-D561411F2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3105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1</a:t>
            </a:r>
            <a:endParaRPr lang="zh-CN" altLang="en-US" sz="6000"/>
          </a:p>
        </p:txBody>
      </p:sp>
      <p:sp>
        <p:nvSpPr>
          <p:cNvPr id="14338" name="矩形 2">
            <a:extLst>
              <a:ext uri="{FF2B5EF4-FFF2-40B4-BE49-F238E27FC236}">
                <a16:creationId xmlns:a16="http://schemas.microsoft.com/office/drawing/2014/main" id="{8E76A4DB-A905-E41A-36EF-89958A1D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1616075"/>
            <a:ext cx="578555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Mappings and Functions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339" name="矩形 4">
            <a:extLst>
              <a:ext uri="{FF2B5EF4-FFF2-40B4-BE49-F238E27FC236}">
                <a16:creationId xmlns:a16="http://schemas.microsoft.com/office/drawing/2014/main" id="{5131955B-57AE-92D2-05A0-7EF0FB15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25675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4340" name="矩形 7">
            <a:extLst>
              <a:ext uri="{FF2B5EF4-FFF2-40B4-BE49-F238E27FC236}">
                <a16:creationId xmlns:a16="http://schemas.microsoft.com/office/drawing/2014/main" id="{400AE5E0-6D21-D746-12A9-0FF7F50A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059113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4341" name="矩形 8">
            <a:extLst>
              <a:ext uri="{FF2B5EF4-FFF2-40B4-BE49-F238E27FC236}">
                <a16:creationId xmlns:a16="http://schemas.microsoft.com/office/drawing/2014/main" id="{13F52BD5-6896-4402-B91A-1F9E83AAB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3148013"/>
            <a:ext cx="20617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I. mapping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4342" name="矩形 10">
            <a:extLst>
              <a:ext uri="{FF2B5EF4-FFF2-40B4-BE49-F238E27FC236}">
                <a16:creationId xmlns:a16="http://schemas.microsoft.com/office/drawing/2014/main" id="{4A4CB275-E8D9-DC46-C7F2-57C1F4075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4114800"/>
            <a:ext cx="202972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II. function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4343" name="矩形 9">
            <a:extLst>
              <a:ext uri="{FF2B5EF4-FFF2-40B4-BE49-F238E27FC236}">
                <a16:creationId xmlns:a16="http://schemas.microsoft.com/office/drawing/2014/main" id="{38198B51-54C4-AA0E-BB33-0EC08CEBD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287" y="476250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Chapter 1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4344" name="图片 13" descr="卡通人物&#10;&#10;描述已自动生成">
            <a:extLst>
              <a:ext uri="{FF2B5EF4-FFF2-40B4-BE49-F238E27FC236}">
                <a16:creationId xmlns:a16="http://schemas.microsoft.com/office/drawing/2014/main" id="{181676BB-8E8F-8E41-B6A1-804BBC90B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406900"/>
            <a:ext cx="2362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>
            <a:extLst>
              <a:ext uri="{FF2B5EF4-FFF2-40B4-BE49-F238E27FC236}">
                <a16:creationId xmlns:a16="http://schemas.microsoft.com/office/drawing/2014/main" id="{C837C58D-AC07-DCD2-D4A9-40C82E4B5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2143125" cy="61595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685800" eaLnBrk="1" hangingPunct="1"/>
            <a:r>
              <a:rPr lang="en-US" altLang="zh-CN" sz="3200" b="1">
                <a:ea typeface="楷体_GB2312" pitchFamily="49" charset="-122"/>
              </a:rPr>
              <a:t>I. set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203368A-5876-B5AD-697E-1762D0922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1143000"/>
            <a:ext cx="3657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>
                <a:latin typeface="等线" panose="02010600030101010101" pitchFamily="2" charset="-122"/>
              </a:rPr>
              <a:t>1. Definition and denotes </a:t>
            </a:r>
            <a:r>
              <a:rPr lang="zh-CN" altLang="en-GB">
                <a:latin typeface="等线" panose="02010600030101010101" pitchFamily="2" charset="-122"/>
              </a:rPr>
              <a:t>法</a:t>
            </a:r>
            <a:endParaRPr lang="zh-CN" altLang="en-US">
              <a:latin typeface="等线" panose="02010600030101010101" pitchFamily="2" charset="-122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28EFA684-7C55-6B32-07E2-008348F85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1639888" cy="86793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indent="0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等线" panose="02010600030101010101" pitchFamily="2" charset="-122"/>
              </a:rPr>
              <a:t>Definition 1.</a:t>
            </a:r>
            <a:endParaRPr lang="en-US" altLang="zh-CN">
              <a:latin typeface="等线" panose="02010600030101010101" pitchFamily="2" charset="-122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A89B8F0D-7F94-48FC-F6B1-E88D0EB5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1809750"/>
            <a:ext cx="66436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latin typeface="等线" panose="02010600030101010101" pitchFamily="2" charset="-122"/>
              </a:rPr>
              <a:t>has some kind </a:t>
            </a:r>
            <a:r>
              <a:rPr lang="zh-CN" altLang="en-US">
                <a:latin typeface="等线" panose="02010600030101010101" pitchFamily="2" charset="-122"/>
              </a:rPr>
              <a:t>特定</a:t>
            </a:r>
            <a:r>
              <a:rPr lang="en-US" altLang="zh-CN">
                <a:latin typeface="等线" panose="02010600030101010101" pitchFamily="2" charset="-122"/>
              </a:rPr>
              <a:t>property's </a:t>
            </a:r>
            <a:r>
              <a:rPr lang="zh-CN" altLang="en-US">
                <a:latin typeface="等线" panose="02010600030101010101" pitchFamily="2" charset="-122"/>
              </a:rPr>
              <a:t>事物</a:t>
            </a:r>
            <a:r>
              <a:rPr lang="en-US" altLang="zh-CN">
                <a:latin typeface="等线" panose="02010600030101010101" pitchFamily="2" charset="-122"/>
              </a:rPr>
              <a:t>'s </a:t>
            </a:r>
            <a:r>
              <a:rPr lang="zh-CN" altLang="en-US">
                <a:latin typeface="等线" panose="02010600030101010101" pitchFamily="2" charset="-122"/>
              </a:rPr>
              <a:t>总体</a:t>
            </a:r>
            <a:r>
              <a:rPr lang="en-US" altLang="zh-CN">
                <a:latin typeface="等线" panose="02010600030101010101" pitchFamily="2" charset="-122"/>
              </a:rPr>
              <a:t>is calledset.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5FE698D-5879-6D2E-11EC-0B32CD0C1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533650"/>
            <a:ext cx="47513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等线" panose="02010600030101010101" pitchFamily="2" charset="-122"/>
              </a:rPr>
              <a:t>组成</a:t>
            </a:r>
            <a:r>
              <a:rPr lang="en-US" altLang="zh-CN">
                <a:latin typeface="等线" panose="02010600030101010101" pitchFamily="2" charset="-122"/>
              </a:rPr>
              <a:t>set's </a:t>
            </a:r>
            <a:r>
              <a:rPr lang="zh-CN" altLang="en-US">
                <a:latin typeface="等线" panose="02010600030101010101" pitchFamily="2" charset="-122"/>
              </a:rPr>
              <a:t>事物</a:t>
            </a:r>
            <a:r>
              <a:rPr lang="en-US" altLang="zh-CN">
                <a:latin typeface="等线" panose="02010600030101010101" pitchFamily="2" charset="-122"/>
              </a:rPr>
              <a:t>is calledelement.</a:t>
            </a:r>
            <a:endParaRPr lang="en-US" altLang="zh-CN" b="1">
              <a:latin typeface="等线" panose="02010600030101010101" pitchFamily="2" charset="-122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6F9F0DC-6D06-2942-4BC5-E9D0E1728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3429000"/>
            <a:ext cx="574516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>
                <a:latin typeface="等线" panose="02010600030101010101" pitchFamily="2" charset="-122"/>
              </a:rPr>
              <a:t>not contain</a:t>
            </a:r>
            <a:r>
              <a:rPr lang="zh-CN" altLang="en-GB">
                <a:latin typeface="等线" panose="02010600030101010101" pitchFamily="2" charset="-122"/>
              </a:rPr>
              <a:t>任 </a:t>
            </a:r>
            <a:r>
              <a:rPr lang="en-GB" altLang="zh-CN">
                <a:latin typeface="等线" panose="02010600030101010101" pitchFamily="2" charset="-122"/>
              </a:rPr>
              <a:t>whatelement's setis called</a:t>
            </a:r>
            <a:r>
              <a:rPr lang="zh-CN" altLang="en-GB">
                <a:latin typeface="等线" panose="02010600030101010101" pitchFamily="2" charset="-122"/>
              </a:rPr>
              <a:t>空集 </a:t>
            </a:r>
            <a:r>
              <a:rPr lang="en-GB" altLang="zh-CN">
                <a:latin typeface="等线" panose="02010600030101010101" pitchFamily="2" charset="-122"/>
              </a:rPr>
              <a:t>,</a:t>
            </a:r>
            <a:endParaRPr lang="en-US" altLang="zh-CN">
              <a:latin typeface="等线" panose="02010600030101010101" pitchFamily="2" charset="-122"/>
            </a:endParaRPr>
          </a:p>
        </p:txBody>
      </p:sp>
      <p:sp>
        <p:nvSpPr>
          <p:cNvPr id="15367" name="Text Box 11">
            <a:extLst>
              <a:ext uri="{FF2B5EF4-FFF2-40B4-BE49-F238E27FC236}">
                <a16:creationId xmlns:a16="http://schemas.microsoft.com/office/drawing/2014/main" id="{AA63B777-AFA7-5123-A8D3-D3433123E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63" y="3409950"/>
            <a:ext cx="16748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/>
              <a:t>denoted by  .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A92D5D-AC86-7CBF-E8C6-F01F8DB091E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8022" y="3951805"/>
            <a:ext cx="2806987" cy="369332"/>
          </a:xfrm>
          <a:prstGeom prst="rect">
            <a:avLst/>
          </a:prstGeom>
          <a:blipFill>
            <a:blip r:embed="rId2"/>
            <a:stretch>
              <a:fillRect l="-1802" t="-6667" r="-901" b="-2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0EC9102C-6701-9CE2-D6EA-C295DD97D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4788" y="3976688"/>
          <a:ext cx="8191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3976688"/>
                        <a:ext cx="819150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1854211-DDC9-995C-896B-BA8BB8E3528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26389" y="4474610"/>
            <a:ext cx="2984920" cy="369332"/>
          </a:xfrm>
          <a:prstGeom prst="rect">
            <a:avLst/>
          </a:prstGeom>
          <a:blipFill>
            <a:blip r:embed="rId5"/>
            <a:stretch>
              <a:fillRect l="-1695" t="-6667" r="-84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F3D42A5B-4DE1-7878-03C2-09FEE4754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7663" y="4498975"/>
          <a:ext cx="8350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663" y="4498975"/>
                        <a:ext cx="8350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EBB8223-F435-B581-3B3E-2606899F1D0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92623" y="4450617"/>
            <a:ext cx="1347869" cy="400110"/>
          </a:xfrm>
          <a:prstGeom prst="rect">
            <a:avLst/>
          </a:prstGeom>
          <a:blipFill>
            <a:blip r:embed="rId8"/>
            <a:stretch>
              <a:fillRect l="-4673" t="-6061" r="-3738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2E41E7-B297-FE20-D499-871F1AE250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8621" y="5345048"/>
            <a:ext cx="1530419" cy="369332"/>
          </a:xfrm>
          <a:prstGeom prst="rect">
            <a:avLst/>
          </a:prstGeom>
          <a:blipFill>
            <a:blip r:embed="rId9"/>
            <a:stretch>
              <a:fillRect l="-2459" t="-666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AutoShape 23">
            <a:extLst>
              <a:ext uri="{FF2B5EF4-FFF2-40B4-BE49-F238E27FC236}">
                <a16:creationId xmlns:a16="http://schemas.microsoft.com/office/drawing/2014/main" id="{0582C016-7C03-EED9-6B9D-9348D8B946C8}"/>
              </a:ext>
            </a:extLst>
          </p:cNvPr>
          <p:cNvSpPr>
            <a:spLocks/>
          </p:cNvSpPr>
          <p:nvPr/>
        </p:nvSpPr>
        <p:spPr bwMode="auto">
          <a:xfrm>
            <a:off x="2319338" y="5106988"/>
            <a:ext cx="209550" cy="844550"/>
          </a:xfrm>
          <a:prstGeom prst="leftBrace">
            <a:avLst>
              <a:gd name="adj1" fmla="val 5000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022FFBA2-6700-ED51-E851-CBD5D5C0E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1438" y="4924425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4924425"/>
                        <a:ext cx="4572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94A91438-5AAE-BA70-0BD7-AA8EDA62EF7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46375" y="5020007"/>
            <a:ext cx="2341538" cy="369332"/>
          </a:xfrm>
          <a:prstGeom prst="rect">
            <a:avLst/>
          </a:prstGeom>
          <a:blipFill>
            <a:blip r:embed="rId12"/>
            <a:stretch>
              <a:fillRect l="-2703" t="-6667" r="-1081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5C2007F9-1985-D45D-ED3D-A47533527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4138" y="5629275"/>
          <a:ext cx="4445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5629275"/>
                        <a:ext cx="444500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446AA7EA-3366-DEB3-6092-D740D6114A5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46358" y="5684660"/>
            <a:ext cx="3029227" cy="369332"/>
          </a:xfrm>
          <a:prstGeom prst="rect">
            <a:avLst/>
          </a:prstGeom>
          <a:blipFill>
            <a:blip r:embed="rId15"/>
            <a:stretch>
              <a:fillRect l="-2092" t="-6667" r="-83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F0FF8123-A4A2-EEE6-9749-F6620DA4C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1855787" cy="687387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denotes </a:t>
            </a:r>
            <a:r>
              <a:rPr lang="zh-CN" altLang="en-US" sz="3200" b="1">
                <a:ea typeface="楷体_GB2312" pitchFamily="49" charset="-122"/>
              </a:rPr>
              <a:t>法</a:t>
            </a:r>
            <a:r>
              <a:rPr lang="en-US" altLang="zh-CN" sz="3200" b="1">
                <a:ea typeface="楷体_GB2312" pitchFamily="49" charset="-122"/>
              </a:rPr>
              <a:t>:</a:t>
            </a:r>
            <a:endParaRPr kumimoji="1" lang="zh-CN" altLang="en-US" sz="3200"/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D37B7D5B-8057-1239-EC65-44497211A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7350" y="904875"/>
            <a:ext cx="1592263" cy="43656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0000"/>
                </a:solidFill>
              </a:rPr>
              <a:t>列举法</a:t>
            </a:r>
            <a:r>
              <a:rPr lang="en-US" altLang="zh-CN" sz="2000">
                <a:solidFill>
                  <a:srgbClr val="FF0000"/>
                </a:solidFill>
              </a:rPr>
              <a:t>:</a:t>
            </a:r>
            <a:endParaRPr kumimoji="1" lang="zh-CN" altLang="en-US"/>
          </a:p>
        </p:txBody>
      </p:sp>
      <p:sp>
        <p:nvSpPr>
          <p:cNvPr id="16387" name="矩形 1">
            <a:extLst>
              <a:ext uri="{FF2B5EF4-FFF2-40B4-BE49-F238E27FC236}">
                <a16:creationId xmlns:a16="http://schemas.microsoft.com/office/drawing/2014/main" id="{5999F93B-3B11-AF47-BC4C-E418CBB8F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904875"/>
            <a:ext cx="60938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1800"/>
              <a:t>according tosome kind </a:t>
            </a:r>
            <a:r>
              <a:rPr lang="zh-CN" altLang="en-GB" sz="1800"/>
              <a:t>方 </a:t>
            </a:r>
            <a:r>
              <a:rPr lang="en-GB" altLang="zh-CN" sz="1800"/>
              <a:t>formula</a:t>
            </a:r>
            <a:r>
              <a:rPr lang="zh-CN" altLang="en-GB" sz="1800"/>
              <a:t>列 </a:t>
            </a:r>
            <a:r>
              <a:rPr lang="en-GB" altLang="zh-CN" sz="1800"/>
              <a:t>outset in 's </a:t>
            </a:r>
            <a:r>
              <a:rPr lang="zh-CN" altLang="en-GB" sz="1800"/>
              <a:t>全体</a:t>
            </a:r>
            <a:r>
              <a:rPr lang="en-GB" altLang="zh-CN" sz="1800"/>
              <a:t>element .</a:t>
            </a:r>
            <a:endParaRPr lang="en-US" altLang="zh-CN" sz="1800"/>
          </a:p>
        </p:txBody>
      </p:sp>
      <p:sp>
        <p:nvSpPr>
          <p:cNvPr id="16388" name="矩形 2">
            <a:extLst>
              <a:ext uri="{FF2B5EF4-FFF2-40B4-BE49-F238E27FC236}">
                <a16:creationId xmlns:a16="http://schemas.microsoft.com/office/drawing/2014/main" id="{836108DB-2D5F-67CC-3841-A8FB1B253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1370013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has </a:t>
            </a:r>
            <a:r>
              <a:rPr lang="zh-CN" altLang="en-US" sz="1800"/>
              <a:t>限</a:t>
            </a:r>
            <a:r>
              <a:rPr lang="en-US" altLang="zh-CN" sz="1800"/>
              <a:t>set</a:t>
            </a:r>
            <a:endParaRPr lang="zh-CN" altLang="en-US" sz="1800"/>
          </a:p>
        </p:txBody>
      </p:sp>
      <p:graphicFrame>
        <p:nvGraphicFramePr>
          <p:cNvPr id="6" name="Object 1031">
            <a:extLst>
              <a:ext uri="{FF2B5EF4-FFF2-40B4-BE49-F238E27FC236}">
                <a16:creationId xmlns:a16="http://schemas.microsoft.com/office/drawing/2014/main" id="{974ADFE4-4E35-861B-13B6-1B8FB8D87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650" y="1404938"/>
          <a:ext cx="29019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1404938"/>
                        <a:ext cx="29019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32">
            <a:extLst>
              <a:ext uri="{FF2B5EF4-FFF2-40B4-BE49-F238E27FC236}">
                <a16:creationId xmlns:a16="http://schemas.microsoft.com/office/drawing/2014/main" id="{2D592F91-D7F1-E692-CB3F-DE3796FA5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7988" y="1270000"/>
          <a:ext cx="130333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1270000"/>
                        <a:ext cx="1303337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矩形 3">
            <a:extLst>
              <a:ext uri="{FF2B5EF4-FFF2-40B4-BE49-F238E27FC236}">
                <a16:creationId xmlns:a16="http://schemas.microsoft.com/office/drawing/2014/main" id="{85322B90-B934-8DFF-E11C-2DB82B412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1938338"/>
            <a:ext cx="18977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from</a:t>
            </a:r>
            <a:r>
              <a:rPr lang="zh-CN" altLang="en-US" sz="1800"/>
              <a:t>然 </a:t>
            </a:r>
            <a:r>
              <a:rPr lang="en-US" altLang="zh-CN" sz="1800"/>
              <a:t>number</a:t>
            </a:r>
            <a:r>
              <a:rPr lang="zh-CN" altLang="en-US" sz="1800"/>
              <a:t>集</a:t>
            </a:r>
          </a:p>
        </p:txBody>
      </p:sp>
      <p:graphicFrame>
        <p:nvGraphicFramePr>
          <p:cNvPr id="9" name="Object 1034">
            <a:extLst>
              <a:ext uri="{FF2B5EF4-FFF2-40B4-BE49-F238E27FC236}">
                <a16:creationId xmlns:a16="http://schemas.microsoft.com/office/drawing/2014/main" id="{5CFE0B51-B51F-D27B-9890-308D3C41B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2863" y="1919288"/>
          <a:ext cx="310038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1919288"/>
                        <a:ext cx="310038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5">
            <a:extLst>
              <a:ext uri="{FF2B5EF4-FFF2-40B4-BE49-F238E27FC236}">
                <a16:creationId xmlns:a16="http://schemas.microsoft.com/office/drawing/2014/main" id="{CB5C57D0-BE19-FB2D-DF06-D61CF486C5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1825" y="1919288"/>
          <a:ext cx="84772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1825" y="1919288"/>
                        <a:ext cx="84772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矩形 4">
            <a:extLst>
              <a:ext uri="{FF2B5EF4-FFF2-40B4-BE49-F238E27FC236}">
                <a16:creationId xmlns:a16="http://schemas.microsoft.com/office/drawing/2014/main" id="{FE32B5E3-799B-46EC-94F4-8A5129FB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508250"/>
            <a:ext cx="127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describe</a:t>
            </a:r>
            <a:r>
              <a:rPr lang="zh-CN" altLang="en-US" sz="1800">
                <a:solidFill>
                  <a:srgbClr val="FF0000"/>
                </a:solidFill>
              </a:rPr>
              <a:t>法</a:t>
            </a:r>
            <a:r>
              <a:rPr lang="en-US" altLang="zh-CN" sz="1800">
                <a:solidFill>
                  <a:srgbClr val="FF0000"/>
                </a:solidFill>
              </a:rPr>
              <a:t>: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16395" name="对象 7">
            <a:extLst>
              <a:ext uri="{FF2B5EF4-FFF2-40B4-BE49-F238E27FC236}">
                <a16:creationId xmlns:a16="http://schemas.microsoft.com/office/drawing/2014/main" id="{C5065E80-3428-A32B-44BA-EDCDB02FA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2474913"/>
          <a:ext cx="30607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474913"/>
                        <a:ext cx="30607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EA8DCBC-0E13-F4E9-67B8-9D04B970894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00420" y="2477038"/>
            <a:ext cx="2304256" cy="400110"/>
          </a:xfrm>
          <a:prstGeom prst="rect">
            <a:avLst/>
          </a:prstGeom>
          <a:blipFill>
            <a:blip r:embed="rId12"/>
            <a:stretch>
              <a:fillRect t="-6061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6397" name="矩形 11">
            <a:extLst>
              <a:ext uri="{FF2B5EF4-FFF2-40B4-BE49-F238E27FC236}">
                <a16:creationId xmlns:a16="http://schemas.microsoft.com/office/drawing/2014/main" id="{C721A19C-9DED-19AE-46CE-5F7819DB9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3194050"/>
            <a:ext cx="1490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/>
              <a:t>整 </a:t>
            </a:r>
            <a:r>
              <a:rPr lang="en-US" altLang="zh-CN" sz="1800"/>
              <a:t>numberset</a:t>
            </a:r>
            <a:endParaRPr lang="zh-CN" altLang="en-US" sz="1800"/>
          </a:p>
        </p:txBody>
      </p:sp>
      <p:graphicFrame>
        <p:nvGraphicFramePr>
          <p:cNvPr id="15" name="Object 1040">
            <a:extLst>
              <a:ext uri="{FF2B5EF4-FFF2-40B4-BE49-F238E27FC236}">
                <a16:creationId xmlns:a16="http://schemas.microsoft.com/office/drawing/2014/main" id="{BECE4042-256A-11AC-FF3C-D3ECDEBAA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4300" y="3182938"/>
          <a:ext cx="37592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3182938"/>
                        <a:ext cx="37592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对象 12">
            <a:extLst>
              <a:ext uri="{FF2B5EF4-FFF2-40B4-BE49-F238E27FC236}">
                <a16:creationId xmlns:a16="http://schemas.microsoft.com/office/drawing/2014/main" id="{2F76E422-2128-8C76-6117-451EE0C25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3198813"/>
          <a:ext cx="6223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3198813"/>
                        <a:ext cx="622300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对象 13">
            <a:extLst>
              <a:ext uri="{FF2B5EF4-FFF2-40B4-BE49-F238E27FC236}">
                <a16:creationId xmlns:a16="http://schemas.microsoft.com/office/drawing/2014/main" id="{7A71CAA2-6734-906D-4A96-D90D16F69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5700" y="3036888"/>
          <a:ext cx="12954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0" imgH="0" progId="">
                  <p:embed/>
                </p:oleObj>
              </mc:Choice>
              <mc:Fallback>
                <p:oleObj r:id="rId17" imgW="0" imgH="0" progId="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3036888"/>
                        <a:ext cx="12954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矩形 15">
            <a:extLst>
              <a:ext uri="{FF2B5EF4-FFF2-40B4-BE49-F238E27FC236}">
                <a16:creationId xmlns:a16="http://schemas.microsoft.com/office/drawing/2014/main" id="{EB2551BF-65DF-B522-1030-95A34901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8" y="3128963"/>
            <a:ext cx="4539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or</a:t>
            </a:r>
            <a:endParaRPr lang="zh-CN" altLang="en-US" sz="2400"/>
          </a:p>
        </p:txBody>
      </p:sp>
      <p:sp>
        <p:nvSpPr>
          <p:cNvPr id="16402" name="矩形 16">
            <a:extLst>
              <a:ext uri="{FF2B5EF4-FFF2-40B4-BE49-F238E27FC236}">
                <a16:creationId xmlns:a16="http://schemas.microsoft.com/office/drawing/2014/main" id="{F8EB3A59-95E7-6DAA-2DE2-E4CF74926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3894138"/>
            <a:ext cx="1819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has </a:t>
            </a:r>
            <a:r>
              <a:rPr lang="zh-CN" altLang="en-US" sz="1800"/>
              <a:t>理 </a:t>
            </a:r>
            <a:r>
              <a:rPr lang="en-US" altLang="zh-CN" sz="1800"/>
              <a:t>number</a:t>
            </a:r>
            <a:r>
              <a:rPr lang="zh-CN" altLang="en-US" sz="1800"/>
              <a:t>集</a:t>
            </a:r>
          </a:p>
        </p:txBody>
      </p:sp>
      <p:graphicFrame>
        <p:nvGraphicFramePr>
          <p:cNvPr id="16403" name="对象 17">
            <a:extLst>
              <a:ext uri="{FF2B5EF4-FFF2-40B4-BE49-F238E27FC236}">
                <a16:creationId xmlns:a16="http://schemas.microsoft.com/office/drawing/2014/main" id="{24E53255-E236-1F93-6267-2483FCACE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2863" y="3797300"/>
          <a:ext cx="9636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0" imgH="0" progId="">
                  <p:embed/>
                </p:oleObj>
              </mc:Choice>
              <mc:Fallback>
                <p:oleObj r:id="rId19" imgW="0" imgH="0" progId="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3797300"/>
                        <a:ext cx="963612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对象 18">
            <a:extLst>
              <a:ext uri="{FF2B5EF4-FFF2-40B4-BE49-F238E27FC236}">
                <a16:creationId xmlns:a16="http://schemas.microsoft.com/office/drawing/2014/main" id="{DCB16B26-19FB-91B4-B8F5-9B035F7D5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9188" y="3910013"/>
          <a:ext cx="14493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0" imgH="0" progId="">
                  <p:embed/>
                </p:oleObj>
              </mc:Choice>
              <mc:Fallback>
                <p:oleObj r:id="rId21" imgW="0" imgH="0" progId="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3910013"/>
                        <a:ext cx="14493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5B57F6B6-25B5-8C94-97D1-F135A7D37C4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08947" y="3877618"/>
            <a:ext cx="1140249" cy="369332"/>
          </a:xfrm>
          <a:prstGeom prst="rect">
            <a:avLst/>
          </a:prstGeom>
          <a:blipFill>
            <a:blip r:embed="rId23"/>
            <a:stretch>
              <a:fillRect t="-6667" r="-3261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3" name="Object 1059">
            <a:extLst>
              <a:ext uri="{FF2B5EF4-FFF2-40B4-BE49-F238E27FC236}">
                <a16:creationId xmlns:a16="http://schemas.microsoft.com/office/drawing/2014/main" id="{87C4F977-73F7-8860-16F1-8005FCA0F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7600" y="3787775"/>
          <a:ext cx="2524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3787775"/>
                        <a:ext cx="2524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矩形 20">
            <a:extLst>
              <a:ext uri="{FF2B5EF4-FFF2-40B4-BE49-F238E27FC236}">
                <a16:creationId xmlns:a16="http://schemas.microsoft.com/office/drawing/2014/main" id="{96FD8852-0387-FFA0-373A-C7238B19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94225"/>
            <a:ext cx="16159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real numberset</a:t>
            </a:r>
            <a:endParaRPr lang="zh-CN" altLang="en-US" sz="1800"/>
          </a:p>
        </p:txBody>
      </p:sp>
      <p:graphicFrame>
        <p:nvGraphicFramePr>
          <p:cNvPr id="25" name="Object 1051">
            <a:extLst>
              <a:ext uri="{FF2B5EF4-FFF2-40B4-BE49-F238E27FC236}">
                <a16:creationId xmlns:a16="http://schemas.microsoft.com/office/drawing/2014/main" id="{E7BDB6F6-3819-406B-EC82-DD956A8C0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8738" y="4611688"/>
          <a:ext cx="32686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611688"/>
                        <a:ext cx="32686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矩形 21">
            <a:extLst>
              <a:ext uri="{FF2B5EF4-FFF2-40B4-BE49-F238E27FC236}">
                <a16:creationId xmlns:a16="http://schemas.microsoft.com/office/drawing/2014/main" id="{1EAD98F7-7CFE-DCAA-E3BB-CF80AACF6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4594225"/>
            <a:ext cx="36984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/>
              <a:t>is has </a:t>
            </a:r>
            <a:r>
              <a:rPr lang="zh-CN" altLang="en-US" sz="2000"/>
              <a:t>理 </a:t>
            </a:r>
            <a:r>
              <a:rPr lang="en-US" altLang="zh-CN" sz="2000"/>
              <a:t>number or </a:t>
            </a:r>
            <a:r>
              <a:rPr lang="zh-CN" altLang="en-US" sz="2000"/>
              <a:t>无理 </a:t>
            </a:r>
            <a:r>
              <a:rPr lang="en-US" altLang="zh-CN" sz="2000"/>
              <a:t>number</a:t>
            </a:r>
            <a:endParaRPr lang="zh-CN" altLang="en-US" sz="2000"/>
          </a:p>
        </p:txBody>
      </p:sp>
      <p:sp>
        <p:nvSpPr>
          <p:cNvPr id="16410" name="矩形 23">
            <a:extLst>
              <a:ext uri="{FF2B5EF4-FFF2-40B4-BE49-F238E27FC236}">
                <a16:creationId xmlns:a16="http://schemas.microsoft.com/office/drawing/2014/main" id="{D855FEE6-A791-A42A-468B-EA3F7DFD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303838"/>
            <a:ext cx="1427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open interval</a:t>
            </a:r>
            <a:endParaRPr lang="zh-CN" altLang="en-US" sz="1800"/>
          </a:p>
        </p:txBody>
      </p:sp>
      <p:graphicFrame>
        <p:nvGraphicFramePr>
          <p:cNvPr id="28" name="Object 1054">
            <a:extLst>
              <a:ext uri="{FF2B5EF4-FFF2-40B4-BE49-F238E27FC236}">
                <a16:creationId xmlns:a16="http://schemas.microsoft.com/office/drawing/2014/main" id="{D82B8F4C-8257-FE2A-48FF-3CB46DC12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5100" y="5221288"/>
          <a:ext cx="361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5221288"/>
                        <a:ext cx="3619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对象 25">
            <a:extLst>
              <a:ext uri="{FF2B5EF4-FFF2-40B4-BE49-F238E27FC236}">
                <a16:creationId xmlns:a16="http://schemas.microsoft.com/office/drawing/2014/main" id="{538E31E8-4D55-E290-6B80-E7B6A27AC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7413" y="5243513"/>
          <a:ext cx="14779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0" imgH="0" progId="">
                  <p:embed/>
                </p:oleObj>
              </mc:Choice>
              <mc:Fallback>
                <p:oleObj r:id="rId30" imgW="0" imgH="0" progId="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7413" y="5243513"/>
                        <a:ext cx="14779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矩形 26">
            <a:extLst>
              <a:ext uri="{FF2B5EF4-FFF2-40B4-BE49-F238E27FC236}">
                <a16:creationId xmlns:a16="http://schemas.microsoft.com/office/drawing/2014/main" id="{42281CBB-6052-047B-B805-C7EAE65F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945188"/>
            <a:ext cx="1546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closed interval</a:t>
            </a:r>
            <a:endParaRPr lang="zh-CN" altLang="en-US" sz="1800"/>
          </a:p>
        </p:txBody>
      </p:sp>
      <p:graphicFrame>
        <p:nvGraphicFramePr>
          <p:cNvPr id="31" name="Object 1057">
            <a:extLst>
              <a:ext uri="{FF2B5EF4-FFF2-40B4-BE49-F238E27FC236}">
                <a16:creationId xmlns:a16="http://schemas.microsoft.com/office/drawing/2014/main" id="{603FFF05-C0AD-955D-213B-91692BB21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884863"/>
          <a:ext cx="358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884863"/>
                        <a:ext cx="358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58">
            <a:extLst>
              <a:ext uri="{FF2B5EF4-FFF2-40B4-BE49-F238E27FC236}">
                <a16:creationId xmlns:a16="http://schemas.microsoft.com/office/drawing/2014/main" id="{6A48A172-D036-024C-B0F8-768E55F0F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8" y="5927725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1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5927725"/>
                        <a:ext cx="143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88931437-95B4-028B-352E-0121B92F6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88913"/>
            <a:ext cx="1206500" cy="719137"/>
          </a:xfrm>
        </p:spPr>
        <p:txBody>
          <a:bodyPr/>
          <a:lstStyle/>
          <a:p>
            <a:r>
              <a:rPr lang="zh-CN" altLang="en-US" sz="2000"/>
              <a:t>半</a:t>
            </a:r>
            <a:r>
              <a:rPr lang="en-US" altLang="zh-CN" sz="2000"/>
              <a:t>open interval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2CF80-31E1-A6EE-BDC1-2A2095FC88F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835696" y="937997"/>
            <a:ext cx="3096344" cy="369332"/>
          </a:xfrm>
          <a:blipFill>
            <a:blip r:embed="rId2"/>
            <a:stretch>
              <a:fillRect b="-10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7B5045-C1A3-10D1-1291-80829E3E297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49385" y="364014"/>
            <a:ext cx="2446888" cy="369332"/>
          </a:xfrm>
          <a:prstGeom prst="rect">
            <a:avLst/>
          </a:prstGeom>
          <a:blipFill>
            <a:blip r:embed="rId3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7412" name="Text Box 1030">
            <a:extLst>
              <a:ext uri="{FF2B5EF4-FFF2-40B4-BE49-F238E27FC236}">
                <a16:creationId xmlns:a16="http://schemas.microsoft.com/office/drawing/2014/main" id="{CAE9A3C1-6EC2-AB0D-F2C7-62967C2B6D6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46113" y="1562100"/>
            <a:ext cx="1255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/>
              <a:t>unboundedinterval</a:t>
            </a:r>
            <a:endParaRPr lang="zh-CN" altLang="en-US" sz="18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F559BF-69DB-EB36-D4EC-06BD03A40B4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60406" y="1562540"/>
            <a:ext cx="2263633" cy="369332"/>
          </a:xfrm>
          <a:prstGeom prst="rect">
            <a:avLst/>
          </a:prstGeom>
          <a:blipFill>
            <a:blip r:embed="rId4"/>
            <a:stretch>
              <a:fillRect b="-1290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608B48-DB48-B68F-8A6C-EF5C3F614BE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31197" y="2187083"/>
            <a:ext cx="2255810" cy="369332"/>
          </a:xfrm>
          <a:prstGeom prst="rect">
            <a:avLst/>
          </a:prstGeom>
          <a:blipFill>
            <a:blip r:embed="rId5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B0D53-436B-791B-65E2-C83B6479408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90587" y="2811626"/>
            <a:ext cx="2505686" cy="369332"/>
          </a:xfrm>
          <a:prstGeom prst="rect">
            <a:avLst/>
          </a:prstGeom>
          <a:blipFill>
            <a:blip r:embed="rId6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851C87-CE2F-9212-2394-329A2FA39CC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1212" y="3413521"/>
            <a:ext cx="1231427" cy="369332"/>
          </a:xfrm>
          <a:prstGeom prst="rect">
            <a:avLst/>
          </a:prstGeom>
          <a:blipFill>
            <a:blip r:embed="rId7"/>
            <a:stretch>
              <a:fillRect l="-4082" t="-6452" r="-1020" b="-2258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CCA053-C02D-682E-205D-5918C7D28B2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91680" y="3436169"/>
            <a:ext cx="4572000" cy="784830"/>
          </a:xfrm>
          <a:prstGeom prst="rect">
            <a:avLst/>
          </a:prstGeom>
          <a:blipFill>
            <a:blip r:embed="rId8"/>
            <a:stretch>
              <a:fillRect b="-634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F1049B-E237-B674-FCC7-F08FA431A9C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8254" y="4476210"/>
            <a:ext cx="1274708" cy="369332"/>
          </a:xfrm>
          <a:prstGeom prst="rect">
            <a:avLst/>
          </a:prstGeom>
          <a:blipFill>
            <a:blip r:embed="rId9"/>
            <a:stretch>
              <a:fillRect l="-4950" t="-666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14" name="Object 51">
            <a:extLst>
              <a:ext uri="{FF2B5EF4-FFF2-40B4-BE49-F238E27FC236}">
                <a16:creationId xmlns:a16="http://schemas.microsoft.com/office/drawing/2014/main" id="{98762F04-AC2D-EC2F-23B9-1D83DF281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9813" y="4376738"/>
          <a:ext cx="34528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4376738"/>
                        <a:ext cx="34528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F9EF4981-1FAE-B93A-37BE-10665939335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00318" y="4547945"/>
            <a:ext cx="1788502" cy="369332"/>
          </a:xfrm>
          <a:prstGeom prst="rect">
            <a:avLst/>
          </a:prstGeom>
          <a:blipFill>
            <a:blip r:embed="rId12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3670AC-0923-E902-D509-32DA8415A84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27147" y="5110794"/>
            <a:ext cx="4120295" cy="369332"/>
          </a:xfrm>
          <a:prstGeom prst="rect">
            <a:avLst/>
          </a:prstGeom>
          <a:blipFill>
            <a:blip r:embed="rId13"/>
            <a:stretch>
              <a:fillRect l="-1231" t="-6667" r="-308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7422" name="矩形 16">
            <a:extLst>
              <a:ext uri="{FF2B5EF4-FFF2-40B4-BE49-F238E27FC236}">
                <a16:creationId xmlns:a16="http://schemas.microsoft.com/office/drawing/2014/main" id="{207B6978-3D07-0CE8-D136-46950EB96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5807075"/>
            <a:ext cx="2175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left  neighbourhood</a:t>
            </a:r>
            <a:endParaRPr lang="zh-CN" altLang="en-US" sz="18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4804F7-5A92-CE76-B50C-90823412402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79849" y="5807072"/>
            <a:ext cx="1192442" cy="369332"/>
          </a:xfrm>
          <a:prstGeom prst="rect">
            <a:avLst/>
          </a:prstGeom>
          <a:blipFill>
            <a:blip r:embed="rId14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7424" name="矩形 19">
            <a:extLst>
              <a:ext uri="{FF2B5EF4-FFF2-40B4-BE49-F238E27FC236}">
                <a16:creationId xmlns:a16="http://schemas.microsoft.com/office/drawing/2014/main" id="{15F37587-A42C-81FE-0981-7E563417B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807075"/>
            <a:ext cx="2244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ym typeface="Symbol" panose="05050102010706020507" pitchFamily="18" charset="2"/>
              </a:rPr>
              <a:t>right neighbourhood</a:t>
            </a:r>
            <a:endParaRPr lang="zh-CN" altLang="en-US" sz="1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1E0FDE-65B7-39EC-E2CC-315C912D620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53978" y="5807072"/>
            <a:ext cx="1192441" cy="369332"/>
          </a:xfrm>
          <a:prstGeom prst="rect">
            <a:avLst/>
          </a:prstGeom>
          <a:blipFill>
            <a:blip r:embed="rId15"/>
            <a:stretch>
              <a:fillRect b="-1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D9B3D-6BC9-E5E0-10AC-E85AB160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951413" cy="471488"/>
          </a:xfrm>
        </p:spPr>
        <p:txBody>
          <a:bodyPr/>
          <a:lstStyle/>
          <a:p>
            <a:pPr>
              <a:defRPr/>
            </a:pPr>
            <a:r>
              <a:rPr lang="en-GB" altLang="zh-CN" sz="3200" b="1">
                <a:latin typeface="+mn-ea"/>
                <a:ea typeface="+mn-ea"/>
              </a:rPr>
              <a:t>2. setbetween's relation and operation</a:t>
            </a:r>
            <a:endParaRPr kumimoji="1" lang="zh-CN" altLang="en-US" sz="3200" dirty="0">
              <a:latin typeface="+mn-ea"/>
              <a:ea typeface="+mn-ea"/>
            </a:endParaRPr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EDD0BE48-377A-43AF-E14B-2EAA2F191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052513"/>
            <a:ext cx="1438275" cy="47148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2"/>
                </a:solidFill>
                <a:latin typeface="等线" panose="02010600030101010101" pitchFamily="2" charset="-122"/>
              </a:rPr>
              <a:t>Definition2 .</a:t>
            </a:r>
            <a:endParaRPr kumimoji="1" lang="zh-CN" altLang="en-US"/>
          </a:p>
        </p:txBody>
      </p:sp>
      <p:pic>
        <p:nvPicPr>
          <p:cNvPr id="4" name="矩形 3">
            <a:extLst>
              <a:ext uri="{FF2B5EF4-FFF2-40B4-BE49-F238E27FC236}">
                <a16:creationId xmlns:a16="http://schemas.microsoft.com/office/drawing/2014/main" id="{99FB5854-5962-3112-1A54-1EE058B969EA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54100"/>
            <a:ext cx="6870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1495F2A-E4D9-D103-46DE-6D637ECD211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63688" y="2053590"/>
            <a:ext cx="5016310" cy="369332"/>
          </a:xfrm>
          <a:prstGeom prst="rect">
            <a:avLst/>
          </a:prstGeom>
          <a:blipFill>
            <a:blip r:embed="rId3"/>
            <a:stretch>
              <a:fillRect l="-1010" t="-666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D69CDC-C47A-1B1C-6A51-5F3427D08F6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4161" y="2708920"/>
            <a:ext cx="2953757" cy="369332"/>
          </a:xfrm>
          <a:prstGeom prst="rect">
            <a:avLst/>
          </a:prstGeom>
          <a:blipFill>
            <a:blip r:embed="rId4"/>
            <a:stretch>
              <a:fillRect l="-1709" t="-666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8438" name="矩形 6">
            <a:extLst>
              <a:ext uri="{FF2B5EF4-FFF2-40B4-BE49-F238E27FC236}">
                <a16:creationId xmlns:a16="http://schemas.microsoft.com/office/drawing/2014/main" id="{4D172C86-52EF-E3B1-92AE-E4D45B827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3449638"/>
            <a:ext cx="3047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1800"/>
              <a:t>clearly under </a:t>
            </a:r>
            <a:r>
              <a:rPr lang="zh-CN" altLang="en-GB" sz="1800"/>
              <a:t>列</a:t>
            </a:r>
            <a:r>
              <a:rPr lang="en-GB" altLang="zh-CN" sz="1800"/>
              <a:t>relation holds:</a:t>
            </a:r>
            <a:endParaRPr lang="en-US" altLang="zh-CN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14C5B7-20BE-3CB3-690B-992665988A4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35696" y="4110464"/>
            <a:ext cx="2993127" cy="369332"/>
          </a:xfrm>
          <a:prstGeom prst="rect">
            <a:avLst/>
          </a:prstGeom>
          <a:blipFill>
            <a:blip r:embed="rId5"/>
            <a:stretch>
              <a:fillRect l="-1688" t="-6667" b="-26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C4B7FB-3685-9D55-8E27-5E08E443EED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66528" y="4786783"/>
            <a:ext cx="3065776" cy="369332"/>
          </a:xfrm>
          <a:prstGeom prst="rect">
            <a:avLst/>
          </a:prstGeom>
          <a:blipFill>
            <a:blip r:embed="rId6"/>
            <a:stretch>
              <a:fillRect l="-1646" t="-6452" b="-2258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标题 1">
            <a:extLst>
              <a:ext uri="{FF2B5EF4-FFF2-40B4-BE49-F238E27FC236}">
                <a16:creationId xmlns:a16="http://schemas.microsoft.com/office/drawing/2014/main" id="{08453769-505C-8F64-321A-E0ED225CBF8F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300" y="355600"/>
            <a:ext cx="8128000" cy="774700"/>
          </a:xfr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1A365B-50EB-D207-63DD-9392EF98D6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745207" y="1253331"/>
            <a:ext cx="4690889" cy="447477"/>
          </a:xfrm>
          <a:blipFill>
            <a:blip r:embed="rId3"/>
            <a:stretch>
              <a:fillRect l="-1348" t="-13889" b="-555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E2726C-A797-4363-F85A-0CAA3A01971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7867" y="1843242"/>
            <a:ext cx="4632935" cy="400110"/>
          </a:xfrm>
          <a:prstGeom prst="rect">
            <a:avLst/>
          </a:prstGeom>
          <a:blipFill>
            <a:blip r:embed="rId4"/>
            <a:stretch>
              <a:fillRect l="-1366" t="-6061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166766-EE7D-768D-1CA0-C676D220988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2007" y="2492896"/>
            <a:ext cx="4584653" cy="400110"/>
          </a:xfrm>
          <a:prstGeom prst="rect">
            <a:avLst/>
          </a:prstGeom>
          <a:blipFill>
            <a:blip r:embed="rId5"/>
            <a:stretch>
              <a:fillRect l="-1381" t="-9091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069595-FFD9-4FAB-882A-010394FE0AD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8565" y="3244334"/>
            <a:ext cx="4402295" cy="400110"/>
          </a:xfrm>
          <a:prstGeom prst="rect">
            <a:avLst/>
          </a:prstGeom>
          <a:blipFill>
            <a:blip r:embed="rId6"/>
            <a:stretch>
              <a:fillRect l="-1437" t="-9091" r="-287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6AE89B-6125-0C54-707A-B7E80C6794B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8969" y="4149080"/>
            <a:ext cx="4812728" cy="400110"/>
          </a:xfrm>
          <a:prstGeom prst="rect">
            <a:avLst/>
          </a:prstGeom>
          <a:blipFill>
            <a:blip r:embed="rId7"/>
            <a:stretch>
              <a:fillRect l="-1316" t="-6061" b="-2424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7CE05-7FD4-7376-3054-E6029C1B494A}"/>
              </a:ext>
            </a:extLst>
          </p:cNvPr>
          <p:cNvSpPr/>
          <p:nvPr/>
        </p:nvSpPr>
        <p:spPr>
          <a:xfrm>
            <a:off x="868363" y="4972050"/>
            <a:ext cx="1270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accent4"/>
                </a:solidFill>
              </a:rPr>
              <a:t>特</a:t>
            </a:r>
            <a:r>
              <a:rPr lang="en-US" altLang="zh-CN">
                <a:solidFill>
                  <a:schemeClr val="accent4"/>
                </a:solidFill>
              </a:rPr>
              <a:t>Example:</a:t>
            </a:r>
            <a:endParaRPr lang="en-US" altLang="zh-CN" dirty="0">
              <a:solidFill>
                <a:schemeClr val="accent4"/>
              </a:solidFill>
            </a:endParaRPr>
          </a:p>
        </p:txBody>
      </p:sp>
      <p:graphicFrame>
        <p:nvGraphicFramePr>
          <p:cNvPr id="10" name="Object 67">
            <a:extLst>
              <a:ext uri="{FF2B5EF4-FFF2-40B4-BE49-F238E27FC236}">
                <a16:creationId xmlns:a16="http://schemas.microsoft.com/office/drawing/2014/main" id="{47138B0C-3942-4523-993F-97902DA19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5037138"/>
          <a:ext cx="812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5037138"/>
                        <a:ext cx="812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73">
            <a:extLst>
              <a:ext uri="{FF2B5EF4-FFF2-40B4-BE49-F238E27FC236}">
                <a16:creationId xmlns:a16="http://schemas.microsoft.com/office/drawing/2014/main" id="{09ACDA67-BA16-7517-CEF3-CDE579736362}"/>
              </a:ext>
            </a:extLst>
          </p:cNvPr>
          <p:cNvGrpSpPr>
            <a:grpSpLocks/>
          </p:cNvGrpSpPr>
          <p:nvPr/>
        </p:nvGrpSpPr>
        <p:grpSpPr bwMode="auto">
          <a:xfrm>
            <a:off x="3084514" y="4757738"/>
            <a:ext cx="1198563" cy="481012"/>
            <a:chOff x="2016" y="2913"/>
            <a:chExt cx="755" cy="303"/>
          </a:xfrm>
        </p:grpSpPr>
        <p:sp>
          <p:nvSpPr>
            <p:cNvPr id="19469" name="Line 68">
              <a:extLst>
                <a:ext uri="{FF2B5EF4-FFF2-40B4-BE49-F238E27FC236}">
                  <a16:creationId xmlns:a16="http://schemas.microsoft.com/office/drawing/2014/main" id="{765EBA92-9B28-27AD-899D-6E0BC01B3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69">
              <a:extLst>
                <a:ext uri="{FF2B5EF4-FFF2-40B4-BE49-F238E27FC236}">
                  <a16:creationId xmlns:a16="http://schemas.microsoft.com/office/drawing/2014/main" id="{0D81E9E3-FBDE-627E-69F4-F7AA6CED3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Text Box 70">
              <a:extLst>
                <a:ext uri="{FF2B5EF4-FFF2-40B4-BE49-F238E27FC236}">
                  <a16:creationId xmlns:a16="http://schemas.microsoft.com/office/drawing/2014/main" id="{79A8E872-E8F7-56C3-7DD9-27CFD80CA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913"/>
              <a:ext cx="7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等线" panose="02010600030101010101" pitchFamily="2" charset="-122"/>
                </a:rPr>
                <a:t>denote</a:t>
              </a:r>
              <a:endParaRPr lang="zh-CN" altLang="en-US" sz="2400">
                <a:solidFill>
                  <a:schemeClr val="accent2"/>
                </a:solidFill>
                <a:latin typeface="等线" panose="02010600030101010101" pitchFamily="2" charset="-122"/>
              </a:endParaRPr>
            </a:p>
          </p:txBody>
        </p:sp>
      </p:grpSp>
      <p:graphicFrame>
        <p:nvGraphicFramePr>
          <p:cNvPr id="19466" name="对象 14">
            <a:extLst>
              <a:ext uri="{FF2B5EF4-FFF2-40B4-BE49-F238E27FC236}">
                <a16:creationId xmlns:a16="http://schemas.microsoft.com/office/drawing/2014/main" id="{4363DCA7-66B6-5311-CF65-03F31BC8A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4946650"/>
          <a:ext cx="45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4946650"/>
                        <a:ext cx="45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矩形 15">
            <a:extLst>
              <a:ext uri="{FF2B5EF4-FFF2-40B4-BE49-F238E27FC236}">
                <a16:creationId xmlns:a16="http://schemas.microsoft.com/office/drawing/2014/main" id="{9B32739F-5F54-2C18-0561-0A6345ADE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5764213"/>
            <a:ext cx="28897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2000"/>
              <a:t>is </a:t>
            </a:r>
            <a:r>
              <a:rPr lang="zh-CN" altLang="en-GB" sz="2000"/>
              <a:t>平面 </a:t>
            </a:r>
            <a:r>
              <a:rPr lang="en-GB" altLang="zh-CN" sz="2000"/>
              <a:t>on 's </a:t>
            </a:r>
            <a:r>
              <a:rPr lang="zh-CN" altLang="en-GB" sz="2000"/>
              <a:t>全体 </a:t>
            </a:r>
            <a:r>
              <a:rPr lang="en-GB" altLang="zh-CN" sz="2000"/>
              <a:t>point</a:t>
            </a:r>
            <a:r>
              <a:rPr lang="zh-CN" altLang="en-GB" sz="2000"/>
              <a:t>集</a:t>
            </a:r>
            <a:endParaRPr lang="zh-CN" altLang="en-US" sz="2000"/>
          </a:p>
        </p:txBody>
      </p:sp>
      <p:pic>
        <p:nvPicPr>
          <p:cNvPr id="19468" name="图片 17" descr="图片包含 形状&#10;&#10;描述已自动生成">
            <a:extLst>
              <a:ext uri="{FF2B5EF4-FFF2-40B4-BE49-F238E27FC236}">
                <a16:creationId xmlns:a16="http://schemas.microsoft.com/office/drawing/2014/main" id="{7D36FFEC-B4FF-E95C-E26B-3737E221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5" y="1476375"/>
            <a:ext cx="226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0AE57FF6-BAFF-C86E-F9C9-225AC91F9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1998663" cy="615950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I. mapping</a:t>
            </a:r>
            <a:endParaRPr kumimoji="1" lang="zh-CN" altLang="en-US" sz="3200"/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DE778EE5-686F-87CB-DE76-C7AD20DAC3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996950"/>
            <a:ext cx="2719388" cy="4984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1. mapping's concept</a:t>
            </a:r>
            <a:endParaRPr kumimoji="1" lang="zh-CN" altLang="en-US"/>
          </a:p>
        </p:txBody>
      </p:sp>
      <p:sp>
        <p:nvSpPr>
          <p:cNvPr id="20483" name="矩形 3">
            <a:extLst>
              <a:ext uri="{FF2B5EF4-FFF2-40B4-BE49-F238E27FC236}">
                <a16:creationId xmlns:a16="http://schemas.microsoft.com/office/drawing/2014/main" id="{5366BC84-1FE1-4077-EBD2-B3F84CE77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1484313"/>
            <a:ext cx="21755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引</a:t>
            </a:r>
            <a:r>
              <a:rPr lang="en-US" altLang="zh-CN" b="1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Example1.</a:t>
            </a:r>
            <a:endParaRPr lang="en-US" altLang="zh-CN" b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5650F-D2F5-D5FF-B2A7-02BFF9EA6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09800"/>
            <a:ext cx="2819400" cy="16764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3F5FF18-57C7-6AC7-ED5D-DF8542FF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797175"/>
            <a:ext cx="2638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等线" panose="02010600030101010101" pitchFamily="2" charset="-122"/>
              </a:rPr>
              <a:t>深技大学生</a:t>
            </a: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's set</a:t>
            </a:r>
            <a:endParaRPr lang="zh-CN" altLang="en-US" sz="2400">
              <a:solidFill>
                <a:srgbClr val="FF0000"/>
              </a:solidFill>
              <a:latin typeface="等线" panose="02010600030101010101" pitchFamily="2" charset="-122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546BA0-32DF-5247-8D94-1F352258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2276475"/>
            <a:ext cx="2133600" cy="14478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600EAB85-B318-953D-12B8-C41AE050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2787650"/>
            <a:ext cx="1460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等线" panose="02010600030101010101" pitchFamily="2" charset="-122"/>
              </a:rPr>
              <a:t>学号</a:t>
            </a: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's set</a:t>
            </a:r>
            <a:endParaRPr lang="zh-CN" altLang="en-US" sz="2400">
              <a:solidFill>
                <a:srgbClr val="FF0000"/>
              </a:solidFill>
              <a:latin typeface="等线" panose="02010600030101010101" pitchFamily="2" charset="-122"/>
            </a:endParaRPr>
          </a:p>
        </p:txBody>
      </p:sp>
      <p:sp>
        <p:nvSpPr>
          <p:cNvPr id="20488" name="Freeform 11">
            <a:extLst>
              <a:ext uri="{FF2B5EF4-FFF2-40B4-BE49-F238E27FC236}">
                <a16:creationId xmlns:a16="http://schemas.microsoft.com/office/drawing/2014/main" id="{8395F960-679B-9EBC-51B0-07770B099F13}"/>
              </a:ext>
            </a:extLst>
          </p:cNvPr>
          <p:cNvSpPr>
            <a:spLocks/>
          </p:cNvSpPr>
          <p:nvPr/>
        </p:nvSpPr>
        <p:spPr bwMode="auto">
          <a:xfrm>
            <a:off x="2787650" y="2914650"/>
            <a:ext cx="4005263" cy="381000"/>
          </a:xfrm>
          <a:custGeom>
            <a:avLst/>
            <a:gdLst>
              <a:gd name="T0" fmla="*/ 0 w 1920"/>
              <a:gd name="T1" fmla="*/ 2147483646 h 192"/>
              <a:gd name="T2" fmla="*/ 2147483646 w 1920"/>
              <a:gd name="T3" fmla="*/ 0 h 192"/>
              <a:gd name="T4" fmla="*/ 2147483646 w 1920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0" h="192">
                <a:moveTo>
                  <a:pt x="0" y="192"/>
                </a:moveTo>
                <a:cubicBezTo>
                  <a:pt x="320" y="96"/>
                  <a:pt x="640" y="0"/>
                  <a:pt x="960" y="0"/>
                </a:cubicBezTo>
                <a:cubicBezTo>
                  <a:pt x="1280" y="0"/>
                  <a:pt x="1600" y="96"/>
                  <a:pt x="1920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Text Box 12">
            <a:extLst>
              <a:ext uri="{FF2B5EF4-FFF2-40B4-BE49-F238E27FC236}">
                <a16:creationId xmlns:a16="http://schemas.microsoft.com/office/drawing/2014/main" id="{7BC543A0-8D4D-CD08-4CC5-8544E31E2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2447925"/>
            <a:ext cx="39837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according to</a:t>
            </a:r>
            <a:r>
              <a:rPr lang="zh-CN" altLang="en-US" sz="2400">
                <a:latin typeface="等线" panose="02010600030101010101" pitchFamily="2" charset="-122"/>
              </a:rPr>
              <a:t>一定规</a:t>
            </a:r>
            <a:r>
              <a:rPr lang="en-US" altLang="zh-CN" sz="2400">
                <a:latin typeface="等线" panose="02010600030101010101" pitchFamily="2" charset="-122"/>
              </a:rPr>
              <a:t>then</a:t>
            </a:r>
            <a:r>
              <a:rPr lang="zh-CN" altLang="en-US" sz="2400">
                <a:latin typeface="等线" panose="02010600030101010101" pitchFamily="2" charset="-122"/>
              </a:rPr>
              <a:t>查号</a:t>
            </a:r>
          </a:p>
        </p:txBody>
      </p:sp>
      <p:sp>
        <p:nvSpPr>
          <p:cNvPr id="20490" name="Oval 13">
            <a:extLst>
              <a:ext uri="{FF2B5EF4-FFF2-40B4-BE49-F238E27FC236}">
                <a16:creationId xmlns:a16="http://schemas.microsoft.com/office/drawing/2014/main" id="{44F7D17B-7381-2235-371F-9D8D499B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4522788"/>
            <a:ext cx="2819400" cy="1676400"/>
          </a:xfrm>
          <a:prstGeom prst="ellipse">
            <a:avLst/>
          </a:prstGeom>
          <a:solidFill>
            <a:srgbClr val="660033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DBB804BE-6014-24BA-29D7-36A3321EF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522788"/>
            <a:ext cx="2376487" cy="19050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some</a:t>
            </a:r>
            <a:r>
              <a:rPr lang="zh-CN" altLang="en-US" sz="2400">
                <a:solidFill>
                  <a:srgbClr val="FF0000"/>
                </a:solidFill>
                <a:latin typeface="等线" panose="02010600030101010101" pitchFamily="2" charset="-122"/>
              </a:rPr>
              <a:t>教室座位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's set</a:t>
            </a:r>
            <a:endParaRPr lang="zh-CN" altLang="en-US" sz="2400">
              <a:solidFill>
                <a:srgbClr val="FF0000"/>
              </a:solidFill>
              <a:latin typeface="等线" panose="02010600030101010101" pitchFamily="2" charset="-122"/>
            </a:endParaRPr>
          </a:p>
        </p:txBody>
      </p:sp>
      <p:sp>
        <p:nvSpPr>
          <p:cNvPr id="20492" name="矩形 13">
            <a:extLst>
              <a:ext uri="{FF2B5EF4-FFF2-40B4-BE49-F238E27FC236}">
                <a16:creationId xmlns:a16="http://schemas.microsoft.com/office/drawing/2014/main" id="{105B6943-762D-8446-E22A-16C60EA7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5132388"/>
            <a:ext cx="2420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some</a:t>
            </a:r>
            <a:r>
              <a:rPr lang="zh-CN" altLang="en-US" sz="2400">
                <a:solidFill>
                  <a:srgbClr val="FF0000"/>
                </a:solidFill>
              </a:rPr>
              <a:t>班学生</a:t>
            </a:r>
            <a:r>
              <a:rPr lang="en-US" altLang="zh-CN" sz="2400">
                <a:solidFill>
                  <a:srgbClr val="FF0000"/>
                </a:solidFill>
              </a:rPr>
              <a:t>'s set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15" name="Group 18">
            <a:extLst>
              <a:ext uri="{FF2B5EF4-FFF2-40B4-BE49-F238E27FC236}">
                <a16:creationId xmlns:a16="http://schemas.microsoft.com/office/drawing/2014/main" id="{7AD65406-462F-C85B-7289-DB8A238CD576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5430838"/>
            <a:ext cx="4879976" cy="668337"/>
            <a:chOff x="1701" y="2928"/>
            <a:chExt cx="3074" cy="421"/>
          </a:xfrm>
        </p:grpSpPr>
        <p:sp>
          <p:nvSpPr>
            <p:cNvPr id="20494" name="Oval 19">
              <a:extLst>
                <a:ext uri="{FF2B5EF4-FFF2-40B4-BE49-F238E27FC236}">
                  <a16:creationId xmlns:a16="http://schemas.microsoft.com/office/drawing/2014/main" id="{D4EDBEF9-E88C-D073-3CD0-6A3A39B3A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3168"/>
              <a:ext cx="41" cy="41"/>
            </a:xfrm>
            <a:prstGeom prst="ellipse">
              <a:avLst/>
            </a:prstGeom>
            <a:solidFill>
              <a:srgbClr val="66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0495" name="Freeform 20">
              <a:extLst>
                <a:ext uri="{FF2B5EF4-FFF2-40B4-BE49-F238E27FC236}">
                  <a16:creationId xmlns:a16="http://schemas.microsoft.com/office/drawing/2014/main" id="{EFD4E500-EC68-CBB6-A811-6F8E23DBC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928"/>
              <a:ext cx="2523" cy="240"/>
            </a:xfrm>
            <a:custGeom>
              <a:avLst/>
              <a:gdLst>
                <a:gd name="T0" fmla="*/ 0 w 1920"/>
                <a:gd name="T1" fmla="*/ 1431 h 192"/>
                <a:gd name="T2" fmla="*/ 11218 w 1920"/>
                <a:gd name="T3" fmla="*/ 0 h 192"/>
                <a:gd name="T4" fmla="*/ 22427 w 1920"/>
                <a:gd name="T5" fmla="*/ 1431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192">
                  <a:moveTo>
                    <a:pt x="0" y="192"/>
                  </a:moveTo>
                  <a:cubicBezTo>
                    <a:pt x="320" y="96"/>
                    <a:pt x="640" y="0"/>
                    <a:pt x="960" y="0"/>
                  </a:cubicBezTo>
                  <a:cubicBezTo>
                    <a:pt x="1280" y="0"/>
                    <a:pt x="1600" y="96"/>
                    <a:pt x="192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Text Box 21">
              <a:extLst>
                <a:ext uri="{FF2B5EF4-FFF2-40B4-BE49-F238E27FC236}">
                  <a16:creationId xmlns:a16="http://schemas.microsoft.com/office/drawing/2014/main" id="{8AE935AB-A876-249D-0988-1279B5B7F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6" y="3058"/>
              <a:ext cx="2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等线" panose="02010600030101010101" pitchFamily="2" charset="-122"/>
                </a:rPr>
                <a:t>according to</a:t>
              </a:r>
              <a:r>
                <a:rPr lang="zh-CN" altLang="en-US" sz="2400">
                  <a:latin typeface="等线" panose="02010600030101010101" pitchFamily="2" charset="-122"/>
                </a:rPr>
                <a:t>一定规</a:t>
              </a:r>
              <a:r>
                <a:rPr lang="en-US" altLang="zh-CN" sz="2400">
                  <a:latin typeface="等线" panose="02010600030101010101" pitchFamily="2" charset="-122"/>
                </a:rPr>
                <a:t>then</a:t>
              </a:r>
              <a:r>
                <a:rPr lang="zh-CN" altLang="en-US" sz="2400">
                  <a:latin typeface="等线" panose="02010600030101010101" pitchFamily="2" charset="-122"/>
                </a:rPr>
                <a:t>入座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6BBE0749-690A-68BC-8B40-BF0AEB0F0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463" y="366713"/>
            <a:ext cx="1154112" cy="600075"/>
          </a:xfrm>
        </p:spPr>
        <p:txBody>
          <a:bodyPr/>
          <a:lstStyle/>
          <a:p>
            <a:r>
              <a:rPr lang="zh-CN" altLang="en-US" sz="2400" b="1">
                <a:latin typeface="等线" panose="02010600030101010101" pitchFamily="2" charset="-122"/>
                <a:ea typeface="等线" panose="02010600030101010101" pitchFamily="2" charset="-122"/>
              </a:rPr>
              <a:t>引</a:t>
            </a:r>
            <a:r>
              <a:rPr lang="en-US" altLang="zh-CN" sz="2400" b="1">
                <a:latin typeface="等线" panose="02010600030101010101" pitchFamily="2" charset="-122"/>
                <a:ea typeface="等线" panose="02010600030101010101" pitchFamily="2" charset="-122"/>
              </a:rPr>
              <a:t>Example2.</a:t>
            </a:r>
            <a:endParaRPr kumimoji="1" lang="zh-CN" altLang="en-US" sz="24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1506" name="图片 149">
            <a:extLst>
              <a:ext uri="{FF2B5EF4-FFF2-40B4-BE49-F238E27FC236}">
                <a16:creationId xmlns:a16="http://schemas.microsoft.com/office/drawing/2014/main" id="{87821C4C-B132-12C6-BDC1-C1E22317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236538"/>
            <a:ext cx="181610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07" name="图片 150">
            <a:extLst>
              <a:ext uri="{FF2B5EF4-FFF2-40B4-BE49-F238E27FC236}">
                <a16:creationId xmlns:a16="http://schemas.microsoft.com/office/drawing/2014/main" id="{F4309E4C-00C9-939C-301C-E03C1EF77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471488"/>
            <a:ext cx="11049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08" name="图片 151">
            <a:extLst>
              <a:ext uri="{FF2B5EF4-FFF2-40B4-BE49-F238E27FC236}">
                <a16:creationId xmlns:a16="http://schemas.microsoft.com/office/drawing/2014/main" id="{A3D7A10A-67C1-0CDC-3588-C087781B0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52438"/>
            <a:ext cx="8763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" name="Text Box 6">
            <a:extLst>
              <a:ext uri="{FF2B5EF4-FFF2-40B4-BE49-F238E27FC236}">
                <a16:creationId xmlns:a16="http://schemas.microsoft.com/office/drawing/2014/main" id="{EFF0C1D1-1D3F-B853-602C-222B6A52C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3940175"/>
            <a:ext cx="1325562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latin typeface="DengXian" panose="02010600030101010101" pitchFamily="2" charset="-122"/>
                <a:ea typeface="DengXian" panose="02010600030101010101" pitchFamily="2" charset="-122"/>
                <a:cs typeface="+mj-cs"/>
              </a:rPr>
              <a:t>引</a:t>
            </a:r>
            <a:r>
              <a:rPr lang="en-US" altLang="zh-CN" sz="2400" b="1">
                <a:latin typeface="DengXian" panose="02010600030101010101" pitchFamily="2" charset="-122"/>
                <a:ea typeface="DengXian" panose="02010600030101010101" pitchFamily="2" charset="-122"/>
                <a:cs typeface="+mj-cs"/>
              </a:rPr>
              <a:t>Example3.</a:t>
            </a:r>
            <a:endParaRPr lang="en-US" altLang="zh-CN" sz="2400" b="1" dirty="0">
              <a:solidFill>
                <a:schemeClr val="tx2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510" name="Line 7">
            <a:extLst>
              <a:ext uri="{FF2B5EF4-FFF2-40B4-BE49-F238E27FC236}">
                <a16:creationId xmlns:a16="http://schemas.microsoft.com/office/drawing/2014/main" id="{C97AB5D1-8607-72E5-9ACE-AFA61FEB7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100" y="642938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511" name="Group 16">
            <a:extLst>
              <a:ext uri="{FF2B5EF4-FFF2-40B4-BE49-F238E27FC236}">
                <a16:creationId xmlns:a16="http://schemas.microsoft.com/office/drawing/2014/main" id="{1B7F53D7-C7EE-C846-0843-C01A266211E5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4738" y="1892"/>
            <a:chExt cx="7896192" cy="5001908"/>
          </a:xfrm>
        </p:grpSpPr>
        <p:pic>
          <p:nvPicPr>
            <p:cNvPr id="21562" name="图片 208">
              <a:extLst>
                <a:ext uri="{FF2B5EF4-FFF2-40B4-BE49-F238E27FC236}">
                  <a16:creationId xmlns:a16="http://schemas.microsoft.com/office/drawing/2014/main" id="{B72EC906-7A7D-ADC7-13C1-EF3C63A29D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150" y="4535488"/>
              <a:ext cx="350780" cy="468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1563" name="Group 18">
              <a:extLst>
                <a:ext uri="{FF2B5EF4-FFF2-40B4-BE49-F238E27FC236}">
                  <a16:creationId xmlns:a16="http://schemas.microsoft.com/office/drawing/2014/main" id="{051DDC02-4405-329B-DD26-56C044CE8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8" y="1892"/>
              <a:ext cx="350" cy="41"/>
              <a:chOff x="4738" y="1892"/>
              <a:chExt cx="350" cy="41"/>
            </a:xfrm>
          </p:grpSpPr>
          <p:sp>
            <p:nvSpPr>
              <p:cNvPr id="21564" name="Line 19">
                <a:extLst>
                  <a:ext uri="{FF2B5EF4-FFF2-40B4-BE49-F238E27FC236}">
                    <a16:creationId xmlns:a16="http://schemas.microsoft.com/office/drawing/2014/main" id="{4AA4BA63-F415-1082-620B-91FC12BBC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2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65" name="Oval 20">
                <a:extLst>
                  <a:ext uri="{FF2B5EF4-FFF2-40B4-BE49-F238E27FC236}">
                    <a16:creationId xmlns:a16="http://schemas.microsoft.com/office/drawing/2014/main" id="{BEEA06F7-67CE-89BF-AD85-A3B0045CB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892"/>
                <a:ext cx="41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21512" name="Group 21">
            <a:extLst>
              <a:ext uri="{FF2B5EF4-FFF2-40B4-BE49-F238E27FC236}">
                <a16:creationId xmlns:a16="http://schemas.microsoft.com/office/drawing/2014/main" id="{9423154A-2B98-70FC-BD39-738433ED98D7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5047" y="1872"/>
            <a:chExt cx="8750016" cy="4957478"/>
          </a:xfrm>
        </p:grpSpPr>
        <p:pic>
          <p:nvPicPr>
            <p:cNvPr id="21560" name="图片 206">
              <a:extLst>
                <a:ext uri="{FF2B5EF4-FFF2-40B4-BE49-F238E27FC236}">
                  <a16:creationId xmlns:a16="http://schemas.microsoft.com/office/drawing/2014/main" id="{AAD302AF-A4E4-9E40-A8FF-0F63A902CD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4762" y="4578350"/>
              <a:ext cx="350301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61" name="Oval 23">
              <a:extLst>
                <a:ext uri="{FF2B5EF4-FFF2-40B4-BE49-F238E27FC236}">
                  <a16:creationId xmlns:a16="http://schemas.microsoft.com/office/drawing/2014/main" id="{B600B8E9-E116-B6C5-8DA4-C07E7A106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872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pic>
        <p:nvPicPr>
          <p:cNvPr id="21513" name="图片 157">
            <a:extLst>
              <a:ext uri="{FF2B5EF4-FFF2-40B4-BE49-F238E27FC236}">
                <a16:creationId xmlns:a16="http://schemas.microsoft.com/office/drawing/2014/main" id="{ADBA929A-79BE-A2DE-DCB1-A9E5FD79A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4002088"/>
            <a:ext cx="3206750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1514" name="图片 158">
            <a:extLst>
              <a:ext uri="{FF2B5EF4-FFF2-40B4-BE49-F238E27FC236}">
                <a16:creationId xmlns:a16="http://schemas.microsoft.com/office/drawing/2014/main" id="{BD83DEE5-ECD1-CB32-1B30-EDDE5AA02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4737100"/>
            <a:ext cx="314325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15" name="Text Box 26">
            <a:extLst>
              <a:ext uri="{FF2B5EF4-FFF2-40B4-BE49-F238E27FC236}">
                <a16:creationId xmlns:a16="http://schemas.microsoft.com/office/drawing/2014/main" id="{7F2338E0-11B3-2CAB-248B-EBB54040C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002088"/>
            <a:ext cx="144623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( point</a:t>
            </a:r>
            <a:r>
              <a:rPr lang="zh-CN" altLang="en-US" sz="2400">
                <a:latin typeface="+mn-ea"/>
              </a:rPr>
              <a:t>集</a:t>
            </a:r>
            <a:r>
              <a:rPr lang="en-US" altLang="zh-CN" sz="2400">
                <a:latin typeface="+mn-ea"/>
              </a:rPr>
              <a:t>)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1516" name="Text Box 27">
            <a:extLst>
              <a:ext uri="{FF2B5EF4-FFF2-40B4-BE49-F238E27FC236}">
                <a16:creationId xmlns:a16="http://schemas.microsoft.com/office/drawing/2014/main" id="{8E6E36B5-EF76-B99B-6B83-B964FAE04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4730750"/>
            <a:ext cx="144623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( point</a:t>
            </a:r>
            <a:r>
              <a:rPr lang="zh-CN" altLang="en-US" sz="2400">
                <a:latin typeface="+mn-ea"/>
              </a:rPr>
              <a:t>集</a:t>
            </a:r>
            <a:r>
              <a:rPr lang="en-US" altLang="zh-CN" sz="2400">
                <a:latin typeface="+mn-ea"/>
              </a:rPr>
              <a:t>)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21517" name="图片 161">
            <a:extLst>
              <a:ext uri="{FF2B5EF4-FFF2-40B4-BE49-F238E27FC236}">
                <a16:creationId xmlns:a16="http://schemas.microsoft.com/office/drawing/2014/main" id="{3BC026B2-8AFC-071D-FD71-CBBCB28D7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5384800"/>
            <a:ext cx="134302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18" name="Line 29">
            <a:extLst>
              <a:ext uri="{FF2B5EF4-FFF2-40B4-BE49-F238E27FC236}">
                <a16:creationId xmlns:a16="http://schemas.microsoft.com/office/drawing/2014/main" id="{DFD64B39-2E0C-CC14-19C0-028B6D277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3638" y="5599113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Text Box 30">
            <a:extLst>
              <a:ext uri="{FF2B5EF4-FFF2-40B4-BE49-F238E27FC236}">
                <a16:creationId xmlns:a16="http://schemas.microsoft.com/office/drawing/2014/main" id="{C8733800-8589-5009-06C9-61D715FBF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5725" y="5695950"/>
            <a:ext cx="173037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+mn-ea"/>
              </a:rPr>
              <a:t>向 </a:t>
            </a:r>
            <a:r>
              <a:rPr lang="en-US" altLang="zh-CN" sz="2400" i="1" dirty="0">
                <a:latin typeface="+mn-ea"/>
              </a:rPr>
              <a:t>y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轴投影</a:t>
            </a:r>
          </a:p>
        </p:txBody>
      </p:sp>
      <p:pic>
        <p:nvPicPr>
          <p:cNvPr id="21520" name="图片 164">
            <a:extLst>
              <a:ext uri="{FF2B5EF4-FFF2-40B4-BE49-F238E27FC236}">
                <a16:creationId xmlns:a16="http://schemas.microsoft.com/office/drawing/2014/main" id="{51F3F4E1-AFE8-27B2-E6DF-B9FE041B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5437188"/>
            <a:ext cx="1809750" cy="43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1521" name="Group 34">
            <a:extLst>
              <a:ext uri="{FF2B5EF4-FFF2-40B4-BE49-F238E27FC236}">
                <a16:creationId xmlns:a16="http://schemas.microsoft.com/office/drawing/2014/main" id="{01B1C6D3-4DCC-61FD-B65E-AC1A212C2317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1844100325"/>
            <a:ext cx="2147483647" cy="2147483647"/>
            <a:chOff x="1518" y="720"/>
            <a:chExt cx="6523107" cy="2731367"/>
          </a:xfrm>
        </p:grpSpPr>
        <p:pic>
          <p:nvPicPr>
            <p:cNvPr id="21555" name="图片 201">
              <a:extLst>
                <a:ext uri="{FF2B5EF4-FFF2-40B4-BE49-F238E27FC236}">
                  <a16:creationId xmlns:a16="http://schemas.microsoft.com/office/drawing/2014/main" id="{114261F3-DC7E-353C-CA11-55A2CB2E2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0838" y="2514599"/>
              <a:ext cx="195263" cy="217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56" name="图片 202">
              <a:extLst>
                <a:ext uri="{FF2B5EF4-FFF2-40B4-BE49-F238E27FC236}">
                  <a16:creationId xmlns:a16="http://schemas.microsoft.com/office/drawing/2014/main" id="{26AC0AD8-1B23-EF78-4A44-4CE21AEAC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0" y="2417762"/>
              <a:ext cx="206375" cy="217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557" name="图片 203">
              <a:extLst>
                <a:ext uri="{FF2B5EF4-FFF2-40B4-BE49-F238E27FC236}">
                  <a16:creationId xmlns:a16="http://schemas.microsoft.com/office/drawing/2014/main" id="{BBA6E963-87CF-B34B-4425-956BB364E2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625" y="1108074"/>
              <a:ext cx="217488" cy="282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58" name="Line 38">
              <a:extLst>
                <a:ext uri="{FF2B5EF4-FFF2-40B4-BE49-F238E27FC236}">
                  <a16:creationId xmlns:a16="http://schemas.microsoft.com/office/drawing/2014/main" id="{37FB7D63-9307-0404-00A9-31E810FB7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1619"/>
              <a:ext cx="2494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Line 39">
              <a:extLst>
                <a:ext uri="{FF2B5EF4-FFF2-40B4-BE49-F238E27FC236}">
                  <a16:creationId xmlns:a16="http://schemas.microsoft.com/office/drawing/2014/main" id="{6976AAB2-395E-F12D-63B1-0486C8A62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720"/>
              <a:ext cx="1" cy="181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22" name="Freeform 40">
            <a:extLst>
              <a:ext uri="{FF2B5EF4-FFF2-40B4-BE49-F238E27FC236}">
                <a16:creationId xmlns:a16="http://schemas.microsoft.com/office/drawing/2014/main" id="{3D34C0A4-F537-3BF0-3950-5CD77D72053B}"/>
              </a:ext>
            </a:extLst>
          </p:cNvPr>
          <p:cNvSpPr>
            <a:spLocks/>
          </p:cNvSpPr>
          <p:nvPr/>
        </p:nvSpPr>
        <p:spPr bwMode="auto">
          <a:xfrm>
            <a:off x="2219325" y="2070100"/>
            <a:ext cx="942975" cy="447675"/>
          </a:xfrm>
          <a:custGeom>
            <a:avLst/>
            <a:gdLst>
              <a:gd name="T0" fmla="*/ 2147483646 w 594"/>
              <a:gd name="T1" fmla="*/ 2147483646 h 282"/>
              <a:gd name="T2" fmla="*/ 2147483646 w 594"/>
              <a:gd name="T3" fmla="*/ 2147483646 h 282"/>
              <a:gd name="T4" fmla="*/ 2147483646 w 594"/>
              <a:gd name="T5" fmla="*/ 2147483646 h 282"/>
              <a:gd name="T6" fmla="*/ 2147483646 w 594"/>
              <a:gd name="T7" fmla="*/ 0 h 282"/>
              <a:gd name="T8" fmla="*/ 2147483646 w 594"/>
              <a:gd name="T9" fmla="*/ 0 h 282"/>
              <a:gd name="T10" fmla="*/ 2147483646 w 594"/>
              <a:gd name="T11" fmla="*/ 0 h 282"/>
              <a:gd name="T12" fmla="*/ 2147483646 w 594"/>
              <a:gd name="T13" fmla="*/ 0 h 282"/>
              <a:gd name="T14" fmla="*/ 2147483646 w 594"/>
              <a:gd name="T15" fmla="*/ 0 h 282"/>
              <a:gd name="T16" fmla="*/ 2147483646 w 594"/>
              <a:gd name="T17" fmla="*/ 2147483646 h 282"/>
              <a:gd name="T18" fmla="*/ 2147483646 w 594"/>
              <a:gd name="T19" fmla="*/ 2147483646 h 282"/>
              <a:gd name="T20" fmla="*/ 2147483646 w 594"/>
              <a:gd name="T21" fmla="*/ 2147483646 h 282"/>
              <a:gd name="T22" fmla="*/ 2147483646 w 594"/>
              <a:gd name="T23" fmla="*/ 2147483646 h 282"/>
              <a:gd name="T24" fmla="*/ 2147483646 w 594"/>
              <a:gd name="T25" fmla="*/ 2147483646 h 282"/>
              <a:gd name="T26" fmla="*/ 2147483646 w 594"/>
              <a:gd name="T27" fmla="*/ 2147483646 h 282"/>
              <a:gd name="T28" fmla="*/ 2147483646 w 594"/>
              <a:gd name="T29" fmla="*/ 2147483646 h 282"/>
              <a:gd name="T30" fmla="*/ 2147483646 w 594"/>
              <a:gd name="T31" fmla="*/ 2147483646 h 282"/>
              <a:gd name="T32" fmla="*/ 2147483646 w 594"/>
              <a:gd name="T33" fmla="*/ 2147483646 h 282"/>
              <a:gd name="T34" fmla="*/ 2147483646 w 594"/>
              <a:gd name="T35" fmla="*/ 2147483646 h 282"/>
              <a:gd name="T36" fmla="*/ 2147483646 w 594"/>
              <a:gd name="T37" fmla="*/ 2147483646 h 282"/>
              <a:gd name="T38" fmla="*/ 2147483646 w 594"/>
              <a:gd name="T39" fmla="*/ 2147483646 h 282"/>
              <a:gd name="T40" fmla="*/ 2147483646 w 594"/>
              <a:gd name="T41" fmla="*/ 2147483646 h 282"/>
              <a:gd name="T42" fmla="*/ 2147483646 w 594"/>
              <a:gd name="T43" fmla="*/ 2147483646 h 282"/>
              <a:gd name="T44" fmla="*/ 2147483646 w 594"/>
              <a:gd name="T45" fmla="*/ 2147483646 h 282"/>
              <a:gd name="T46" fmla="*/ 2147483646 w 594"/>
              <a:gd name="T47" fmla="*/ 2147483646 h 282"/>
              <a:gd name="T48" fmla="*/ 2147483646 w 594"/>
              <a:gd name="T49" fmla="*/ 2147483646 h 282"/>
              <a:gd name="T50" fmla="*/ 2147483646 w 594"/>
              <a:gd name="T51" fmla="*/ 2147483646 h 282"/>
              <a:gd name="T52" fmla="*/ 2147483646 w 594"/>
              <a:gd name="T53" fmla="*/ 2147483646 h 282"/>
              <a:gd name="T54" fmla="*/ 2147483646 w 594"/>
              <a:gd name="T55" fmla="*/ 2147483646 h 282"/>
              <a:gd name="T56" fmla="*/ 2147483646 w 594"/>
              <a:gd name="T57" fmla="*/ 2147483646 h 282"/>
              <a:gd name="T58" fmla="*/ 2147483646 w 594"/>
              <a:gd name="T59" fmla="*/ 2147483646 h 282"/>
              <a:gd name="T60" fmla="*/ 2147483646 w 594"/>
              <a:gd name="T61" fmla="*/ 2147483646 h 282"/>
              <a:gd name="T62" fmla="*/ 2147483646 w 594"/>
              <a:gd name="T63" fmla="*/ 2147483646 h 282"/>
              <a:gd name="T64" fmla="*/ 2147483646 w 594"/>
              <a:gd name="T65" fmla="*/ 2147483646 h 282"/>
              <a:gd name="T66" fmla="*/ 2147483646 w 594"/>
              <a:gd name="T67" fmla="*/ 2147483646 h 282"/>
              <a:gd name="T68" fmla="*/ 2147483646 w 594"/>
              <a:gd name="T69" fmla="*/ 2147483646 h 282"/>
              <a:gd name="T70" fmla="*/ 2147483646 w 594"/>
              <a:gd name="T71" fmla="*/ 2147483646 h 282"/>
              <a:gd name="T72" fmla="*/ 2147483646 w 594"/>
              <a:gd name="T73" fmla="*/ 2147483646 h 282"/>
              <a:gd name="T74" fmla="*/ 2147483646 w 594"/>
              <a:gd name="T75" fmla="*/ 2147483646 h 282"/>
              <a:gd name="T76" fmla="*/ 2147483646 w 594"/>
              <a:gd name="T77" fmla="*/ 2147483646 h 282"/>
              <a:gd name="T78" fmla="*/ 2147483646 w 594"/>
              <a:gd name="T79" fmla="*/ 2147483646 h 282"/>
              <a:gd name="T80" fmla="*/ 2147483646 w 594"/>
              <a:gd name="T81" fmla="*/ 2147483646 h 282"/>
              <a:gd name="T82" fmla="*/ 2147483646 w 594"/>
              <a:gd name="T83" fmla="*/ 2147483646 h 282"/>
              <a:gd name="T84" fmla="*/ 2147483646 w 594"/>
              <a:gd name="T85" fmla="*/ 2147483646 h 282"/>
              <a:gd name="T86" fmla="*/ 2147483646 w 594"/>
              <a:gd name="T87" fmla="*/ 2147483646 h 282"/>
              <a:gd name="T88" fmla="*/ 2147483646 w 594"/>
              <a:gd name="T89" fmla="*/ 2147483646 h 282"/>
              <a:gd name="T90" fmla="*/ 2147483646 w 594"/>
              <a:gd name="T91" fmla="*/ 2147483646 h 282"/>
              <a:gd name="T92" fmla="*/ 2147483646 w 594"/>
              <a:gd name="T93" fmla="*/ 2147483646 h 282"/>
              <a:gd name="T94" fmla="*/ 2147483646 w 594"/>
              <a:gd name="T95" fmla="*/ 2147483646 h 282"/>
              <a:gd name="T96" fmla="*/ 2147483646 w 594"/>
              <a:gd name="T97" fmla="*/ 2147483646 h 282"/>
              <a:gd name="T98" fmla="*/ 2147483646 w 594"/>
              <a:gd name="T99" fmla="*/ 2147483646 h 282"/>
              <a:gd name="T100" fmla="*/ 2147483646 w 594"/>
              <a:gd name="T101" fmla="*/ 2147483646 h 28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282">
                <a:moveTo>
                  <a:pt x="0" y="12"/>
                </a:moveTo>
                <a:lnTo>
                  <a:pt x="0" y="6"/>
                </a:lnTo>
                <a:lnTo>
                  <a:pt x="6" y="6"/>
                </a:lnTo>
                <a:lnTo>
                  <a:pt x="12" y="6"/>
                </a:lnTo>
                <a:lnTo>
                  <a:pt x="18" y="6"/>
                </a:lnTo>
                <a:lnTo>
                  <a:pt x="24" y="6"/>
                </a:lnTo>
                <a:lnTo>
                  <a:pt x="30" y="6"/>
                </a:lnTo>
                <a:lnTo>
                  <a:pt x="36" y="6"/>
                </a:lnTo>
                <a:lnTo>
                  <a:pt x="42" y="6"/>
                </a:lnTo>
                <a:lnTo>
                  <a:pt x="42" y="0"/>
                </a:lnTo>
                <a:lnTo>
                  <a:pt x="48" y="0"/>
                </a:lnTo>
                <a:lnTo>
                  <a:pt x="54" y="0"/>
                </a:lnTo>
                <a:lnTo>
                  <a:pt x="60" y="0"/>
                </a:lnTo>
                <a:lnTo>
                  <a:pt x="66" y="0"/>
                </a:lnTo>
                <a:lnTo>
                  <a:pt x="72" y="0"/>
                </a:lnTo>
                <a:lnTo>
                  <a:pt x="78" y="0"/>
                </a:lnTo>
                <a:lnTo>
                  <a:pt x="84" y="0"/>
                </a:lnTo>
                <a:lnTo>
                  <a:pt x="90" y="0"/>
                </a:lnTo>
                <a:lnTo>
                  <a:pt x="90" y="6"/>
                </a:lnTo>
                <a:lnTo>
                  <a:pt x="96" y="6"/>
                </a:lnTo>
                <a:lnTo>
                  <a:pt x="102" y="6"/>
                </a:lnTo>
                <a:lnTo>
                  <a:pt x="108" y="6"/>
                </a:lnTo>
                <a:lnTo>
                  <a:pt x="114" y="6"/>
                </a:lnTo>
                <a:lnTo>
                  <a:pt x="120" y="6"/>
                </a:lnTo>
                <a:lnTo>
                  <a:pt x="126" y="6"/>
                </a:lnTo>
                <a:lnTo>
                  <a:pt x="132" y="6"/>
                </a:lnTo>
                <a:lnTo>
                  <a:pt x="132" y="12"/>
                </a:lnTo>
                <a:lnTo>
                  <a:pt x="138" y="12"/>
                </a:lnTo>
                <a:lnTo>
                  <a:pt x="144" y="12"/>
                </a:lnTo>
                <a:lnTo>
                  <a:pt x="150" y="12"/>
                </a:lnTo>
                <a:lnTo>
                  <a:pt x="156" y="12"/>
                </a:lnTo>
                <a:lnTo>
                  <a:pt x="156" y="18"/>
                </a:lnTo>
                <a:lnTo>
                  <a:pt x="162" y="18"/>
                </a:lnTo>
                <a:lnTo>
                  <a:pt x="168" y="18"/>
                </a:lnTo>
                <a:lnTo>
                  <a:pt x="174" y="18"/>
                </a:lnTo>
                <a:lnTo>
                  <a:pt x="180" y="24"/>
                </a:lnTo>
                <a:lnTo>
                  <a:pt x="186" y="24"/>
                </a:lnTo>
                <a:lnTo>
                  <a:pt x="192" y="24"/>
                </a:lnTo>
                <a:lnTo>
                  <a:pt x="198" y="30"/>
                </a:lnTo>
                <a:lnTo>
                  <a:pt x="204" y="30"/>
                </a:lnTo>
                <a:lnTo>
                  <a:pt x="210" y="36"/>
                </a:lnTo>
                <a:lnTo>
                  <a:pt x="216" y="36"/>
                </a:lnTo>
                <a:lnTo>
                  <a:pt x="222" y="36"/>
                </a:lnTo>
                <a:lnTo>
                  <a:pt x="222" y="42"/>
                </a:lnTo>
                <a:lnTo>
                  <a:pt x="228" y="42"/>
                </a:lnTo>
                <a:lnTo>
                  <a:pt x="234" y="42"/>
                </a:lnTo>
                <a:lnTo>
                  <a:pt x="234" y="48"/>
                </a:lnTo>
                <a:lnTo>
                  <a:pt x="240" y="48"/>
                </a:lnTo>
                <a:lnTo>
                  <a:pt x="246" y="48"/>
                </a:lnTo>
                <a:lnTo>
                  <a:pt x="246" y="54"/>
                </a:lnTo>
                <a:lnTo>
                  <a:pt x="252" y="54"/>
                </a:lnTo>
                <a:lnTo>
                  <a:pt x="258" y="54"/>
                </a:lnTo>
                <a:lnTo>
                  <a:pt x="258" y="60"/>
                </a:lnTo>
                <a:lnTo>
                  <a:pt x="264" y="60"/>
                </a:lnTo>
                <a:lnTo>
                  <a:pt x="270" y="60"/>
                </a:lnTo>
                <a:lnTo>
                  <a:pt x="270" y="66"/>
                </a:lnTo>
                <a:lnTo>
                  <a:pt x="276" y="66"/>
                </a:lnTo>
                <a:lnTo>
                  <a:pt x="282" y="72"/>
                </a:lnTo>
                <a:lnTo>
                  <a:pt x="288" y="72"/>
                </a:lnTo>
                <a:lnTo>
                  <a:pt x="288" y="78"/>
                </a:lnTo>
                <a:lnTo>
                  <a:pt x="294" y="78"/>
                </a:lnTo>
                <a:lnTo>
                  <a:pt x="300" y="78"/>
                </a:lnTo>
                <a:lnTo>
                  <a:pt x="300" y="84"/>
                </a:lnTo>
                <a:lnTo>
                  <a:pt x="306" y="84"/>
                </a:lnTo>
                <a:lnTo>
                  <a:pt x="306" y="90"/>
                </a:lnTo>
                <a:lnTo>
                  <a:pt x="312" y="90"/>
                </a:lnTo>
                <a:lnTo>
                  <a:pt x="318" y="90"/>
                </a:lnTo>
                <a:lnTo>
                  <a:pt x="318" y="96"/>
                </a:lnTo>
                <a:lnTo>
                  <a:pt x="324" y="96"/>
                </a:lnTo>
                <a:lnTo>
                  <a:pt x="330" y="102"/>
                </a:lnTo>
                <a:lnTo>
                  <a:pt x="336" y="102"/>
                </a:lnTo>
                <a:lnTo>
                  <a:pt x="336" y="108"/>
                </a:lnTo>
                <a:lnTo>
                  <a:pt x="342" y="108"/>
                </a:lnTo>
                <a:lnTo>
                  <a:pt x="348" y="114"/>
                </a:lnTo>
                <a:lnTo>
                  <a:pt x="354" y="114"/>
                </a:lnTo>
                <a:lnTo>
                  <a:pt x="354" y="120"/>
                </a:lnTo>
                <a:lnTo>
                  <a:pt x="360" y="120"/>
                </a:lnTo>
                <a:lnTo>
                  <a:pt x="360" y="126"/>
                </a:lnTo>
                <a:lnTo>
                  <a:pt x="366" y="126"/>
                </a:lnTo>
                <a:lnTo>
                  <a:pt x="372" y="126"/>
                </a:lnTo>
                <a:lnTo>
                  <a:pt x="372" y="132"/>
                </a:lnTo>
                <a:lnTo>
                  <a:pt x="378" y="132"/>
                </a:lnTo>
                <a:lnTo>
                  <a:pt x="378" y="138"/>
                </a:lnTo>
                <a:lnTo>
                  <a:pt x="384" y="138"/>
                </a:lnTo>
                <a:lnTo>
                  <a:pt x="390" y="144"/>
                </a:lnTo>
                <a:lnTo>
                  <a:pt x="396" y="144"/>
                </a:lnTo>
                <a:lnTo>
                  <a:pt x="396" y="150"/>
                </a:lnTo>
                <a:lnTo>
                  <a:pt x="402" y="150"/>
                </a:lnTo>
                <a:lnTo>
                  <a:pt x="402" y="156"/>
                </a:lnTo>
                <a:lnTo>
                  <a:pt x="408" y="156"/>
                </a:lnTo>
                <a:lnTo>
                  <a:pt x="414" y="162"/>
                </a:lnTo>
                <a:lnTo>
                  <a:pt x="420" y="162"/>
                </a:lnTo>
                <a:lnTo>
                  <a:pt x="420" y="168"/>
                </a:lnTo>
                <a:lnTo>
                  <a:pt x="426" y="168"/>
                </a:lnTo>
                <a:lnTo>
                  <a:pt x="432" y="174"/>
                </a:lnTo>
                <a:lnTo>
                  <a:pt x="438" y="180"/>
                </a:lnTo>
                <a:lnTo>
                  <a:pt x="444" y="180"/>
                </a:lnTo>
                <a:lnTo>
                  <a:pt x="444" y="186"/>
                </a:lnTo>
                <a:lnTo>
                  <a:pt x="450" y="186"/>
                </a:lnTo>
                <a:lnTo>
                  <a:pt x="450" y="192"/>
                </a:lnTo>
                <a:lnTo>
                  <a:pt x="456" y="192"/>
                </a:lnTo>
                <a:lnTo>
                  <a:pt x="462" y="192"/>
                </a:lnTo>
                <a:lnTo>
                  <a:pt x="462" y="198"/>
                </a:lnTo>
                <a:lnTo>
                  <a:pt x="468" y="198"/>
                </a:lnTo>
                <a:lnTo>
                  <a:pt x="468" y="204"/>
                </a:lnTo>
                <a:lnTo>
                  <a:pt x="474" y="204"/>
                </a:lnTo>
                <a:lnTo>
                  <a:pt x="480" y="210"/>
                </a:lnTo>
                <a:lnTo>
                  <a:pt x="486" y="216"/>
                </a:lnTo>
                <a:lnTo>
                  <a:pt x="492" y="216"/>
                </a:lnTo>
                <a:lnTo>
                  <a:pt x="492" y="222"/>
                </a:lnTo>
                <a:lnTo>
                  <a:pt x="498" y="222"/>
                </a:lnTo>
                <a:lnTo>
                  <a:pt x="504" y="228"/>
                </a:lnTo>
                <a:lnTo>
                  <a:pt x="510" y="228"/>
                </a:lnTo>
                <a:lnTo>
                  <a:pt x="510" y="234"/>
                </a:lnTo>
                <a:lnTo>
                  <a:pt x="516" y="234"/>
                </a:lnTo>
                <a:lnTo>
                  <a:pt x="522" y="240"/>
                </a:lnTo>
                <a:lnTo>
                  <a:pt x="528" y="240"/>
                </a:lnTo>
                <a:lnTo>
                  <a:pt x="528" y="246"/>
                </a:lnTo>
                <a:lnTo>
                  <a:pt x="534" y="246"/>
                </a:lnTo>
                <a:lnTo>
                  <a:pt x="534" y="252"/>
                </a:lnTo>
                <a:lnTo>
                  <a:pt x="540" y="252"/>
                </a:lnTo>
                <a:lnTo>
                  <a:pt x="546" y="252"/>
                </a:lnTo>
                <a:lnTo>
                  <a:pt x="546" y="258"/>
                </a:lnTo>
                <a:lnTo>
                  <a:pt x="552" y="258"/>
                </a:lnTo>
                <a:lnTo>
                  <a:pt x="552" y="264"/>
                </a:lnTo>
                <a:lnTo>
                  <a:pt x="558" y="264"/>
                </a:lnTo>
                <a:lnTo>
                  <a:pt x="564" y="264"/>
                </a:lnTo>
                <a:lnTo>
                  <a:pt x="564" y="270"/>
                </a:lnTo>
                <a:lnTo>
                  <a:pt x="570" y="270"/>
                </a:lnTo>
                <a:lnTo>
                  <a:pt x="576" y="270"/>
                </a:lnTo>
                <a:lnTo>
                  <a:pt x="576" y="276"/>
                </a:lnTo>
                <a:lnTo>
                  <a:pt x="582" y="276"/>
                </a:lnTo>
                <a:lnTo>
                  <a:pt x="588" y="282"/>
                </a:lnTo>
                <a:lnTo>
                  <a:pt x="594" y="282"/>
                </a:lnTo>
              </a:path>
            </a:pathLst>
          </a:custGeom>
          <a:noFill/>
          <a:ln w="952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Freeform 41">
            <a:extLst>
              <a:ext uri="{FF2B5EF4-FFF2-40B4-BE49-F238E27FC236}">
                <a16:creationId xmlns:a16="http://schemas.microsoft.com/office/drawing/2014/main" id="{6898A451-0581-4ABB-C46F-911ED632634E}"/>
              </a:ext>
            </a:extLst>
          </p:cNvPr>
          <p:cNvSpPr>
            <a:spLocks/>
          </p:cNvSpPr>
          <p:nvPr/>
        </p:nvSpPr>
        <p:spPr bwMode="auto">
          <a:xfrm>
            <a:off x="3162300" y="2317750"/>
            <a:ext cx="933450" cy="304800"/>
          </a:xfrm>
          <a:custGeom>
            <a:avLst/>
            <a:gdLst>
              <a:gd name="T0" fmla="*/ 2147483646 w 588"/>
              <a:gd name="T1" fmla="*/ 2147483646 h 192"/>
              <a:gd name="T2" fmla="*/ 2147483646 w 588"/>
              <a:gd name="T3" fmla="*/ 2147483646 h 192"/>
              <a:gd name="T4" fmla="*/ 2147483646 w 588"/>
              <a:gd name="T5" fmla="*/ 2147483646 h 192"/>
              <a:gd name="T6" fmla="*/ 2147483646 w 588"/>
              <a:gd name="T7" fmla="*/ 2147483646 h 192"/>
              <a:gd name="T8" fmla="*/ 2147483646 w 588"/>
              <a:gd name="T9" fmla="*/ 2147483646 h 192"/>
              <a:gd name="T10" fmla="*/ 2147483646 w 588"/>
              <a:gd name="T11" fmla="*/ 2147483646 h 192"/>
              <a:gd name="T12" fmla="*/ 2147483646 w 588"/>
              <a:gd name="T13" fmla="*/ 2147483646 h 192"/>
              <a:gd name="T14" fmla="*/ 2147483646 w 588"/>
              <a:gd name="T15" fmla="*/ 2147483646 h 192"/>
              <a:gd name="T16" fmla="*/ 2147483646 w 588"/>
              <a:gd name="T17" fmla="*/ 2147483646 h 192"/>
              <a:gd name="T18" fmla="*/ 2147483646 w 588"/>
              <a:gd name="T19" fmla="*/ 2147483646 h 192"/>
              <a:gd name="T20" fmla="*/ 2147483646 w 588"/>
              <a:gd name="T21" fmla="*/ 2147483646 h 192"/>
              <a:gd name="T22" fmla="*/ 2147483646 w 588"/>
              <a:gd name="T23" fmla="*/ 2147483646 h 192"/>
              <a:gd name="T24" fmla="*/ 2147483646 w 588"/>
              <a:gd name="T25" fmla="*/ 2147483646 h 192"/>
              <a:gd name="T26" fmla="*/ 2147483646 w 588"/>
              <a:gd name="T27" fmla="*/ 2147483646 h 192"/>
              <a:gd name="T28" fmla="*/ 2147483646 w 588"/>
              <a:gd name="T29" fmla="*/ 2147483646 h 192"/>
              <a:gd name="T30" fmla="*/ 2147483646 w 588"/>
              <a:gd name="T31" fmla="*/ 2147483646 h 192"/>
              <a:gd name="T32" fmla="*/ 2147483646 w 588"/>
              <a:gd name="T33" fmla="*/ 2147483646 h 192"/>
              <a:gd name="T34" fmla="*/ 2147483646 w 588"/>
              <a:gd name="T35" fmla="*/ 2147483646 h 192"/>
              <a:gd name="T36" fmla="*/ 2147483646 w 588"/>
              <a:gd name="T37" fmla="*/ 2147483646 h 192"/>
              <a:gd name="T38" fmla="*/ 2147483646 w 588"/>
              <a:gd name="T39" fmla="*/ 2147483646 h 192"/>
              <a:gd name="T40" fmla="*/ 2147483646 w 588"/>
              <a:gd name="T41" fmla="*/ 2147483646 h 192"/>
              <a:gd name="T42" fmla="*/ 2147483646 w 588"/>
              <a:gd name="T43" fmla="*/ 2147483646 h 192"/>
              <a:gd name="T44" fmla="*/ 2147483646 w 588"/>
              <a:gd name="T45" fmla="*/ 2147483646 h 192"/>
              <a:gd name="T46" fmla="*/ 2147483646 w 588"/>
              <a:gd name="T47" fmla="*/ 2147483646 h 192"/>
              <a:gd name="T48" fmla="*/ 2147483646 w 588"/>
              <a:gd name="T49" fmla="*/ 2147483646 h 192"/>
              <a:gd name="T50" fmla="*/ 2147483646 w 588"/>
              <a:gd name="T51" fmla="*/ 2147483646 h 192"/>
              <a:gd name="T52" fmla="*/ 2147483646 w 588"/>
              <a:gd name="T53" fmla="*/ 2147483646 h 192"/>
              <a:gd name="T54" fmla="*/ 2147483646 w 588"/>
              <a:gd name="T55" fmla="*/ 2147483646 h 192"/>
              <a:gd name="T56" fmla="*/ 2147483646 w 588"/>
              <a:gd name="T57" fmla="*/ 2147483646 h 192"/>
              <a:gd name="T58" fmla="*/ 2147483646 w 588"/>
              <a:gd name="T59" fmla="*/ 2147483646 h 192"/>
              <a:gd name="T60" fmla="*/ 2147483646 w 588"/>
              <a:gd name="T61" fmla="*/ 2147483646 h 192"/>
              <a:gd name="T62" fmla="*/ 2147483646 w 588"/>
              <a:gd name="T63" fmla="*/ 2147483646 h 192"/>
              <a:gd name="T64" fmla="*/ 2147483646 w 588"/>
              <a:gd name="T65" fmla="*/ 2147483646 h 192"/>
              <a:gd name="T66" fmla="*/ 2147483646 w 588"/>
              <a:gd name="T67" fmla="*/ 2147483646 h 192"/>
              <a:gd name="T68" fmla="*/ 2147483646 w 588"/>
              <a:gd name="T69" fmla="*/ 2147483646 h 192"/>
              <a:gd name="T70" fmla="*/ 2147483646 w 588"/>
              <a:gd name="T71" fmla="*/ 2147483646 h 192"/>
              <a:gd name="T72" fmla="*/ 2147483646 w 588"/>
              <a:gd name="T73" fmla="*/ 2147483646 h 192"/>
              <a:gd name="T74" fmla="*/ 2147483646 w 588"/>
              <a:gd name="T75" fmla="*/ 2147483646 h 192"/>
              <a:gd name="T76" fmla="*/ 2147483646 w 588"/>
              <a:gd name="T77" fmla="*/ 2147483646 h 192"/>
              <a:gd name="T78" fmla="*/ 2147483646 w 588"/>
              <a:gd name="T79" fmla="*/ 2147483646 h 192"/>
              <a:gd name="T80" fmla="*/ 2147483646 w 588"/>
              <a:gd name="T81" fmla="*/ 2147483646 h 192"/>
              <a:gd name="T82" fmla="*/ 2147483646 w 588"/>
              <a:gd name="T83" fmla="*/ 2147483646 h 192"/>
              <a:gd name="T84" fmla="*/ 2147483646 w 588"/>
              <a:gd name="T85" fmla="*/ 2147483646 h 192"/>
              <a:gd name="T86" fmla="*/ 2147483646 w 588"/>
              <a:gd name="T87" fmla="*/ 2147483646 h 192"/>
              <a:gd name="T88" fmla="*/ 2147483646 w 588"/>
              <a:gd name="T89" fmla="*/ 2147483646 h 192"/>
              <a:gd name="T90" fmla="*/ 2147483646 w 588"/>
              <a:gd name="T91" fmla="*/ 2147483646 h 192"/>
              <a:gd name="T92" fmla="*/ 2147483646 w 588"/>
              <a:gd name="T93" fmla="*/ 2147483646 h 192"/>
              <a:gd name="T94" fmla="*/ 2147483646 w 588"/>
              <a:gd name="T95" fmla="*/ 2147483646 h 192"/>
              <a:gd name="T96" fmla="*/ 2147483646 w 588"/>
              <a:gd name="T97" fmla="*/ 2147483646 h 192"/>
              <a:gd name="T98" fmla="*/ 2147483646 w 588"/>
              <a:gd name="T99" fmla="*/ 2147483646 h 192"/>
              <a:gd name="T100" fmla="*/ 2147483646 w 588"/>
              <a:gd name="T101" fmla="*/ 0 h 19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88" h="192">
                <a:moveTo>
                  <a:pt x="0" y="126"/>
                </a:moveTo>
                <a:lnTo>
                  <a:pt x="0" y="132"/>
                </a:lnTo>
                <a:lnTo>
                  <a:pt x="6" y="132"/>
                </a:lnTo>
                <a:lnTo>
                  <a:pt x="12" y="132"/>
                </a:lnTo>
                <a:lnTo>
                  <a:pt x="12" y="138"/>
                </a:lnTo>
                <a:lnTo>
                  <a:pt x="18" y="138"/>
                </a:lnTo>
                <a:lnTo>
                  <a:pt x="24" y="138"/>
                </a:lnTo>
                <a:lnTo>
                  <a:pt x="24" y="144"/>
                </a:lnTo>
                <a:lnTo>
                  <a:pt x="30" y="144"/>
                </a:lnTo>
                <a:lnTo>
                  <a:pt x="36" y="150"/>
                </a:lnTo>
                <a:lnTo>
                  <a:pt x="42" y="150"/>
                </a:lnTo>
                <a:lnTo>
                  <a:pt x="48" y="150"/>
                </a:lnTo>
                <a:lnTo>
                  <a:pt x="48" y="156"/>
                </a:lnTo>
                <a:lnTo>
                  <a:pt x="54" y="156"/>
                </a:lnTo>
                <a:lnTo>
                  <a:pt x="60" y="156"/>
                </a:lnTo>
                <a:lnTo>
                  <a:pt x="60" y="162"/>
                </a:lnTo>
                <a:lnTo>
                  <a:pt x="66" y="162"/>
                </a:lnTo>
                <a:lnTo>
                  <a:pt x="72" y="162"/>
                </a:lnTo>
                <a:lnTo>
                  <a:pt x="78" y="168"/>
                </a:lnTo>
                <a:lnTo>
                  <a:pt x="84" y="168"/>
                </a:lnTo>
                <a:lnTo>
                  <a:pt x="90" y="168"/>
                </a:lnTo>
                <a:lnTo>
                  <a:pt x="96" y="174"/>
                </a:lnTo>
                <a:lnTo>
                  <a:pt x="102" y="174"/>
                </a:lnTo>
                <a:lnTo>
                  <a:pt x="108" y="174"/>
                </a:lnTo>
                <a:lnTo>
                  <a:pt x="114" y="180"/>
                </a:lnTo>
                <a:lnTo>
                  <a:pt x="120" y="180"/>
                </a:lnTo>
                <a:lnTo>
                  <a:pt x="126" y="180"/>
                </a:lnTo>
                <a:lnTo>
                  <a:pt x="132" y="180"/>
                </a:lnTo>
                <a:lnTo>
                  <a:pt x="138" y="180"/>
                </a:lnTo>
                <a:lnTo>
                  <a:pt x="138" y="186"/>
                </a:lnTo>
                <a:lnTo>
                  <a:pt x="144" y="186"/>
                </a:lnTo>
                <a:lnTo>
                  <a:pt x="150" y="186"/>
                </a:lnTo>
                <a:lnTo>
                  <a:pt x="156" y="186"/>
                </a:lnTo>
                <a:lnTo>
                  <a:pt x="162" y="186"/>
                </a:lnTo>
                <a:lnTo>
                  <a:pt x="168" y="186"/>
                </a:lnTo>
                <a:lnTo>
                  <a:pt x="174" y="186"/>
                </a:lnTo>
                <a:lnTo>
                  <a:pt x="180" y="192"/>
                </a:lnTo>
                <a:lnTo>
                  <a:pt x="186" y="192"/>
                </a:lnTo>
                <a:lnTo>
                  <a:pt x="192" y="192"/>
                </a:lnTo>
                <a:lnTo>
                  <a:pt x="198" y="192"/>
                </a:lnTo>
                <a:lnTo>
                  <a:pt x="204" y="192"/>
                </a:lnTo>
                <a:lnTo>
                  <a:pt x="210" y="192"/>
                </a:lnTo>
                <a:lnTo>
                  <a:pt x="216" y="192"/>
                </a:lnTo>
                <a:lnTo>
                  <a:pt x="222" y="192"/>
                </a:lnTo>
                <a:lnTo>
                  <a:pt x="228" y="192"/>
                </a:lnTo>
                <a:lnTo>
                  <a:pt x="228" y="186"/>
                </a:lnTo>
                <a:lnTo>
                  <a:pt x="234" y="186"/>
                </a:lnTo>
                <a:lnTo>
                  <a:pt x="240" y="186"/>
                </a:lnTo>
                <a:lnTo>
                  <a:pt x="246" y="186"/>
                </a:lnTo>
                <a:lnTo>
                  <a:pt x="252" y="186"/>
                </a:lnTo>
                <a:lnTo>
                  <a:pt x="258" y="186"/>
                </a:lnTo>
                <a:lnTo>
                  <a:pt x="264" y="186"/>
                </a:lnTo>
                <a:lnTo>
                  <a:pt x="270" y="186"/>
                </a:lnTo>
                <a:lnTo>
                  <a:pt x="270" y="180"/>
                </a:lnTo>
                <a:lnTo>
                  <a:pt x="276" y="180"/>
                </a:lnTo>
                <a:lnTo>
                  <a:pt x="282" y="180"/>
                </a:lnTo>
                <a:lnTo>
                  <a:pt x="288" y="180"/>
                </a:lnTo>
                <a:lnTo>
                  <a:pt x="294" y="180"/>
                </a:lnTo>
                <a:lnTo>
                  <a:pt x="294" y="174"/>
                </a:lnTo>
                <a:lnTo>
                  <a:pt x="300" y="174"/>
                </a:lnTo>
                <a:lnTo>
                  <a:pt x="306" y="174"/>
                </a:lnTo>
                <a:lnTo>
                  <a:pt x="312" y="174"/>
                </a:lnTo>
                <a:lnTo>
                  <a:pt x="312" y="168"/>
                </a:lnTo>
                <a:lnTo>
                  <a:pt x="318" y="168"/>
                </a:lnTo>
                <a:lnTo>
                  <a:pt x="324" y="168"/>
                </a:lnTo>
                <a:lnTo>
                  <a:pt x="330" y="168"/>
                </a:lnTo>
                <a:lnTo>
                  <a:pt x="330" y="162"/>
                </a:lnTo>
                <a:lnTo>
                  <a:pt x="336" y="162"/>
                </a:lnTo>
                <a:lnTo>
                  <a:pt x="342" y="162"/>
                </a:lnTo>
                <a:lnTo>
                  <a:pt x="342" y="156"/>
                </a:lnTo>
                <a:lnTo>
                  <a:pt x="348" y="156"/>
                </a:lnTo>
                <a:lnTo>
                  <a:pt x="354" y="156"/>
                </a:lnTo>
                <a:lnTo>
                  <a:pt x="360" y="150"/>
                </a:lnTo>
                <a:lnTo>
                  <a:pt x="366" y="150"/>
                </a:lnTo>
                <a:lnTo>
                  <a:pt x="372" y="150"/>
                </a:lnTo>
                <a:lnTo>
                  <a:pt x="372" y="144"/>
                </a:lnTo>
                <a:lnTo>
                  <a:pt x="378" y="144"/>
                </a:lnTo>
                <a:lnTo>
                  <a:pt x="384" y="144"/>
                </a:lnTo>
                <a:lnTo>
                  <a:pt x="384" y="138"/>
                </a:lnTo>
                <a:lnTo>
                  <a:pt x="390" y="138"/>
                </a:lnTo>
                <a:lnTo>
                  <a:pt x="396" y="132"/>
                </a:lnTo>
                <a:lnTo>
                  <a:pt x="402" y="132"/>
                </a:lnTo>
                <a:lnTo>
                  <a:pt x="402" y="126"/>
                </a:lnTo>
                <a:lnTo>
                  <a:pt x="408" y="126"/>
                </a:lnTo>
                <a:lnTo>
                  <a:pt x="414" y="126"/>
                </a:lnTo>
                <a:lnTo>
                  <a:pt x="414" y="120"/>
                </a:lnTo>
                <a:lnTo>
                  <a:pt x="420" y="120"/>
                </a:lnTo>
                <a:lnTo>
                  <a:pt x="426" y="120"/>
                </a:lnTo>
                <a:lnTo>
                  <a:pt x="426" y="114"/>
                </a:lnTo>
                <a:lnTo>
                  <a:pt x="432" y="114"/>
                </a:lnTo>
                <a:lnTo>
                  <a:pt x="432" y="108"/>
                </a:lnTo>
                <a:lnTo>
                  <a:pt x="438" y="108"/>
                </a:lnTo>
                <a:lnTo>
                  <a:pt x="444" y="108"/>
                </a:lnTo>
                <a:lnTo>
                  <a:pt x="444" y="102"/>
                </a:lnTo>
                <a:lnTo>
                  <a:pt x="450" y="102"/>
                </a:lnTo>
                <a:lnTo>
                  <a:pt x="456" y="96"/>
                </a:lnTo>
                <a:lnTo>
                  <a:pt x="462" y="96"/>
                </a:lnTo>
                <a:lnTo>
                  <a:pt x="462" y="90"/>
                </a:lnTo>
                <a:lnTo>
                  <a:pt x="468" y="90"/>
                </a:lnTo>
                <a:lnTo>
                  <a:pt x="474" y="84"/>
                </a:lnTo>
                <a:lnTo>
                  <a:pt x="480" y="84"/>
                </a:lnTo>
                <a:lnTo>
                  <a:pt x="480" y="78"/>
                </a:lnTo>
                <a:lnTo>
                  <a:pt x="486" y="78"/>
                </a:lnTo>
                <a:lnTo>
                  <a:pt x="492" y="72"/>
                </a:lnTo>
                <a:lnTo>
                  <a:pt x="498" y="72"/>
                </a:lnTo>
                <a:lnTo>
                  <a:pt x="498" y="66"/>
                </a:lnTo>
                <a:lnTo>
                  <a:pt x="504" y="66"/>
                </a:lnTo>
                <a:lnTo>
                  <a:pt x="504" y="60"/>
                </a:lnTo>
                <a:lnTo>
                  <a:pt x="510" y="60"/>
                </a:lnTo>
                <a:lnTo>
                  <a:pt x="516" y="60"/>
                </a:lnTo>
                <a:lnTo>
                  <a:pt x="516" y="54"/>
                </a:lnTo>
                <a:lnTo>
                  <a:pt x="522" y="54"/>
                </a:lnTo>
                <a:lnTo>
                  <a:pt x="522" y="48"/>
                </a:lnTo>
                <a:lnTo>
                  <a:pt x="528" y="48"/>
                </a:lnTo>
                <a:lnTo>
                  <a:pt x="534" y="42"/>
                </a:lnTo>
                <a:lnTo>
                  <a:pt x="540" y="36"/>
                </a:lnTo>
                <a:lnTo>
                  <a:pt x="546" y="36"/>
                </a:lnTo>
                <a:lnTo>
                  <a:pt x="546" y="30"/>
                </a:lnTo>
                <a:lnTo>
                  <a:pt x="552" y="30"/>
                </a:lnTo>
                <a:lnTo>
                  <a:pt x="558" y="24"/>
                </a:lnTo>
                <a:lnTo>
                  <a:pt x="564" y="24"/>
                </a:lnTo>
                <a:lnTo>
                  <a:pt x="564" y="18"/>
                </a:lnTo>
                <a:lnTo>
                  <a:pt x="570" y="18"/>
                </a:lnTo>
                <a:lnTo>
                  <a:pt x="570" y="12"/>
                </a:lnTo>
                <a:lnTo>
                  <a:pt x="576" y="12"/>
                </a:lnTo>
                <a:lnTo>
                  <a:pt x="582" y="6"/>
                </a:lnTo>
                <a:lnTo>
                  <a:pt x="588" y="6"/>
                </a:lnTo>
                <a:lnTo>
                  <a:pt x="588" y="0"/>
                </a:lnTo>
              </a:path>
            </a:pathLst>
          </a:custGeom>
          <a:noFill/>
          <a:ln w="952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4" name="Freeform 42">
            <a:extLst>
              <a:ext uri="{FF2B5EF4-FFF2-40B4-BE49-F238E27FC236}">
                <a16:creationId xmlns:a16="http://schemas.microsoft.com/office/drawing/2014/main" id="{014556BD-A08D-958F-0B6B-0EBAC2A8F83A}"/>
              </a:ext>
            </a:extLst>
          </p:cNvPr>
          <p:cNvSpPr>
            <a:spLocks/>
          </p:cNvSpPr>
          <p:nvPr/>
        </p:nvSpPr>
        <p:spPr bwMode="auto">
          <a:xfrm>
            <a:off x="4095750" y="2070100"/>
            <a:ext cx="942975" cy="247650"/>
          </a:xfrm>
          <a:custGeom>
            <a:avLst/>
            <a:gdLst>
              <a:gd name="T0" fmla="*/ 2147483646 w 594"/>
              <a:gd name="T1" fmla="*/ 2147483646 h 156"/>
              <a:gd name="T2" fmla="*/ 2147483646 w 594"/>
              <a:gd name="T3" fmla="*/ 2147483646 h 156"/>
              <a:gd name="T4" fmla="*/ 2147483646 w 594"/>
              <a:gd name="T5" fmla="*/ 2147483646 h 156"/>
              <a:gd name="T6" fmla="*/ 2147483646 w 594"/>
              <a:gd name="T7" fmla="*/ 2147483646 h 156"/>
              <a:gd name="T8" fmla="*/ 2147483646 w 594"/>
              <a:gd name="T9" fmla="*/ 2147483646 h 156"/>
              <a:gd name="T10" fmla="*/ 2147483646 w 594"/>
              <a:gd name="T11" fmla="*/ 2147483646 h 156"/>
              <a:gd name="T12" fmla="*/ 2147483646 w 594"/>
              <a:gd name="T13" fmla="*/ 2147483646 h 156"/>
              <a:gd name="T14" fmla="*/ 2147483646 w 594"/>
              <a:gd name="T15" fmla="*/ 2147483646 h 156"/>
              <a:gd name="T16" fmla="*/ 2147483646 w 594"/>
              <a:gd name="T17" fmla="*/ 2147483646 h 156"/>
              <a:gd name="T18" fmla="*/ 2147483646 w 594"/>
              <a:gd name="T19" fmla="*/ 2147483646 h 156"/>
              <a:gd name="T20" fmla="*/ 2147483646 w 594"/>
              <a:gd name="T21" fmla="*/ 2147483646 h 156"/>
              <a:gd name="T22" fmla="*/ 2147483646 w 594"/>
              <a:gd name="T23" fmla="*/ 2147483646 h 156"/>
              <a:gd name="T24" fmla="*/ 2147483646 w 594"/>
              <a:gd name="T25" fmla="*/ 2147483646 h 156"/>
              <a:gd name="T26" fmla="*/ 2147483646 w 594"/>
              <a:gd name="T27" fmla="*/ 2147483646 h 156"/>
              <a:gd name="T28" fmla="*/ 2147483646 w 594"/>
              <a:gd name="T29" fmla="*/ 2147483646 h 156"/>
              <a:gd name="T30" fmla="*/ 2147483646 w 594"/>
              <a:gd name="T31" fmla="*/ 2147483646 h 156"/>
              <a:gd name="T32" fmla="*/ 2147483646 w 594"/>
              <a:gd name="T33" fmla="*/ 2147483646 h 156"/>
              <a:gd name="T34" fmla="*/ 2147483646 w 594"/>
              <a:gd name="T35" fmla="*/ 2147483646 h 156"/>
              <a:gd name="T36" fmla="*/ 2147483646 w 594"/>
              <a:gd name="T37" fmla="*/ 2147483646 h 156"/>
              <a:gd name="T38" fmla="*/ 2147483646 w 594"/>
              <a:gd name="T39" fmla="*/ 2147483646 h 156"/>
              <a:gd name="T40" fmla="*/ 2147483646 w 594"/>
              <a:gd name="T41" fmla="*/ 2147483646 h 156"/>
              <a:gd name="T42" fmla="*/ 2147483646 w 594"/>
              <a:gd name="T43" fmla="*/ 2147483646 h 156"/>
              <a:gd name="T44" fmla="*/ 2147483646 w 594"/>
              <a:gd name="T45" fmla="*/ 2147483646 h 156"/>
              <a:gd name="T46" fmla="*/ 2147483646 w 594"/>
              <a:gd name="T47" fmla="*/ 2147483646 h 156"/>
              <a:gd name="T48" fmla="*/ 2147483646 w 594"/>
              <a:gd name="T49" fmla="*/ 2147483646 h 156"/>
              <a:gd name="T50" fmla="*/ 2147483646 w 594"/>
              <a:gd name="T51" fmla="*/ 2147483646 h 156"/>
              <a:gd name="T52" fmla="*/ 2147483646 w 594"/>
              <a:gd name="T53" fmla="*/ 2147483646 h 156"/>
              <a:gd name="T54" fmla="*/ 2147483646 w 594"/>
              <a:gd name="T55" fmla="*/ 0 h 156"/>
              <a:gd name="T56" fmla="*/ 2147483646 w 594"/>
              <a:gd name="T57" fmla="*/ 0 h 156"/>
              <a:gd name="T58" fmla="*/ 2147483646 w 594"/>
              <a:gd name="T59" fmla="*/ 0 h 156"/>
              <a:gd name="T60" fmla="*/ 2147483646 w 594"/>
              <a:gd name="T61" fmla="*/ 0 h 156"/>
              <a:gd name="T62" fmla="*/ 2147483646 w 594"/>
              <a:gd name="T63" fmla="*/ 2147483646 h 156"/>
              <a:gd name="T64" fmla="*/ 2147483646 w 594"/>
              <a:gd name="T65" fmla="*/ 2147483646 h 156"/>
              <a:gd name="T66" fmla="*/ 2147483646 w 594"/>
              <a:gd name="T67" fmla="*/ 2147483646 h 156"/>
              <a:gd name="T68" fmla="*/ 2147483646 w 594"/>
              <a:gd name="T69" fmla="*/ 2147483646 h 156"/>
              <a:gd name="T70" fmla="*/ 2147483646 w 594"/>
              <a:gd name="T71" fmla="*/ 2147483646 h 156"/>
              <a:gd name="T72" fmla="*/ 2147483646 w 594"/>
              <a:gd name="T73" fmla="*/ 2147483646 h 156"/>
              <a:gd name="T74" fmla="*/ 2147483646 w 594"/>
              <a:gd name="T75" fmla="*/ 2147483646 h 156"/>
              <a:gd name="T76" fmla="*/ 2147483646 w 594"/>
              <a:gd name="T77" fmla="*/ 2147483646 h 156"/>
              <a:gd name="T78" fmla="*/ 2147483646 w 594"/>
              <a:gd name="T79" fmla="*/ 2147483646 h 156"/>
              <a:gd name="T80" fmla="*/ 2147483646 w 594"/>
              <a:gd name="T81" fmla="*/ 2147483646 h 156"/>
              <a:gd name="T82" fmla="*/ 2147483646 w 594"/>
              <a:gd name="T83" fmla="*/ 2147483646 h 156"/>
              <a:gd name="T84" fmla="*/ 2147483646 w 594"/>
              <a:gd name="T85" fmla="*/ 2147483646 h 156"/>
              <a:gd name="T86" fmla="*/ 2147483646 w 594"/>
              <a:gd name="T87" fmla="*/ 2147483646 h 156"/>
              <a:gd name="T88" fmla="*/ 2147483646 w 594"/>
              <a:gd name="T89" fmla="*/ 2147483646 h 156"/>
              <a:gd name="T90" fmla="*/ 2147483646 w 594"/>
              <a:gd name="T91" fmla="*/ 2147483646 h 156"/>
              <a:gd name="T92" fmla="*/ 2147483646 w 594"/>
              <a:gd name="T93" fmla="*/ 2147483646 h 156"/>
              <a:gd name="T94" fmla="*/ 2147483646 w 594"/>
              <a:gd name="T95" fmla="*/ 2147483646 h 156"/>
              <a:gd name="T96" fmla="*/ 2147483646 w 594"/>
              <a:gd name="T97" fmla="*/ 2147483646 h 156"/>
              <a:gd name="T98" fmla="*/ 2147483646 w 594"/>
              <a:gd name="T99" fmla="*/ 2147483646 h 156"/>
              <a:gd name="T100" fmla="*/ 2147483646 w 594"/>
              <a:gd name="T101" fmla="*/ 2147483646 h 15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156">
                <a:moveTo>
                  <a:pt x="0" y="156"/>
                </a:moveTo>
                <a:lnTo>
                  <a:pt x="6" y="156"/>
                </a:lnTo>
                <a:lnTo>
                  <a:pt x="12" y="150"/>
                </a:lnTo>
                <a:lnTo>
                  <a:pt x="18" y="144"/>
                </a:lnTo>
                <a:lnTo>
                  <a:pt x="24" y="144"/>
                </a:lnTo>
                <a:lnTo>
                  <a:pt x="24" y="138"/>
                </a:lnTo>
                <a:lnTo>
                  <a:pt x="30" y="138"/>
                </a:lnTo>
                <a:lnTo>
                  <a:pt x="30" y="132"/>
                </a:lnTo>
                <a:lnTo>
                  <a:pt x="36" y="132"/>
                </a:lnTo>
                <a:lnTo>
                  <a:pt x="42" y="132"/>
                </a:lnTo>
                <a:lnTo>
                  <a:pt x="42" y="126"/>
                </a:lnTo>
                <a:lnTo>
                  <a:pt x="48" y="126"/>
                </a:lnTo>
                <a:lnTo>
                  <a:pt x="48" y="120"/>
                </a:lnTo>
                <a:lnTo>
                  <a:pt x="54" y="120"/>
                </a:lnTo>
                <a:lnTo>
                  <a:pt x="60" y="114"/>
                </a:lnTo>
                <a:lnTo>
                  <a:pt x="66" y="114"/>
                </a:lnTo>
                <a:lnTo>
                  <a:pt x="66" y="108"/>
                </a:lnTo>
                <a:lnTo>
                  <a:pt x="72" y="108"/>
                </a:lnTo>
                <a:lnTo>
                  <a:pt x="78" y="102"/>
                </a:lnTo>
                <a:lnTo>
                  <a:pt x="84" y="102"/>
                </a:lnTo>
                <a:lnTo>
                  <a:pt x="84" y="96"/>
                </a:lnTo>
                <a:lnTo>
                  <a:pt x="90" y="96"/>
                </a:lnTo>
                <a:lnTo>
                  <a:pt x="96" y="90"/>
                </a:lnTo>
                <a:lnTo>
                  <a:pt x="102" y="90"/>
                </a:lnTo>
                <a:lnTo>
                  <a:pt x="102" y="84"/>
                </a:lnTo>
                <a:lnTo>
                  <a:pt x="108" y="84"/>
                </a:lnTo>
                <a:lnTo>
                  <a:pt x="114" y="84"/>
                </a:lnTo>
                <a:lnTo>
                  <a:pt x="114" y="78"/>
                </a:lnTo>
                <a:lnTo>
                  <a:pt x="120" y="78"/>
                </a:lnTo>
                <a:lnTo>
                  <a:pt x="120" y="72"/>
                </a:lnTo>
                <a:lnTo>
                  <a:pt x="126" y="72"/>
                </a:lnTo>
                <a:lnTo>
                  <a:pt x="132" y="72"/>
                </a:lnTo>
                <a:lnTo>
                  <a:pt x="132" y="66"/>
                </a:lnTo>
                <a:lnTo>
                  <a:pt x="138" y="66"/>
                </a:lnTo>
                <a:lnTo>
                  <a:pt x="144" y="66"/>
                </a:lnTo>
                <a:lnTo>
                  <a:pt x="144" y="60"/>
                </a:lnTo>
                <a:lnTo>
                  <a:pt x="150" y="60"/>
                </a:lnTo>
                <a:lnTo>
                  <a:pt x="156" y="54"/>
                </a:lnTo>
                <a:lnTo>
                  <a:pt x="162" y="54"/>
                </a:lnTo>
                <a:lnTo>
                  <a:pt x="162" y="48"/>
                </a:lnTo>
                <a:lnTo>
                  <a:pt x="168" y="48"/>
                </a:lnTo>
                <a:lnTo>
                  <a:pt x="174" y="48"/>
                </a:lnTo>
                <a:lnTo>
                  <a:pt x="174" y="42"/>
                </a:lnTo>
                <a:lnTo>
                  <a:pt x="180" y="42"/>
                </a:lnTo>
                <a:lnTo>
                  <a:pt x="186" y="42"/>
                </a:lnTo>
                <a:lnTo>
                  <a:pt x="192" y="36"/>
                </a:lnTo>
                <a:lnTo>
                  <a:pt x="198" y="36"/>
                </a:lnTo>
                <a:lnTo>
                  <a:pt x="204" y="36"/>
                </a:lnTo>
                <a:lnTo>
                  <a:pt x="204" y="30"/>
                </a:lnTo>
                <a:lnTo>
                  <a:pt x="210" y="30"/>
                </a:lnTo>
                <a:lnTo>
                  <a:pt x="216" y="30"/>
                </a:lnTo>
                <a:lnTo>
                  <a:pt x="216" y="24"/>
                </a:lnTo>
                <a:lnTo>
                  <a:pt x="222" y="24"/>
                </a:lnTo>
                <a:lnTo>
                  <a:pt x="228" y="24"/>
                </a:lnTo>
                <a:lnTo>
                  <a:pt x="234" y="24"/>
                </a:lnTo>
                <a:lnTo>
                  <a:pt x="234" y="18"/>
                </a:lnTo>
                <a:lnTo>
                  <a:pt x="240" y="18"/>
                </a:lnTo>
                <a:lnTo>
                  <a:pt x="246" y="18"/>
                </a:lnTo>
                <a:lnTo>
                  <a:pt x="252" y="18"/>
                </a:lnTo>
                <a:lnTo>
                  <a:pt x="252" y="12"/>
                </a:lnTo>
                <a:lnTo>
                  <a:pt x="258" y="12"/>
                </a:lnTo>
                <a:lnTo>
                  <a:pt x="264" y="12"/>
                </a:lnTo>
                <a:lnTo>
                  <a:pt x="270" y="12"/>
                </a:lnTo>
                <a:lnTo>
                  <a:pt x="276" y="12"/>
                </a:lnTo>
                <a:lnTo>
                  <a:pt x="276" y="6"/>
                </a:lnTo>
                <a:lnTo>
                  <a:pt x="282" y="6"/>
                </a:lnTo>
                <a:lnTo>
                  <a:pt x="288" y="6"/>
                </a:lnTo>
                <a:lnTo>
                  <a:pt x="294" y="6"/>
                </a:lnTo>
                <a:lnTo>
                  <a:pt x="300" y="6"/>
                </a:lnTo>
                <a:lnTo>
                  <a:pt x="306" y="6"/>
                </a:lnTo>
                <a:lnTo>
                  <a:pt x="312" y="6"/>
                </a:lnTo>
                <a:lnTo>
                  <a:pt x="318" y="6"/>
                </a:lnTo>
                <a:lnTo>
                  <a:pt x="318" y="0"/>
                </a:lnTo>
                <a:lnTo>
                  <a:pt x="324" y="0"/>
                </a:lnTo>
                <a:lnTo>
                  <a:pt x="330" y="0"/>
                </a:lnTo>
                <a:lnTo>
                  <a:pt x="336" y="0"/>
                </a:lnTo>
                <a:lnTo>
                  <a:pt x="342" y="0"/>
                </a:lnTo>
                <a:lnTo>
                  <a:pt x="348" y="0"/>
                </a:lnTo>
                <a:lnTo>
                  <a:pt x="354" y="0"/>
                </a:lnTo>
                <a:lnTo>
                  <a:pt x="360" y="0"/>
                </a:lnTo>
                <a:lnTo>
                  <a:pt x="366" y="0"/>
                </a:lnTo>
                <a:lnTo>
                  <a:pt x="372" y="6"/>
                </a:lnTo>
                <a:lnTo>
                  <a:pt x="378" y="6"/>
                </a:lnTo>
                <a:lnTo>
                  <a:pt x="384" y="6"/>
                </a:lnTo>
                <a:lnTo>
                  <a:pt x="390" y="6"/>
                </a:lnTo>
                <a:lnTo>
                  <a:pt x="396" y="6"/>
                </a:lnTo>
                <a:lnTo>
                  <a:pt x="402" y="6"/>
                </a:lnTo>
                <a:lnTo>
                  <a:pt x="408" y="6"/>
                </a:lnTo>
                <a:lnTo>
                  <a:pt x="408" y="12"/>
                </a:lnTo>
                <a:lnTo>
                  <a:pt x="414" y="12"/>
                </a:lnTo>
                <a:lnTo>
                  <a:pt x="420" y="12"/>
                </a:lnTo>
                <a:lnTo>
                  <a:pt x="426" y="12"/>
                </a:lnTo>
                <a:lnTo>
                  <a:pt x="432" y="12"/>
                </a:lnTo>
                <a:lnTo>
                  <a:pt x="438" y="18"/>
                </a:lnTo>
                <a:lnTo>
                  <a:pt x="444" y="18"/>
                </a:lnTo>
                <a:lnTo>
                  <a:pt x="450" y="18"/>
                </a:lnTo>
                <a:lnTo>
                  <a:pt x="456" y="24"/>
                </a:lnTo>
                <a:lnTo>
                  <a:pt x="462" y="24"/>
                </a:lnTo>
                <a:lnTo>
                  <a:pt x="468" y="24"/>
                </a:lnTo>
                <a:lnTo>
                  <a:pt x="474" y="30"/>
                </a:lnTo>
                <a:lnTo>
                  <a:pt x="480" y="30"/>
                </a:lnTo>
                <a:lnTo>
                  <a:pt x="486" y="30"/>
                </a:lnTo>
                <a:lnTo>
                  <a:pt x="486" y="36"/>
                </a:lnTo>
                <a:lnTo>
                  <a:pt x="492" y="36"/>
                </a:lnTo>
                <a:lnTo>
                  <a:pt x="498" y="36"/>
                </a:lnTo>
                <a:lnTo>
                  <a:pt x="498" y="42"/>
                </a:lnTo>
                <a:lnTo>
                  <a:pt x="504" y="42"/>
                </a:lnTo>
                <a:lnTo>
                  <a:pt x="510" y="42"/>
                </a:lnTo>
                <a:lnTo>
                  <a:pt x="516" y="48"/>
                </a:lnTo>
                <a:lnTo>
                  <a:pt x="522" y="48"/>
                </a:lnTo>
                <a:lnTo>
                  <a:pt x="522" y="54"/>
                </a:lnTo>
                <a:lnTo>
                  <a:pt x="528" y="54"/>
                </a:lnTo>
                <a:lnTo>
                  <a:pt x="534" y="54"/>
                </a:lnTo>
                <a:lnTo>
                  <a:pt x="534" y="60"/>
                </a:lnTo>
                <a:lnTo>
                  <a:pt x="540" y="60"/>
                </a:lnTo>
                <a:lnTo>
                  <a:pt x="546" y="60"/>
                </a:lnTo>
                <a:lnTo>
                  <a:pt x="546" y="66"/>
                </a:lnTo>
                <a:lnTo>
                  <a:pt x="552" y="66"/>
                </a:lnTo>
                <a:lnTo>
                  <a:pt x="558" y="72"/>
                </a:lnTo>
                <a:lnTo>
                  <a:pt x="564" y="72"/>
                </a:lnTo>
                <a:lnTo>
                  <a:pt x="564" y="78"/>
                </a:lnTo>
                <a:lnTo>
                  <a:pt x="570" y="78"/>
                </a:lnTo>
                <a:lnTo>
                  <a:pt x="576" y="78"/>
                </a:lnTo>
                <a:lnTo>
                  <a:pt x="576" y="84"/>
                </a:lnTo>
                <a:lnTo>
                  <a:pt x="582" y="84"/>
                </a:lnTo>
                <a:lnTo>
                  <a:pt x="588" y="84"/>
                </a:lnTo>
                <a:lnTo>
                  <a:pt x="588" y="90"/>
                </a:lnTo>
                <a:lnTo>
                  <a:pt x="594" y="90"/>
                </a:lnTo>
              </a:path>
            </a:pathLst>
          </a:custGeom>
          <a:noFill/>
          <a:ln w="952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Freeform 43">
            <a:extLst>
              <a:ext uri="{FF2B5EF4-FFF2-40B4-BE49-F238E27FC236}">
                <a16:creationId xmlns:a16="http://schemas.microsoft.com/office/drawing/2014/main" id="{BE758F97-B845-D538-1390-7FEDD709303A}"/>
              </a:ext>
            </a:extLst>
          </p:cNvPr>
          <p:cNvSpPr>
            <a:spLocks/>
          </p:cNvSpPr>
          <p:nvPr/>
        </p:nvSpPr>
        <p:spPr bwMode="auto">
          <a:xfrm>
            <a:off x="5038725" y="2212975"/>
            <a:ext cx="866775" cy="409575"/>
          </a:xfrm>
          <a:custGeom>
            <a:avLst/>
            <a:gdLst>
              <a:gd name="T0" fmla="*/ 2147483646 w 546"/>
              <a:gd name="T1" fmla="*/ 2147483646 h 258"/>
              <a:gd name="T2" fmla="*/ 2147483646 w 546"/>
              <a:gd name="T3" fmla="*/ 2147483646 h 258"/>
              <a:gd name="T4" fmla="*/ 2147483646 w 546"/>
              <a:gd name="T5" fmla="*/ 2147483646 h 258"/>
              <a:gd name="T6" fmla="*/ 2147483646 w 546"/>
              <a:gd name="T7" fmla="*/ 2147483646 h 258"/>
              <a:gd name="T8" fmla="*/ 2147483646 w 546"/>
              <a:gd name="T9" fmla="*/ 2147483646 h 258"/>
              <a:gd name="T10" fmla="*/ 2147483646 w 546"/>
              <a:gd name="T11" fmla="*/ 2147483646 h 258"/>
              <a:gd name="T12" fmla="*/ 2147483646 w 546"/>
              <a:gd name="T13" fmla="*/ 2147483646 h 258"/>
              <a:gd name="T14" fmla="*/ 2147483646 w 546"/>
              <a:gd name="T15" fmla="*/ 2147483646 h 258"/>
              <a:gd name="T16" fmla="*/ 2147483646 w 546"/>
              <a:gd name="T17" fmla="*/ 2147483646 h 258"/>
              <a:gd name="T18" fmla="*/ 2147483646 w 546"/>
              <a:gd name="T19" fmla="*/ 2147483646 h 258"/>
              <a:gd name="T20" fmla="*/ 2147483646 w 546"/>
              <a:gd name="T21" fmla="*/ 2147483646 h 258"/>
              <a:gd name="T22" fmla="*/ 2147483646 w 546"/>
              <a:gd name="T23" fmla="*/ 2147483646 h 258"/>
              <a:gd name="T24" fmla="*/ 2147483646 w 546"/>
              <a:gd name="T25" fmla="*/ 2147483646 h 258"/>
              <a:gd name="T26" fmla="*/ 2147483646 w 546"/>
              <a:gd name="T27" fmla="*/ 2147483646 h 258"/>
              <a:gd name="T28" fmla="*/ 2147483646 w 546"/>
              <a:gd name="T29" fmla="*/ 2147483646 h 258"/>
              <a:gd name="T30" fmla="*/ 2147483646 w 546"/>
              <a:gd name="T31" fmla="*/ 2147483646 h 258"/>
              <a:gd name="T32" fmla="*/ 2147483646 w 546"/>
              <a:gd name="T33" fmla="*/ 2147483646 h 258"/>
              <a:gd name="T34" fmla="*/ 2147483646 w 546"/>
              <a:gd name="T35" fmla="*/ 2147483646 h 258"/>
              <a:gd name="T36" fmla="*/ 2147483646 w 546"/>
              <a:gd name="T37" fmla="*/ 2147483646 h 258"/>
              <a:gd name="T38" fmla="*/ 2147483646 w 546"/>
              <a:gd name="T39" fmla="*/ 2147483646 h 258"/>
              <a:gd name="T40" fmla="*/ 2147483646 w 546"/>
              <a:gd name="T41" fmla="*/ 2147483646 h 258"/>
              <a:gd name="T42" fmla="*/ 2147483646 w 546"/>
              <a:gd name="T43" fmla="*/ 2147483646 h 258"/>
              <a:gd name="T44" fmla="*/ 2147483646 w 546"/>
              <a:gd name="T45" fmla="*/ 2147483646 h 258"/>
              <a:gd name="T46" fmla="*/ 2147483646 w 546"/>
              <a:gd name="T47" fmla="*/ 2147483646 h 258"/>
              <a:gd name="T48" fmla="*/ 2147483646 w 546"/>
              <a:gd name="T49" fmla="*/ 2147483646 h 258"/>
              <a:gd name="T50" fmla="*/ 2147483646 w 546"/>
              <a:gd name="T51" fmla="*/ 2147483646 h 258"/>
              <a:gd name="T52" fmla="*/ 2147483646 w 546"/>
              <a:gd name="T53" fmla="*/ 2147483646 h 258"/>
              <a:gd name="T54" fmla="*/ 2147483646 w 546"/>
              <a:gd name="T55" fmla="*/ 2147483646 h 258"/>
              <a:gd name="T56" fmla="*/ 2147483646 w 546"/>
              <a:gd name="T57" fmla="*/ 2147483646 h 258"/>
              <a:gd name="T58" fmla="*/ 2147483646 w 546"/>
              <a:gd name="T59" fmla="*/ 2147483646 h 258"/>
              <a:gd name="T60" fmla="*/ 2147483646 w 546"/>
              <a:gd name="T61" fmla="*/ 2147483646 h 258"/>
              <a:gd name="T62" fmla="*/ 2147483646 w 546"/>
              <a:gd name="T63" fmla="*/ 2147483646 h 258"/>
              <a:gd name="T64" fmla="*/ 2147483646 w 546"/>
              <a:gd name="T65" fmla="*/ 2147483646 h 258"/>
              <a:gd name="T66" fmla="*/ 2147483646 w 546"/>
              <a:gd name="T67" fmla="*/ 2147483646 h 258"/>
              <a:gd name="T68" fmla="*/ 2147483646 w 546"/>
              <a:gd name="T69" fmla="*/ 2147483646 h 258"/>
              <a:gd name="T70" fmla="*/ 2147483646 w 546"/>
              <a:gd name="T71" fmla="*/ 2147483646 h 258"/>
              <a:gd name="T72" fmla="*/ 2147483646 w 546"/>
              <a:gd name="T73" fmla="*/ 2147483646 h 258"/>
              <a:gd name="T74" fmla="*/ 2147483646 w 546"/>
              <a:gd name="T75" fmla="*/ 2147483646 h 258"/>
              <a:gd name="T76" fmla="*/ 2147483646 w 546"/>
              <a:gd name="T77" fmla="*/ 2147483646 h 258"/>
              <a:gd name="T78" fmla="*/ 2147483646 w 546"/>
              <a:gd name="T79" fmla="*/ 2147483646 h 258"/>
              <a:gd name="T80" fmla="*/ 2147483646 w 546"/>
              <a:gd name="T81" fmla="*/ 2147483646 h 258"/>
              <a:gd name="T82" fmla="*/ 2147483646 w 546"/>
              <a:gd name="T83" fmla="*/ 2147483646 h 258"/>
              <a:gd name="T84" fmla="*/ 2147483646 w 546"/>
              <a:gd name="T85" fmla="*/ 2147483646 h 258"/>
              <a:gd name="T86" fmla="*/ 2147483646 w 546"/>
              <a:gd name="T87" fmla="*/ 2147483646 h 258"/>
              <a:gd name="T88" fmla="*/ 2147483646 w 546"/>
              <a:gd name="T89" fmla="*/ 2147483646 h 258"/>
              <a:gd name="T90" fmla="*/ 2147483646 w 546"/>
              <a:gd name="T91" fmla="*/ 2147483646 h 258"/>
              <a:gd name="T92" fmla="*/ 2147483646 w 546"/>
              <a:gd name="T93" fmla="*/ 2147483646 h 258"/>
              <a:gd name="T94" fmla="*/ 2147483646 w 546"/>
              <a:gd name="T95" fmla="*/ 2147483646 h 258"/>
              <a:gd name="T96" fmla="*/ 2147483646 w 546"/>
              <a:gd name="T97" fmla="*/ 2147483646 h 258"/>
              <a:gd name="T98" fmla="*/ 2147483646 w 546"/>
              <a:gd name="T99" fmla="*/ 2147483646 h 258"/>
              <a:gd name="T100" fmla="*/ 2147483646 w 546"/>
              <a:gd name="T101" fmla="*/ 2147483646 h 258"/>
              <a:gd name="T102" fmla="*/ 2147483646 w 546"/>
              <a:gd name="T103" fmla="*/ 2147483646 h 258"/>
              <a:gd name="T104" fmla="*/ 2147483646 w 546"/>
              <a:gd name="T105" fmla="*/ 2147483646 h 258"/>
              <a:gd name="T106" fmla="*/ 2147483646 w 546"/>
              <a:gd name="T107" fmla="*/ 2147483646 h 258"/>
              <a:gd name="T108" fmla="*/ 2147483646 w 546"/>
              <a:gd name="T109" fmla="*/ 2147483646 h 258"/>
              <a:gd name="T110" fmla="*/ 2147483646 w 546"/>
              <a:gd name="T111" fmla="*/ 2147483646 h 258"/>
              <a:gd name="T112" fmla="*/ 2147483646 w 546"/>
              <a:gd name="T113" fmla="*/ 2147483646 h 258"/>
              <a:gd name="T114" fmla="*/ 2147483646 w 546"/>
              <a:gd name="T115" fmla="*/ 2147483646 h 258"/>
              <a:gd name="T116" fmla="*/ 2147483646 w 546"/>
              <a:gd name="T117" fmla="*/ 2147483646 h 258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546" h="258">
                <a:moveTo>
                  <a:pt x="0" y="0"/>
                </a:moveTo>
                <a:lnTo>
                  <a:pt x="0" y="6"/>
                </a:lnTo>
                <a:lnTo>
                  <a:pt x="6" y="6"/>
                </a:lnTo>
                <a:lnTo>
                  <a:pt x="12" y="6"/>
                </a:lnTo>
                <a:lnTo>
                  <a:pt x="12" y="12"/>
                </a:lnTo>
                <a:lnTo>
                  <a:pt x="18" y="12"/>
                </a:lnTo>
                <a:lnTo>
                  <a:pt x="18" y="18"/>
                </a:lnTo>
                <a:lnTo>
                  <a:pt x="24" y="18"/>
                </a:lnTo>
                <a:lnTo>
                  <a:pt x="30" y="24"/>
                </a:lnTo>
                <a:lnTo>
                  <a:pt x="36" y="24"/>
                </a:lnTo>
                <a:lnTo>
                  <a:pt x="36" y="30"/>
                </a:lnTo>
                <a:lnTo>
                  <a:pt x="42" y="30"/>
                </a:lnTo>
                <a:lnTo>
                  <a:pt x="48" y="36"/>
                </a:lnTo>
                <a:lnTo>
                  <a:pt x="54" y="36"/>
                </a:lnTo>
                <a:lnTo>
                  <a:pt x="54" y="42"/>
                </a:lnTo>
                <a:lnTo>
                  <a:pt x="60" y="42"/>
                </a:lnTo>
                <a:lnTo>
                  <a:pt x="66" y="48"/>
                </a:lnTo>
                <a:lnTo>
                  <a:pt x="72" y="54"/>
                </a:lnTo>
                <a:lnTo>
                  <a:pt x="78" y="54"/>
                </a:lnTo>
                <a:lnTo>
                  <a:pt x="78" y="60"/>
                </a:lnTo>
                <a:lnTo>
                  <a:pt x="84" y="60"/>
                </a:lnTo>
                <a:lnTo>
                  <a:pt x="84" y="66"/>
                </a:lnTo>
                <a:lnTo>
                  <a:pt x="90" y="66"/>
                </a:lnTo>
                <a:lnTo>
                  <a:pt x="96" y="66"/>
                </a:lnTo>
                <a:lnTo>
                  <a:pt x="96" y="72"/>
                </a:lnTo>
                <a:lnTo>
                  <a:pt x="102" y="72"/>
                </a:lnTo>
                <a:lnTo>
                  <a:pt x="102" y="78"/>
                </a:lnTo>
                <a:lnTo>
                  <a:pt x="108" y="78"/>
                </a:lnTo>
                <a:lnTo>
                  <a:pt x="114" y="84"/>
                </a:lnTo>
                <a:lnTo>
                  <a:pt x="120" y="90"/>
                </a:lnTo>
                <a:lnTo>
                  <a:pt x="126" y="90"/>
                </a:lnTo>
                <a:lnTo>
                  <a:pt x="126" y="96"/>
                </a:lnTo>
                <a:lnTo>
                  <a:pt x="132" y="96"/>
                </a:lnTo>
                <a:lnTo>
                  <a:pt x="138" y="102"/>
                </a:lnTo>
                <a:lnTo>
                  <a:pt x="144" y="102"/>
                </a:lnTo>
                <a:lnTo>
                  <a:pt x="144" y="108"/>
                </a:lnTo>
                <a:lnTo>
                  <a:pt x="150" y="108"/>
                </a:lnTo>
                <a:lnTo>
                  <a:pt x="150" y="114"/>
                </a:lnTo>
                <a:lnTo>
                  <a:pt x="156" y="114"/>
                </a:lnTo>
                <a:lnTo>
                  <a:pt x="162" y="120"/>
                </a:lnTo>
                <a:lnTo>
                  <a:pt x="168" y="120"/>
                </a:lnTo>
                <a:lnTo>
                  <a:pt x="168" y="126"/>
                </a:lnTo>
                <a:lnTo>
                  <a:pt x="174" y="126"/>
                </a:lnTo>
                <a:lnTo>
                  <a:pt x="174" y="132"/>
                </a:lnTo>
                <a:lnTo>
                  <a:pt x="180" y="132"/>
                </a:lnTo>
                <a:lnTo>
                  <a:pt x="186" y="132"/>
                </a:lnTo>
                <a:lnTo>
                  <a:pt x="186" y="138"/>
                </a:lnTo>
                <a:lnTo>
                  <a:pt x="192" y="138"/>
                </a:lnTo>
                <a:lnTo>
                  <a:pt x="192" y="144"/>
                </a:lnTo>
                <a:lnTo>
                  <a:pt x="198" y="144"/>
                </a:lnTo>
                <a:lnTo>
                  <a:pt x="204" y="150"/>
                </a:lnTo>
                <a:lnTo>
                  <a:pt x="210" y="150"/>
                </a:lnTo>
                <a:lnTo>
                  <a:pt x="210" y="156"/>
                </a:lnTo>
                <a:lnTo>
                  <a:pt x="216" y="156"/>
                </a:lnTo>
                <a:lnTo>
                  <a:pt x="222" y="162"/>
                </a:lnTo>
                <a:lnTo>
                  <a:pt x="228" y="162"/>
                </a:lnTo>
                <a:lnTo>
                  <a:pt x="228" y="168"/>
                </a:lnTo>
                <a:lnTo>
                  <a:pt x="234" y="168"/>
                </a:lnTo>
                <a:lnTo>
                  <a:pt x="240" y="168"/>
                </a:lnTo>
                <a:lnTo>
                  <a:pt x="240" y="174"/>
                </a:lnTo>
                <a:lnTo>
                  <a:pt x="246" y="174"/>
                </a:lnTo>
                <a:lnTo>
                  <a:pt x="246" y="180"/>
                </a:lnTo>
                <a:lnTo>
                  <a:pt x="252" y="180"/>
                </a:lnTo>
                <a:lnTo>
                  <a:pt x="258" y="180"/>
                </a:lnTo>
                <a:lnTo>
                  <a:pt x="258" y="186"/>
                </a:lnTo>
                <a:lnTo>
                  <a:pt x="264" y="186"/>
                </a:lnTo>
                <a:lnTo>
                  <a:pt x="270" y="192"/>
                </a:lnTo>
                <a:lnTo>
                  <a:pt x="276" y="192"/>
                </a:lnTo>
                <a:lnTo>
                  <a:pt x="276" y="198"/>
                </a:lnTo>
                <a:lnTo>
                  <a:pt x="282" y="198"/>
                </a:lnTo>
                <a:lnTo>
                  <a:pt x="288" y="198"/>
                </a:lnTo>
                <a:lnTo>
                  <a:pt x="288" y="204"/>
                </a:lnTo>
                <a:lnTo>
                  <a:pt x="294" y="204"/>
                </a:lnTo>
                <a:lnTo>
                  <a:pt x="300" y="204"/>
                </a:lnTo>
                <a:lnTo>
                  <a:pt x="300" y="210"/>
                </a:lnTo>
                <a:lnTo>
                  <a:pt x="306" y="210"/>
                </a:lnTo>
                <a:lnTo>
                  <a:pt x="312" y="210"/>
                </a:lnTo>
                <a:lnTo>
                  <a:pt x="312" y="216"/>
                </a:lnTo>
                <a:lnTo>
                  <a:pt x="318" y="216"/>
                </a:lnTo>
                <a:lnTo>
                  <a:pt x="324" y="216"/>
                </a:lnTo>
                <a:lnTo>
                  <a:pt x="324" y="222"/>
                </a:lnTo>
                <a:lnTo>
                  <a:pt x="330" y="222"/>
                </a:lnTo>
                <a:lnTo>
                  <a:pt x="336" y="222"/>
                </a:lnTo>
                <a:lnTo>
                  <a:pt x="342" y="228"/>
                </a:lnTo>
                <a:lnTo>
                  <a:pt x="348" y="228"/>
                </a:lnTo>
                <a:lnTo>
                  <a:pt x="354" y="234"/>
                </a:lnTo>
                <a:lnTo>
                  <a:pt x="360" y="234"/>
                </a:lnTo>
                <a:lnTo>
                  <a:pt x="366" y="234"/>
                </a:lnTo>
                <a:lnTo>
                  <a:pt x="372" y="240"/>
                </a:lnTo>
                <a:lnTo>
                  <a:pt x="378" y="240"/>
                </a:lnTo>
                <a:lnTo>
                  <a:pt x="384" y="240"/>
                </a:lnTo>
                <a:lnTo>
                  <a:pt x="390" y="240"/>
                </a:lnTo>
                <a:lnTo>
                  <a:pt x="390" y="246"/>
                </a:lnTo>
                <a:lnTo>
                  <a:pt x="396" y="246"/>
                </a:lnTo>
                <a:lnTo>
                  <a:pt x="402" y="246"/>
                </a:lnTo>
                <a:lnTo>
                  <a:pt x="408" y="246"/>
                </a:lnTo>
                <a:lnTo>
                  <a:pt x="414" y="246"/>
                </a:lnTo>
                <a:lnTo>
                  <a:pt x="414" y="252"/>
                </a:lnTo>
                <a:lnTo>
                  <a:pt x="420" y="252"/>
                </a:lnTo>
                <a:lnTo>
                  <a:pt x="426" y="252"/>
                </a:lnTo>
                <a:lnTo>
                  <a:pt x="432" y="252"/>
                </a:lnTo>
                <a:lnTo>
                  <a:pt x="438" y="252"/>
                </a:lnTo>
                <a:lnTo>
                  <a:pt x="444" y="252"/>
                </a:lnTo>
                <a:lnTo>
                  <a:pt x="450" y="252"/>
                </a:lnTo>
                <a:lnTo>
                  <a:pt x="456" y="252"/>
                </a:lnTo>
                <a:lnTo>
                  <a:pt x="456" y="258"/>
                </a:lnTo>
                <a:lnTo>
                  <a:pt x="462" y="258"/>
                </a:lnTo>
                <a:lnTo>
                  <a:pt x="468" y="258"/>
                </a:lnTo>
                <a:lnTo>
                  <a:pt x="474" y="258"/>
                </a:lnTo>
                <a:lnTo>
                  <a:pt x="480" y="258"/>
                </a:lnTo>
                <a:lnTo>
                  <a:pt x="486" y="258"/>
                </a:lnTo>
                <a:lnTo>
                  <a:pt x="492" y="258"/>
                </a:lnTo>
                <a:lnTo>
                  <a:pt x="498" y="258"/>
                </a:lnTo>
                <a:lnTo>
                  <a:pt x="504" y="258"/>
                </a:lnTo>
                <a:lnTo>
                  <a:pt x="504" y="252"/>
                </a:lnTo>
                <a:lnTo>
                  <a:pt x="510" y="252"/>
                </a:lnTo>
                <a:lnTo>
                  <a:pt x="516" y="252"/>
                </a:lnTo>
                <a:lnTo>
                  <a:pt x="522" y="252"/>
                </a:lnTo>
                <a:lnTo>
                  <a:pt x="528" y="252"/>
                </a:lnTo>
                <a:lnTo>
                  <a:pt x="534" y="252"/>
                </a:lnTo>
                <a:lnTo>
                  <a:pt x="540" y="252"/>
                </a:lnTo>
                <a:lnTo>
                  <a:pt x="546" y="252"/>
                </a:lnTo>
                <a:lnTo>
                  <a:pt x="546" y="246"/>
                </a:lnTo>
              </a:path>
            </a:pathLst>
          </a:custGeom>
          <a:noFill/>
          <a:ln w="952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526" name="Group 44">
            <a:extLst>
              <a:ext uri="{FF2B5EF4-FFF2-40B4-BE49-F238E27FC236}">
                <a16:creationId xmlns:a16="http://schemas.microsoft.com/office/drawing/2014/main" id="{75A9DCFE-46A6-F919-C066-98CBC6E5334D}"/>
              </a:ext>
            </a:extLst>
          </p:cNvPr>
          <p:cNvGrpSpPr>
            <a:grpSpLocks/>
          </p:cNvGrpSpPr>
          <p:nvPr/>
        </p:nvGrpSpPr>
        <p:grpSpPr bwMode="auto">
          <a:xfrm>
            <a:off x="2219325" y="984250"/>
            <a:ext cx="3686175" cy="2724150"/>
            <a:chOff x="1518" y="761"/>
            <a:chExt cx="2322" cy="1716"/>
          </a:xfrm>
        </p:grpSpPr>
        <p:sp>
          <p:nvSpPr>
            <p:cNvPr id="21551" name="Freeform 45">
              <a:extLst>
                <a:ext uri="{FF2B5EF4-FFF2-40B4-BE49-F238E27FC236}">
                  <a16:creationId xmlns:a16="http://schemas.microsoft.com/office/drawing/2014/main" id="{BD76DF70-4D68-334F-89F3-FDEFB5229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039"/>
              <a:ext cx="594" cy="438"/>
            </a:xfrm>
            <a:custGeom>
              <a:avLst/>
              <a:gdLst>
                <a:gd name="T0" fmla="*/ 12 w 594"/>
                <a:gd name="T1" fmla="*/ 432 h 438"/>
                <a:gd name="T2" fmla="*/ 18 w 594"/>
                <a:gd name="T3" fmla="*/ 426 h 438"/>
                <a:gd name="T4" fmla="*/ 30 w 594"/>
                <a:gd name="T5" fmla="*/ 414 h 438"/>
                <a:gd name="T6" fmla="*/ 42 w 594"/>
                <a:gd name="T7" fmla="*/ 408 h 438"/>
                <a:gd name="T8" fmla="*/ 54 w 594"/>
                <a:gd name="T9" fmla="*/ 396 h 438"/>
                <a:gd name="T10" fmla="*/ 66 w 594"/>
                <a:gd name="T11" fmla="*/ 390 h 438"/>
                <a:gd name="T12" fmla="*/ 78 w 594"/>
                <a:gd name="T13" fmla="*/ 384 h 438"/>
                <a:gd name="T14" fmla="*/ 90 w 594"/>
                <a:gd name="T15" fmla="*/ 372 h 438"/>
                <a:gd name="T16" fmla="*/ 102 w 594"/>
                <a:gd name="T17" fmla="*/ 366 h 438"/>
                <a:gd name="T18" fmla="*/ 114 w 594"/>
                <a:gd name="T19" fmla="*/ 354 h 438"/>
                <a:gd name="T20" fmla="*/ 126 w 594"/>
                <a:gd name="T21" fmla="*/ 348 h 438"/>
                <a:gd name="T22" fmla="*/ 138 w 594"/>
                <a:gd name="T23" fmla="*/ 336 h 438"/>
                <a:gd name="T24" fmla="*/ 150 w 594"/>
                <a:gd name="T25" fmla="*/ 330 h 438"/>
                <a:gd name="T26" fmla="*/ 162 w 594"/>
                <a:gd name="T27" fmla="*/ 324 h 438"/>
                <a:gd name="T28" fmla="*/ 174 w 594"/>
                <a:gd name="T29" fmla="*/ 312 h 438"/>
                <a:gd name="T30" fmla="*/ 186 w 594"/>
                <a:gd name="T31" fmla="*/ 306 h 438"/>
                <a:gd name="T32" fmla="*/ 198 w 594"/>
                <a:gd name="T33" fmla="*/ 294 h 438"/>
                <a:gd name="T34" fmla="*/ 204 w 594"/>
                <a:gd name="T35" fmla="*/ 288 h 438"/>
                <a:gd name="T36" fmla="*/ 216 w 594"/>
                <a:gd name="T37" fmla="*/ 276 h 438"/>
                <a:gd name="T38" fmla="*/ 228 w 594"/>
                <a:gd name="T39" fmla="*/ 270 h 438"/>
                <a:gd name="T40" fmla="*/ 240 w 594"/>
                <a:gd name="T41" fmla="*/ 264 h 438"/>
                <a:gd name="T42" fmla="*/ 252 w 594"/>
                <a:gd name="T43" fmla="*/ 252 h 438"/>
                <a:gd name="T44" fmla="*/ 264 w 594"/>
                <a:gd name="T45" fmla="*/ 246 h 438"/>
                <a:gd name="T46" fmla="*/ 276 w 594"/>
                <a:gd name="T47" fmla="*/ 234 h 438"/>
                <a:gd name="T48" fmla="*/ 288 w 594"/>
                <a:gd name="T49" fmla="*/ 228 h 438"/>
                <a:gd name="T50" fmla="*/ 300 w 594"/>
                <a:gd name="T51" fmla="*/ 216 h 438"/>
                <a:gd name="T52" fmla="*/ 312 w 594"/>
                <a:gd name="T53" fmla="*/ 210 h 438"/>
                <a:gd name="T54" fmla="*/ 324 w 594"/>
                <a:gd name="T55" fmla="*/ 198 h 438"/>
                <a:gd name="T56" fmla="*/ 336 w 594"/>
                <a:gd name="T57" fmla="*/ 192 h 438"/>
                <a:gd name="T58" fmla="*/ 348 w 594"/>
                <a:gd name="T59" fmla="*/ 186 h 438"/>
                <a:gd name="T60" fmla="*/ 360 w 594"/>
                <a:gd name="T61" fmla="*/ 174 h 438"/>
                <a:gd name="T62" fmla="*/ 372 w 594"/>
                <a:gd name="T63" fmla="*/ 168 h 438"/>
                <a:gd name="T64" fmla="*/ 378 w 594"/>
                <a:gd name="T65" fmla="*/ 156 h 438"/>
                <a:gd name="T66" fmla="*/ 390 w 594"/>
                <a:gd name="T67" fmla="*/ 150 h 438"/>
                <a:gd name="T68" fmla="*/ 402 w 594"/>
                <a:gd name="T69" fmla="*/ 138 h 438"/>
                <a:gd name="T70" fmla="*/ 414 w 594"/>
                <a:gd name="T71" fmla="*/ 132 h 438"/>
                <a:gd name="T72" fmla="*/ 426 w 594"/>
                <a:gd name="T73" fmla="*/ 126 h 438"/>
                <a:gd name="T74" fmla="*/ 438 w 594"/>
                <a:gd name="T75" fmla="*/ 114 h 438"/>
                <a:gd name="T76" fmla="*/ 450 w 594"/>
                <a:gd name="T77" fmla="*/ 108 h 438"/>
                <a:gd name="T78" fmla="*/ 462 w 594"/>
                <a:gd name="T79" fmla="*/ 96 h 438"/>
                <a:gd name="T80" fmla="*/ 474 w 594"/>
                <a:gd name="T81" fmla="*/ 90 h 438"/>
                <a:gd name="T82" fmla="*/ 486 w 594"/>
                <a:gd name="T83" fmla="*/ 78 h 438"/>
                <a:gd name="T84" fmla="*/ 498 w 594"/>
                <a:gd name="T85" fmla="*/ 72 h 438"/>
                <a:gd name="T86" fmla="*/ 510 w 594"/>
                <a:gd name="T87" fmla="*/ 66 h 438"/>
                <a:gd name="T88" fmla="*/ 522 w 594"/>
                <a:gd name="T89" fmla="*/ 54 h 438"/>
                <a:gd name="T90" fmla="*/ 534 w 594"/>
                <a:gd name="T91" fmla="*/ 48 h 438"/>
                <a:gd name="T92" fmla="*/ 546 w 594"/>
                <a:gd name="T93" fmla="*/ 36 h 438"/>
                <a:gd name="T94" fmla="*/ 552 w 594"/>
                <a:gd name="T95" fmla="*/ 30 h 438"/>
                <a:gd name="T96" fmla="*/ 564 w 594"/>
                <a:gd name="T97" fmla="*/ 18 h 438"/>
                <a:gd name="T98" fmla="*/ 576 w 594"/>
                <a:gd name="T99" fmla="*/ 12 h 438"/>
                <a:gd name="T100" fmla="*/ 588 w 594"/>
                <a:gd name="T101" fmla="*/ 6 h 4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94" h="438">
                  <a:moveTo>
                    <a:pt x="0" y="438"/>
                  </a:moveTo>
                  <a:lnTo>
                    <a:pt x="0" y="438"/>
                  </a:lnTo>
                  <a:lnTo>
                    <a:pt x="6" y="438"/>
                  </a:lnTo>
                  <a:lnTo>
                    <a:pt x="6" y="432"/>
                  </a:lnTo>
                  <a:lnTo>
                    <a:pt x="12" y="432"/>
                  </a:lnTo>
                  <a:lnTo>
                    <a:pt x="18" y="426"/>
                  </a:lnTo>
                  <a:lnTo>
                    <a:pt x="24" y="420"/>
                  </a:lnTo>
                  <a:lnTo>
                    <a:pt x="30" y="420"/>
                  </a:lnTo>
                  <a:lnTo>
                    <a:pt x="30" y="414"/>
                  </a:lnTo>
                  <a:lnTo>
                    <a:pt x="36" y="414"/>
                  </a:lnTo>
                  <a:lnTo>
                    <a:pt x="42" y="408"/>
                  </a:lnTo>
                  <a:lnTo>
                    <a:pt x="48" y="408"/>
                  </a:lnTo>
                  <a:lnTo>
                    <a:pt x="48" y="402"/>
                  </a:lnTo>
                  <a:lnTo>
                    <a:pt x="54" y="402"/>
                  </a:lnTo>
                  <a:lnTo>
                    <a:pt x="54" y="396"/>
                  </a:lnTo>
                  <a:lnTo>
                    <a:pt x="60" y="396"/>
                  </a:lnTo>
                  <a:lnTo>
                    <a:pt x="66" y="390"/>
                  </a:lnTo>
                  <a:lnTo>
                    <a:pt x="72" y="390"/>
                  </a:lnTo>
                  <a:lnTo>
                    <a:pt x="72" y="384"/>
                  </a:lnTo>
                  <a:lnTo>
                    <a:pt x="78" y="384"/>
                  </a:lnTo>
                  <a:lnTo>
                    <a:pt x="84" y="378"/>
                  </a:lnTo>
                  <a:lnTo>
                    <a:pt x="90" y="372"/>
                  </a:lnTo>
                  <a:lnTo>
                    <a:pt x="96" y="372"/>
                  </a:lnTo>
                  <a:lnTo>
                    <a:pt x="96" y="366"/>
                  </a:lnTo>
                  <a:lnTo>
                    <a:pt x="102" y="366"/>
                  </a:lnTo>
                  <a:lnTo>
                    <a:pt x="102" y="360"/>
                  </a:lnTo>
                  <a:lnTo>
                    <a:pt x="108" y="360"/>
                  </a:lnTo>
                  <a:lnTo>
                    <a:pt x="114" y="360"/>
                  </a:lnTo>
                  <a:lnTo>
                    <a:pt x="114" y="354"/>
                  </a:lnTo>
                  <a:lnTo>
                    <a:pt x="120" y="354"/>
                  </a:lnTo>
                  <a:lnTo>
                    <a:pt x="120" y="348"/>
                  </a:lnTo>
                  <a:lnTo>
                    <a:pt x="126" y="348"/>
                  </a:lnTo>
                  <a:lnTo>
                    <a:pt x="132" y="342"/>
                  </a:lnTo>
                  <a:lnTo>
                    <a:pt x="138" y="336"/>
                  </a:lnTo>
                  <a:lnTo>
                    <a:pt x="144" y="336"/>
                  </a:lnTo>
                  <a:lnTo>
                    <a:pt x="144" y="330"/>
                  </a:lnTo>
                  <a:lnTo>
                    <a:pt x="150" y="330"/>
                  </a:lnTo>
                  <a:lnTo>
                    <a:pt x="156" y="324"/>
                  </a:lnTo>
                  <a:lnTo>
                    <a:pt x="162" y="324"/>
                  </a:lnTo>
                  <a:lnTo>
                    <a:pt x="162" y="318"/>
                  </a:lnTo>
                  <a:lnTo>
                    <a:pt x="168" y="318"/>
                  </a:lnTo>
                  <a:lnTo>
                    <a:pt x="168" y="312"/>
                  </a:lnTo>
                  <a:lnTo>
                    <a:pt x="174" y="312"/>
                  </a:lnTo>
                  <a:lnTo>
                    <a:pt x="180" y="306"/>
                  </a:lnTo>
                  <a:lnTo>
                    <a:pt x="186" y="306"/>
                  </a:lnTo>
                  <a:lnTo>
                    <a:pt x="186" y="300"/>
                  </a:lnTo>
                  <a:lnTo>
                    <a:pt x="192" y="300"/>
                  </a:lnTo>
                  <a:lnTo>
                    <a:pt x="198" y="294"/>
                  </a:lnTo>
                  <a:lnTo>
                    <a:pt x="204" y="288"/>
                  </a:lnTo>
                  <a:lnTo>
                    <a:pt x="210" y="288"/>
                  </a:lnTo>
                  <a:lnTo>
                    <a:pt x="210" y="282"/>
                  </a:lnTo>
                  <a:lnTo>
                    <a:pt x="216" y="282"/>
                  </a:lnTo>
                  <a:lnTo>
                    <a:pt x="216" y="276"/>
                  </a:lnTo>
                  <a:lnTo>
                    <a:pt x="222" y="276"/>
                  </a:lnTo>
                  <a:lnTo>
                    <a:pt x="228" y="276"/>
                  </a:lnTo>
                  <a:lnTo>
                    <a:pt x="228" y="270"/>
                  </a:lnTo>
                  <a:lnTo>
                    <a:pt x="234" y="270"/>
                  </a:lnTo>
                  <a:lnTo>
                    <a:pt x="234" y="264"/>
                  </a:lnTo>
                  <a:lnTo>
                    <a:pt x="240" y="264"/>
                  </a:lnTo>
                  <a:lnTo>
                    <a:pt x="246" y="258"/>
                  </a:lnTo>
                  <a:lnTo>
                    <a:pt x="252" y="252"/>
                  </a:lnTo>
                  <a:lnTo>
                    <a:pt x="258" y="252"/>
                  </a:lnTo>
                  <a:lnTo>
                    <a:pt x="258" y="246"/>
                  </a:lnTo>
                  <a:lnTo>
                    <a:pt x="264" y="246"/>
                  </a:lnTo>
                  <a:lnTo>
                    <a:pt x="270" y="240"/>
                  </a:lnTo>
                  <a:lnTo>
                    <a:pt x="276" y="240"/>
                  </a:lnTo>
                  <a:lnTo>
                    <a:pt x="276" y="234"/>
                  </a:lnTo>
                  <a:lnTo>
                    <a:pt x="282" y="234"/>
                  </a:lnTo>
                  <a:lnTo>
                    <a:pt x="282" y="228"/>
                  </a:lnTo>
                  <a:lnTo>
                    <a:pt x="288" y="228"/>
                  </a:lnTo>
                  <a:lnTo>
                    <a:pt x="288" y="222"/>
                  </a:lnTo>
                  <a:lnTo>
                    <a:pt x="294" y="222"/>
                  </a:lnTo>
                  <a:lnTo>
                    <a:pt x="300" y="222"/>
                  </a:lnTo>
                  <a:lnTo>
                    <a:pt x="300" y="216"/>
                  </a:lnTo>
                  <a:lnTo>
                    <a:pt x="306" y="216"/>
                  </a:lnTo>
                  <a:lnTo>
                    <a:pt x="306" y="210"/>
                  </a:lnTo>
                  <a:lnTo>
                    <a:pt x="312" y="210"/>
                  </a:lnTo>
                  <a:lnTo>
                    <a:pt x="318" y="204"/>
                  </a:lnTo>
                  <a:lnTo>
                    <a:pt x="324" y="198"/>
                  </a:lnTo>
                  <a:lnTo>
                    <a:pt x="330" y="198"/>
                  </a:lnTo>
                  <a:lnTo>
                    <a:pt x="330" y="192"/>
                  </a:lnTo>
                  <a:lnTo>
                    <a:pt x="336" y="192"/>
                  </a:lnTo>
                  <a:lnTo>
                    <a:pt x="342" y="186"/>
                  </a:lnTo>
                  <a:lnTo>
                    <a:pt x="348" y="186"/>
                  </a:lnTo>
                  <a:lnTo>
                    <a:pt x="348" y="180"/>
                  </a:lnTo>
                  <a:lnTo>
                    <a:pt x="354" y="180"/>
                  </a:lnTo>
                  <a:lnTo>
                    <a:pt x="354" y="174"/>
                  </a:lnTo>
                  <a:lnTo>
                    <a:pt x="360" y="174"/>
                  </a:lnTo>
                  <a:lnTo>
                    <a:pt x="366" y="168"/>
                  </a:lnTo>
                  <a:lnTo>
                    <a:pt x="372" y="168"/>
                  </a:lnTo>
                  <a:lnTo>
                    <a:pt x="372" y="162"/>
                  </a:lnTo>
                  <a:lnTo>
                    <a:pt x="378" y="162"/>
                  </a:lnTo>
                  <a:lnTo>
                    <a:pt x="378" y="156"/>
                  </a:lnTo>
                  <a:lnTo>
                    <a:pt x="384" y="156"/>
                  </a:lnTo>
                  <a:lnTo>
                    <a:pt x="390" y="150"/>
                  </a:lnTo>
                  <a:lnTo>
                    <a:pt x="396" y="150"/>
                  </a:lnTo>
                  <a:lnTo>
                    <a:pt x="396" y="144"/>
                  </a:lnTo>
                  <a:lnTo>
                    <a:pt x="402" y="144"/>
                  </a:lnTo>
                  <a:lnTo>
                    <a:pt x="402" y="138"/>
                  </a:lnTo>
                  <a:lnTo>
                    <a:pt x="408" y="138"/>
                  </a:lnTo>
                  <a:lnTo>
                    <a:pt x="414" y="132"/>
                  </a:lnTo>
                  <a:lnTo>
                    <a:pt x="420" y="132"/>
                  </a:lnTo>
                  <a:lnTo>
                    <a:pt x="420" y="126"/>
                  </a:lnTo>
                  <a:lnTo>
                    <a:pt x="426" y="126"/>
                  </a:lnTo>
                  <a:lnTo>
                    <a:pt x="432" y="120"/>
                  </a:lnTo>
                  <a:lnTo>
                    <a:pt x="438" y="114"/>
                  </a:lnTo>
                  <a:lnTo>
                    <a:pt x="444" y="114"/>
                  </a:lnTo>
                  <a:lnTo>
                    <a:pt x="444" y="108"/>
                  </a:lnTo>
                  <a:lnTo>
                    <a:pt x="450" y="108"/>
                  </a:lnTo>
                  <a:lnTo>
                    <a:pt x="450" y="102"/>
                  </a:lnTo>
                  <a:lnTo>
                    <a:pt x="456" y="102"/>
                  </a:lnTo>
                  <a:lnTo>
                    <a:pt x="462" y="102"/>
                  </a:lnTo>
                  <a:lnTo>
                    <a:pt x="462" y="96"/>
                  </a:lnTo>
                  <a:lnTo>
                    <a:pt x="468" y="96"/>
                  </a:lnTo>
                  <a:lnTo>
                    <a:pt x="468" y="90"/>
                  </a:lnTo>
                  <a:lnTo>
                    <a:pt x="474" y="90"/>
                  </a:lnTo>
                  <a:lnTo>
                    <a:pt x="480" y="84"/>
                  </a:lnTo>
                  <a:lnTo>
                    <a:pt x="486" y="78"/>
                  </a:lnTo>
                  <a:lnTo>
                    <a:pt x="492" y="78"/>
                  </a:lnTo>
                  <a:lnTo>
                    <a:pt x="492" y="72"/>
                  </a:lnTo>
                  <a:lnTo>
                    <a:pt x="498" y="72"/>
                  </a:lnTo>
                  <a:lnTo>
                    <a:pt x="504" y="66"/>
                  </a:lnTo>
                  <a:lnTo>
                    <a:pt x="510" y="66"/>
                  </a:lnTo>
                  <a:lnTo>
                    <a:pt x="510" y="60"/>
                  </a:lnTo>
                  <a:lnTo>
                    <a:pt x="516" y="60"/>
                  </a:lnTo>
                  <a:lnTo>
                    <a:pt x="516" y="54"/>
                  </a:lnTo>
                  <a:lnTo>
                    <a:pt x="522" y="54"/>
                  </a:lnTo>
                  <a:lnTo>
                    <a:pt x="528" y="48"/>
                  </a:lnTo>
                  <a:lnTo>
                    <a:pt x="534" y="48"/>
                  </a:lnTo>
                  <a:lnTo>
                    <a:pt x="534" y="42"/>
                  </a:lnTo>
                  <a:lnTo>
                    <a:pt x="540" y="42"/>
                  </a:lnTo>
                  <a:lnTo>
                    <a:pt x="546" y="36"/>
                  </a:lnTo>
                  <a:lnTo>
                    <a:pt x="552" y="30"/>
                  </a:lnTo>
                  <a:lnTo>
                    <a:pt x="558" y="30"/>
                  </a:lnTo>
                  <a:lnTo>
                    <a:pt x="558" y="24"/>
                  </a:lnTo>
                  <a:lnTo>
                    <a:pt x="564" y="24"/>
                  </a:lnTo>
                  <a:lnTo>
                    <a:pt x="564" y="18"/>
                  </a:lnTo>
                  <a:lnTo>
                    <a:pt x="570" y="18"/>
                  </a:lnTo>
                  <a:lnTo>
                    <a:pt x="576" y="18"/>
                  </a:lnTo>
                  <a:lnTo>
                    <a:pt x="576" y="12"/>
                  </a:lnTo>
                  <a:lnTo>
                    <a:pt x="582" y="12"/>
                  </a:lnTo>
                  <a:lnTo>
                    <a:pt x="582" y="6"/>
                  </a:lnTo>
                  <a:lnTo>
                    <a:pt x="588" y="6"/>
                  </a:lnTo>
                  <a:lnTo>
                    <a:pt x="594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Freeform 46">
              <a:extLst>
                <a:ext uri="{FF2B5EF4-FFF2-40B4-BE49-F238E27FC236}">
                  <a16:creationId xmlns:a16="http://schemas.microsoft.com/office/drawing/2014/main" id="{41BFB809-D19A-CA0F-E4E0-10461C63A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1601"/>
              <a:ext cx="588" cy="438"/>
            </a:xfrm>
            <a:custGeom>
              <a:avLst/>
              <a:gdLst>
                <a:gd name="T0" fmla="*/ 6 w 588"/>
                <a:gd name="T1" fmla="*/ 432 h 438"/>
                <a:gd name="T2" fmla="*/ 18 w 588"/>
                <a:gd name="T3" fmla="*/ 426 h 438"/>
                <a:gd name="T4" fmla="*/ 30 w 588"/>
                <a:gd name="T5" fmla="*/ 414 h 438"/>
                <a:gd name="T6" fmla="*/ 42 w 588"/>
                <a:gd name="T7" fmla="*/ 408 h 438"/>
                <a:gd name="T8" fmla="*/ 54 w 588"/>
                <a:gd name="T9" fmla="*/ 396 h 438"/>
                <a:gd name="T10" fmla="*/ 66 w 588"/>
                <a:gd name="T11" fmla="*/ 390 h 438"/>
                <a:gd name="T12" fmla="*/ 78 w 588"/>
                <a:gd name="T13" fmla="*/ 378 h 438"/>
                <a:gd name="T14" fmla="*/ 90 w 588"/>
                <a:gd name="T15" fmla="*/ 372 h 438"/>
                <a:gd name="T16" fmla="*/ 102 w 588"/>
                <a:gd name="T17" fmla="*/ 366 h 438"/>
                <a:gd name="T18" fmla="*/ 114 w 588"/>
                <a:gd name="T19" fmla="*/ 354 h 438"/>
                <a:gd name="T20" fmla="*/ 126 w 588"/>
                <a:gd name="T21" fmla="*/ 348 h 438"/>
                <a:gd name="T22" fmla="*/ 138 w 588"/>
                <a:gd name="T23" fmla="*/ 336 h 438"/>
                <a:gd name="T24" fmla="*/ 144 w 588"/>
                <a:gd name="T25" fmla="*/ 330 h 438"/>
                <a:gd name="T26" fmla="*/ 156 w 588"/>
                <a:gd name="T27" fmla="*/ 318 h 438"/>
                <a:gd name="T28" fmla="*/ 168 w 588"/>
                <a:gd name="T29" fmla="*/ 312 h 438"/>
                <a:gd name="T30" fmla="*/ 180 w 588"/>
                <a:gd name="T31" fmla="*/ 306 h 438"/>
                <a:gd name="T32" fmla="*/ 192 w 588"/>
                <a:gd name="T33" fmla="*/ 294 h 438"/>
                <a:gd name="T34" fmla="*/ 204 w 588"/>
                <a:gd name="T35" fmla="*/ 288 h 438"/>
                <a:gd name="T36" fmla="*/ 216 w 588"/>
                <a:gd name="T37" fmla="*/ 276 h 438"/>
                <a:gd name="T38" fmla="*/ 228 w 588"/>
                <a:gd name="T39" fmla="*/ 270 h 438"/>
                <a:gd name="T40" fmla="*/ 240 w 588"/>
                <a:gd name="T41" fmla="*/ 258 h 438"/>
                <a:gd name="T42" fmla="*/ 252 w 588"/>
                <a:gd name="T43" fmla="*/ 252 h 438"/>
                <a:gd name="T44" fmla="*/ 264 w 588"/>
                <a:gd name="T45" fmla="*/ 246 h 438"/>
                <a:gd name="T46" fmla="*/ 276 w 588"/>
                <a:gd name="T47" fmla="*/ 234 h 438"/>
                <a:gd name="T48" fmla="*/ 288 w 588"/>
                <a:gd name="T49" fmla="*/ 228 h 438"/>
                <a:gd name="T50" fmla="*/ 300 w 588"/>
                <a:gd name="T51" fmla="*/ 216 h 438"/>
                <a:gd name="T52" fmla="*/ 312 w 588"/>
                <a:gd name="T53" fmla="*/ 210 h 438"/>
                <a:gd name="T54" fmla="*/ 318 w 588"/>
                <a:gd name="T55" fmla="*/ 198 h 438"/>
                <a:gd name="T56" fmla="*/ 330 w 588"/>
                <a:gd name="T57" fmla="*/ 192 h 438"/>
                <a:gd name="T58" fmla="*/ 342 w 588"/>
                <a:gd name="T59" fmla="*/ 186 h 438"/>
                <a:gd name="T60" fmla="*/ 354 w 588"/>
                <a:gd name="T61" fmla="*/ 174 h 438"/>
                <a:gd name="T62" fmla="*/ 366 w 588"/>
                <a:gd name="T63" fmla="*/ 168 h 438"/>
                <a:gd name="T64" fmla="*/ 378 w 588"/>
                <a:gd name="T65" fmla="*/ 156 h 438"/>
                <a:gd name="T66" fmla="*/ 390 w 588"/>
                <a:gd name="T67" fmla="*/ 150 h 438"/>
                <a:gd name="T68" fmla="*/ 402 w 588"/>
                <a:gd name="T69" fmla="*/ 138 h 438"/>
                <a:gd name="T70" fmla="*/ 414 w 588"/>
                <a:gd name="T71" fmla="*/ 132 h 438"/>
                <a:gd name="T72" fmla="*/ 426 w 588"/>
                <a:gd name="T73" fmla="*/ 120 h 438"/>
                <a:gd name="T74" fmla="*/ 438 w 588"/>
                <a:gd name="T75" fmla="*/ 114 h 438"/>
                <a:gd name="T76" fmla="*/ 450 w 588"/>
                <a:gd name="T77" fmla="*/ 108 h 438"/>
                <a:gd name="T78" fmla="*/ 462 w 588"/>
                <a:gd name="T79" fmla="*/ 96 h 438"/>
                <a:gd name="T80" fmla="*/ 474 w 588"/>
                <a:gd name="T81" fmla="*/ 90 h 438"/>
                <a:gd name="T82" fmla="*/ 486 w 588"/>
                <a:gd name="T83" fmla="*/ 78 h 438"/>
                <a:gd name="T84" fmla="*/ 498 w 588"/>
                <a:gd name="T85" fmla="*/ 72 h 438"/>
                <a:gd name="T86" fmla="*/ 504 w 588"/>
                <a:gd name="T87" fmla="*/ 60 h 438"/>
                <a:gd name="T88" fmla="*/ 516 w 588"/>
                <a:gd name="T89" fmla="*/ 54 h 438"/>
                <a:gd name="T90" fmla="*/ 528 w 588"/>
                <a:gd name="T91" fmla="*/ 48 h 438"/>
                <a:gd name="T92" fmla="*/ 540 w 588"/>
                <a:gd name="T93" fmla="*/ 36 h 438"/>
                <a:gd name="T94" fmla="*/ 552 w 588"/>
                <a:gd name="T95" fmla="*/ 30 h 438"/>
                <a:gd name="T96" fmla="*/ 564 w 588"/>
                <a:gd name="T97" fmla="*/ 18 h 438"/>
                <a:gd name="T98" fmla="*/ 576 w 588"/>
                <a:gd name="T99" fmla="*/ 12 h 438"/>
                <a:gd name="T100" fmla="*/ 588 w 588"/>
                <a:gd name="T101" fmla="*/ 0 h 4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88" h="438">
                  <a:moveTo>
                    <a:pt x="0" y="438"/>
                  </a:moveTo>
                  <a:lnTo>
                    <a:pt x="0" y="438"/>
                  </a:lnTo>
                  <a:lnTo>
                    <a:pt x="6" y="432"/>
                  </a:lnTo>
                  <a:lnTo>
                    <a:pt x="12" y="432"/>
                  </a:lnTo>
                  <a:lnTo>
                    <a:pt x="12" y="426"/>
                  </a:lnTo>
                  <a:lnTo>
                    <a:pt x="18" y="426"/>
                  </a:lnTo>
                  <a:lnTo>
                    <a:pt x="24" y="420"/>
                  </a:lnTo>
                  <a:lnTo>
                    <a:pt x="30" y="420"/>
                  </a:lnTo>
                  <a:lnTo>
                    <a:pt x="30" y="414"/>
                  </a:lnTo>
                  <a:lnTo>
                    <a:pt x="36" y="414"/>
                  </a:lnTo>
                  <a:lnTo>
                    <a:pt x="36" y="408"/>
                  </a:lnTo>
                  <a:lnTo>
                    <a:pt x="42" y="408"/>
                  </a:lnTo>
                  <a:lnTo>
                    <a:pt x="42" y="402"/>
                  </a:lnTo>
                  <a:lnTo>
                    <a:pt x="48" y="402"/>
                  </a:lnTo>
                  <a:lnTo>
                    <a:pt x="54" y="402"/>
                  </a:lnTo>
                  <a:lnTo>
                    <a:pt x="54" y="396"/>
                  </a:lnTo>
                  <a:lnTo>
                    <a:pt x="60" y="396"/>
                  </a:lnTo>
                  <a:lnTo>
                    <a:pt x="60" y="390"/>
                  </a:lnTo>
                  <a:lnTo>
                    <a:pt x="66" y="390"/>
                  </a:lnTo>
                  <a:lnTo>
                    <a:pt x="72" y="384"/>
                  </a:lnTo>
                  <a:lnTo>
                    <a:pt x="78" y="378"/>
                  </a:lnTo>
                  <a:lnTo>
                    <a:pt x="84" y="378"/>
                  </a:lnTo>
                  <a:lnTo>
                    <a:pt x="84" y="372"/>
                  </a:lnTo>
                  <a:lnTo>
                    <a:pt x="90" y="372"/>
                  </a:lnTo>
                  <a:lnTo>
                    <a:pt x="96" y="366"/>
                  </a:lnTo>
                  <a:lnTo>
                    <a:pt x="102" y="366"/>
                  </a:lnTo>
                  <a:lnTo>
                    <a:pt x="102" y="360"/>
                  </a:lnTo>
                  <a:lnTo>
                    <a:pt x="108" y="360"/>
                  </a:lnTo>
                  <a:lnTo>
                    <a:pt x="108" y="354"/>
                  </a:lnTo>
                  <a:lnTo>
                    <a:pt x="114" y="354"/>
                  </a:lnTo>
                  <a:lnTo>
                    <a:pt x="120" y="348"/>
                  </a:lnTo>
                  <a:lnTo>
                    <a:pt x="126" y="348"/>
                  </a:lnTo>
                  <a:lnTo>
                    <a:pt x="126" y="342"/>
                  </a:lnTo>
                  <a:lnTo>
                    <a:pt x="132" y="342"/>
                  </a:lnTo>
                  <a:lnTo>
                    <a:pt x="138" y="336"/>
                  </a:lnTo>
                  <a:lnTo>
                    <a:pt x="144" y="330"/>
                  </a:lnTo>
                  <a:lnTo>
                    <a:pt x="150" y="330"/>
                  </a:lnTo>
                  <a:lnTo>
                    <a:pt x="150" y="324"/>
                  </a:lnTo>
                  <a:lnTo>
                    <a:pt x="156" y="324"/>
                  </a:lnTo>
                  <a:lnTo>
                    <a:pt x="156" y="318"/>
                  </a:lnTo>
                  <a:lnTo>
                    <a:pt x="162" y="318"/>
                  </a:lnTo>
                  <a:lnTo>
                    <a:pt x="168" y="318"/>
                  </a:lnTo>
                  <a:lnTo>
                    <a:pt x="168" y="312"/>
                  </a:lnTo>
                  <a:lnTo>
                    <a:pt x="174" y="312"/>
                  </a:lnTo>
                  <a:lnTo>
                    <a:pt x="174" y="306"/>
                  </a:lnTo>
                  <a:lnTo>
                    <a:pt x="180" y="306"/>
                  </a:lnTo>
                  <a:lnTo>
                    <a:pt x="186" y="300"/>
                  </a:lnTo>
                  <a:lnTo>
                    <a:pt x="192" y="294"/>
                  </a:lnTo>
                  <a:lnTo>
                    <a:pt x="198" y="294"/>
                  </a:lnTo>
                  <a:lnTo>
                    <a:pt x="198" y="288"/>
                  </a:lnTo>
                  <a:lnTo>
                    <a:pt x="204" y="288"/>
                  </a:lnTo>
                  <a:lnTo>
                    <a:pt x="210" y="282"/>
                  </a:lnTo>
                  <a:lnTo>
                    <a:pt x="216" y="282"/>
                  </a:lnTo>
                  <a:lnTo>
                    <a:pt x="216" y="276"/>
                  </a:lnTo>
                  <a:lnTo>
                    <a:pt x="222" y="276"/>
                  </a:lnTo>
                  <a:lnTo>
                    <a:pt x="222" y="270"/>
                  </a:lnTo>
                  <a:lnTo>
                    <a:pt x="228" y="270"/>
                  </a:lnTo>
                  <a:lnTo>
                    <a:pt x="234" y="264"/>
                  </a:lnTo>
                  <a:lnTo>
                    <a:pt x="240" y="264"/>
                  </a:lnTo>
                  <a:lnTo>
                    <a:pt x="240" y="258"/>
                  </a:lnTo>
                  <a:lnTo>
                    <a:pt x="246" y="258"/>
                  </a:lnTo>
                  <a:lnTo>
                    <a:pt x="246" y="252"/>
                  </a:lnTo>
                  <a:lnTo>
                    <a:pt x="252" y="252"/>
                  </a:lnTo>
                  <a:lnTo>
                    <a:pt x="258" y="246"/>
                  </a:lnTo>
                  <a:lnTo>
                    <a:pt x="264" y="246"/>
                  </a:lnTo>
                  <a:lnTo>
                    <a:pt x="264" y="240"/>
                  </a:lnTo>
                  <a:lnTo>
                    <a:pt x="270" y="240"/>
                  </a:lnTo>
                  <a:lnTo>
                    <a:pt x="270" y="234"/>
                  </a:lnTo>
                  <a:lnTo>
                    <a:pt x="276" y="234"/>
                  </a:lnTo>
                  <a:lnTo>
                    <a:pt x="282" y="234"/>
                  </a:lnTo>
                  <a:lnTo>
                    <a:pt x="282" y="228"/>
                  </a:lnTo>
                  <a:lnTo>
                    <a:pt x="288" y="228"/>
                  </a:lnTo>
                  <a:lnTo>
                    <a:pt x="288" y="222"/>
                  </a:lnTo>
                  <a:lnTo>
                    <a:pt x="294" y="222"/>
                  </a:lnTo>
                  <a:lnTo>
                    <a:pt x="300" y="216"/>
                  </a:lnTo>
                  <a:lnTo>
                    <a:pt x="306" y="210"/>
                  </a:lnTo>
                  <a:lnTo>
                    <a:pt x="312" y="210"/>
                  </a:lnTo>
                  <a:lnTo>
                    <a:pt x="312" y="204"/>
                  </a:lnTo>
                  <a:lnTo>
                    <a:pt x="318" y="204"/>
                  </a:lnTo>
                  <a:lnTo>
                    <a:pt x="318" y="198"/>
                  </a:lnTo>
                  <a:lnTo>
                    <a:pt x="324" y="198"/>
                  </a:lnTo>
                  <a:lnTo>
                    <a:pt x="330" y="198"/>
                  </a:lnTo>
                  <a:lnTo>
                    <a:pt x="330" y="192"/>
                  </a:lnTo>
                  <a:lnTo>
                    <a:pt x="336" y="192"/>
                  </a:lnTo>
                  <a:lnTo>
                    <a:pt x="336" y="186"/>
                  </a:lnTo>
                  <a:lnTo>
                    <a:pt x="342" y="186"/>
                  </a:lnTo>
                  <a:lnTo>
                    <a:pt x="348" y="180"/>
                  </a:lnTo>
                  <a:lnTo>
                    <a:pt x="354" y="180"/>
                  </a:lnTo>
                  <a:lnTo>
                    <a:pt x="354" y="174"/>
                  </a:lnTo>
                  <a:lnTo>
                    <a:pt x="360" y="174"/>
                  </a:lnTo>
                  <a:lnTo>
                    <a:pt x="360" y="168"/>
                  </a:lnTo>
                  <a:lnTo>
                    <a:pt x="366" y="168"/>
                  </a:lnTo>
                  <a:lnTo>
                    <a:pt x="372" y="162"/>
                  </a:lnTo>
                  <a:lnTo>
                    <a:pt x="378" y="162"/>
                  </a:lnTo>
                  <a:lnTo>
                    <a:pt x="378" y="156"/>
                  </a:lnTo>
                  <a:lnTo>
                    <a:pt x="384" y="156"/>
                  </a:lnTo>
                  <a:lnTo>
                    <a:pt x="384" y="150"/>
                  </a:lnTo>
                  <a:lnTo>
                    <a:pt x="390" y="150"/>
                  </a:lnTo>
                  <a:lnTo>
                    <a:pt x="390" y="144"/>
                  </a:lnTo>
                  <a:lnTo>
                    <a:pt x="396" y="144"/>
                  </a:lnTo>
                  <a:lnTo>
                    <a:pt x="402" y="144"/>
                  </a:lnTo>
                  <a:lnTo>
                    <a:pt x="402" y="138"/>
                  </a:lnTo>
                  <a:lnTo>
                    <a:pt x="408" y="138"/>
                  </a:lnTo>
                  <a:lnTo>
                    <a:pt x="408" y="132"/>
                  </a:lnTo>
                  <a:lnTo>
                    <a:pt x="414" y="132"/>
                  </a:lnTo>
                  <a:lnTo>
                    <a:pt x="420" y="126"/>
                  </a:lnTo>
                  <a:lnTo>
                    <a:pt x="426" y="126"/>
                  </a:lnTo>
                  <a:lnTo>
                    <a:pt x="426" y="120"/>
                  </a:lnTo>
                  <a:lnTo>
                    <a:pt x="432" y="120"/>
                  </a:lnTo>
                  <a:lnTo>
                    <a:pt x="432" y="114"/>
                  </a:lnTo>
                  <a:lnTo>
                    <a:pt x="438" y="114"/>
                  </a:lnTo>
                  <a:lnTo>
                    <a:pt x="444" y="108"/>
                  </a:lnTo>
                  <a:lnTo>
                    <a:pt x="450" y="108"/>
                  </a:lnTo>
                  <a:lnTo>
                    <a:pt x="450" y="102"/>
                  </a:lnTo>
                  <a:lnTo>
                    <a:pt x="456" y="102"/>
                  </a:lnTo>
                  <a:lnTo>
                    <a:pt x="456" y="96"/>
                  </a:lnTo>
                  <a:lnTo>
                    <a:pt x="462" y="96"/>
                  </a:lnTo>
                  <a:lnTo>
                    <a:pt x="468" y="90"/>
                  </a:lnTo>
                  <a:lnTo>
                    <a:pt x="474" y="90"/>
                  </a:lnTo>
                  <a:lnTo>
                    <a:pt x="474" y="84"/>
                  </a:lnTo>
                  <a:lnTo>
                    <a:pt x="480" y="84"/>
                  </a:lnTo>
                  <a:lnTo>
                    <a:pt x="486" y="78"/>
                  </a:lnTo>
                  <a:lnTo>
                    <a:pt x="492" y="72"/>
                  </a:lnTo>
                  <a:lnTo>
                    <a:pt x="498" y="72"/>
                  </a:lnTo>
                  <a:lnTo>
                    <a:pt x="498" y="66"/>
                  </a:lnTo>
                  <a:lnTo>
                    <a:pt x="504" y="66"/>
                  </a:lnTo>
                  <a:lnTo>
                    <a:pt x="504" y="60"/>
                  </a:lnTo>
                  <a:lnTo>
                    <a:pt x="510" y="60"/>
                  </a:lnTo>
                  <a:lnTo>
                    <a:pt x="516" y="60"/>
                  </a:lnTo>
                  <a:lnTo>
                    <a:pt x="516" y="54"/>
                  </a:lnTo>
                  <a:lnTo>
                    <a:pt x="522" y="54"/>
                  </a:lnTo>
                  <a:lnTo>
                    <a:pt x="522" y="48"/>
                  </a:lnTo>
                  <a:lnTo>
                    <a:pt x="528" y="48"/>
                  </a:lnTo>
                  <a:lnTo>
                    <a:pt x="534" y="42"/>
                  </a:lnTo>
                  <a:lnTo>
                    <a:pt x="540" y="36"/>
                  </a:lnTo>
                  <a:lnTo>
                    <a:pt x="546" y="36"/>
                  </a:lnTo>
                  <a:lnTo>
                    <a:pt x="546" y="30"/>
                  </a:lnTo>
                  <a:lnTo>
                    <a:pt x="552" y="30"/>
                  </a:lnTo>
                  <a:lnTo>
                    <a:pt x="558" y="24"/>
                  </a:lnTo>
                  <a:lnTo>
                    <a:pt x="564" y="24"/>
                  </a:lnTo>
                  <a:lnTo>
                    <a:pt x="564" y="18"/>
                  </a:lnTo>
                  <a:lnTo>
                    <a:pt x="570" y="18"/>
                  </a:lnTo>
                  <a:lnTo>
                    <a:pt x="570" y="12"/>
                  </a:lnTo>
                  <a:lnTo>
                    <a:pt x="576" y="12"/>
                  </a:lnTo>
                  <a:lnTo>
                    <a:pt x="582" y="6"/>
                  </a:lnTo>
                  <a:lnTo>
                    <a:pt x="588" y="6"/>
                  </a:lnTo>
                  <a:lnTo>
                    <a:pt x="588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Freeform 47">
              <a:extLst>
                <a:ext uri="{FF2B5EF4-FFF2-40B4-BE49-F238E27FC236}">
                  <a16:creationId xmlns:a16="http://schemas.microsoft.com/office/drawing/2014/main" id="{045395AD-95CA-3402-6A4C-B09E0C845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163"/>
              <a:ext cx="594" cy="438"/>
            </a:xfrm>
            <a:custGeom>
              <a:avLst/>
              <a:gdLst>
                <a:gd name="T0" fmla="*/ 12 w 594"/>
                <a:gd name="T1" fmla="*/ 432 h 438"/>
                <a:gd name="T2" fmla="*/ 24 w 594"/>
                <a:gd name="T3" fmla="*/ 426 h 438"/>
                <a:gd name="T4" fmla="*/ 36 w 594"/>
                <a:gd name="T5" fmla="*/ 414 h 438"/>
                <a:gd name="T6" fmla="*/ 48 w 594"/>
                <a:gd name="T7" fmla="*/ 408 h 438"/>
                <a:gd name="T8" fmla="*/ 60 w 594"/>
                <a:gd name="T9" fmla="*/ 396 h 438"/>
                <a:gd name="T10" fmla="*/ 72 w 594"/>
                <a:gd name="T11" fmla="*/ 390 h 438"/>
                <a:gd name="T12" fmla="*/ 84 w 594"/>
                <a:gd name="T13" fmla="*/ 378 h 438"/>
                <a:gd name="T14" fmla="*/ 90 w 594"/>
                <a:gd name="T15" fmla="*/ 372 h 438"/>
                <a:gd name="T16" fmla="*/ 102 w 594"/>
                <a:gd name="T17" fmla="*/ 366 h 438"/>
                <a:gd name="T18" fmla="*/ 114 w 594"/>
                <a:gd name="T19" fmla="*/ 354 h 438"/>
                <a:gd name="T20" fmla="*/ 126 w 594"/>
                <a:gd name="T21" fmla="*/ 348 h 438"/>
                <a:gd name="T22" fmla="*/ 138 w 594"/>
                <a:gd name="T23" fmla="*/ 336 h 438"/>
                <a:gd name="T24" fmla="*/ 150 w 594"/>
                <a:gd name="T25" fmla="*/ 330 h 438"/>
                <a:gd name="T26" fmla="*/ 162 w 594"/>
                <a:gd name="T27" fmla="*/ 318 h 438"/>
                <a:gd name="T28" fmla="*/ 174 w 594"/>
                <a:gd name="T29" fmla="*/ 312 h 438"/>
                <a:gd name="T30" fmla="*/ 186 w 594"/>
                <a:gd name="T31" fmla="*/ 300 h 438"/>
                <a:gd name="T32" fmla="*/ 198 w 594"/>
                <a:gd name="T33" fmla="*/ 294 h 438"/>
                <a:gd name="T34" fmla="*/ 210 w 594"/>
                <a:gd name="T35" fmla="*/ 288 h 438"/>
                <a:gd name="T36" fmla="*/ 222 w 594"/>
                <a:gd name="T37" fmla="*/ 276 h 438"/>
                <a:gd name="T38" fmla="*/ 234 w 594"/>
                <a:gd name="T39" fmla="*/ 270 h 438"/>
                <a:gd name="T40" fmla="*/ 246 w 594"/>
                <a:gd name="T41" fmla="*/ 258 h 438"/>
                <a:gd name="T42" fmla="*/ 258 w 594"/>
                <a:gd name="T43" fmla="*/ 252 h 438"/>
                <a:gd name="T44" fmla="*/ 264 w 594"/>
                <a:gd name="T45" fmla="*/ 240 h 438"/>
                <a:gd name="T46" fmla="*/ 276 w 594"/>
                <a:gd name="T47" fmla="*/ 234 h 438"/>
                <a:gd name="T48" fmla="*/ 288 w 594"/>
                <a:gd name="T49" fmla="*/ 228 h 438"/>
                <a:gd name="T50" fmla="*/ 300 w 594"/>
                <a:gd name="T51" fmla="*/ 216 h 438"/>
                <a:gd name="T52" fmla="*/ 312 w 594"/>
                <a:gd name="T53" fmla="*/ 210 h 438"/>
                <a:gd name="T54" fmla="*/ 324 w 594"/>
                <a:gd name="T55" fmla="*/ 198 h 438"/>
                <a:gd name="T56" fmla="*/ 336 w 594"/>
                <a:gd name="T57" fmla="*/ 192 h 438"/>
                <a:gd name="T58" fmla="*/ 348 w 594"/>
                <a:gd name="T59" fmla="*/ 180 h 438"/>
                <a:gd name="T60" fmla="*/ 360 w 594"/>
                <a:gd name="T61" fmla="*/ 174 h 438"/>
                <a:gd name="T62" fmla="*/ 372 w 594"/>
                <a:gd name="T63" fmla="*/ 168 h 438"/>
                <a:gd name="T64" fmla="*/ 384 w 594"/>
                <a:gd name="T65" fmla="*/ 156 h 438"/>
                <a:gd name="T66" fmla="*/ 396 w 594"/>
                <a:gd name="T67" fmla="*/ 150 h 438"/>
                <a:gd name="T68" fmla="*/ 408 w 594"/>
                <a:gd name="T69" fmla="*/ 138 h 438"/>
                <a:gd name="T70" fmla="*/ 420 w 594"/>
                <a:gd name="T71" fmla="*/ 132 h 438"/>
                <a:gd name="T72" fmla="*/ 432 w 594"/>
                <a:gd name="T73" fmla="*/ 120 h 438"/>
                <a:gd name="T74" fmla="*/ 444 w 594"/>
                <a:gd name="T75" fmla="*/ 114 h 438"/>
                <a:gd name="T76" fmla="*/ 450 w 594"/>
                <a:gd name="T77" fmla="*/ 108 h 438"/>
                <a:gd name="T78" fmla="*/ 462 w 594"/>
                <a:gd name="T79" fmla="*/ 96 h 438"/>
                <a:gd name="T80" fmla="*/ 474 w 594"/>
                <a:gd name="T81" fmla="*/ 90 h 438"/>
                <a:gd name="T82" fmla="*/ 486 w 594"/>
                <a:gd name="T83" fmla="*/ 78 h 438"/>
                <a:gd name="T84" fmla="*/ 498 w 594"/>
                <a:gd name="T85" fmla="*/ 72 h 438"/>
                <a:gd name="T86" fmla="*/ 510 w 594"/>
                <a:gd name="T87" fmla="*/ 60 h 438"/>
                <a:gd name="T88" fmla="*/ 522 w 594"/>
                <a:gd name="T89" fmla="*/ 54 h 438"/>
                <a:gd name="T90" fmla="*/ 534 w 594"/>
                <a:gd name="T91" fmla="*/ 42 h 438"/>
                <a:gd name="T92" fmla="*/ 546 w 594"/>
                <a:gd name="T93" fmla="*/ 36 h 438"/>
                <a:gd name="T94" fmla="*/ 558 w 594"/>
                <a:gd name="T95" fmla="*/ 30 h 438"/>
                <a:gd name="T96" fmla="*/ 570 w 594"/>
                <a:gd name="T97" fmla="*/ 18 h 438"/>
                <a:gd name="T98" fmla="*/ 582 w 594"/>
                <a:gd name="T99" fmla="*/ 12 h 438"/>
                <a:gd name="T100" fmla="*/ 594 w 594"/>
                <a:gd name="T101" fmla="*/ 0 h 4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94" h="438">
                  <a:moveTo>
                    <a:pt x="0" y="438"/>
                  </a:moveTo>
                  <a:lnTo>
                    <a:pt x="6" y="438"/>
                  </a:lnTo>
                  <a:lnTo>
                    <a:pt x="12" y="432"/>
                  </a:lnTo>
                  <a:lnTo>
                    <a:pt x="18" y="426"/>
                  </a:lnTo>
                  <a:lnTo>
                    <a:pt x="24" y="426"/>
                  </a:lnTo>
                  <a:lnTo>
                    <a:pt x="24" y="420"/>
                  </a:lnTo>
                  <a:lnTo>
                    <a:pt x="30" y="420"/>
                  </a:lnTo>
                  <a:lnTo>
                    <a:pt x="30" y="414"/>
                  </a:lnTo>
                  <a:lnTo>
                    <a:pt x="36" y="414"/>
                  </a:lnTo>
                  <a:lnTo>
                    <a:pt x="42" y="414"/>
                  </a:lnTo>
                  <a:lnTo>
                    <a:pt x="42" y="408"/>
                  </a:lnTo>
                  <a:lnTo>
                    <a:pt x="48" y="408"/>
                  </a:lnTo>
                  <a:lnTo>
                    <a:pt x="48" y="402"/>
                  </a:lnTo>
                  <a:lnTo>
                    <a:pt x="54" y="402"/>
                  </a:lnTo>
                  <a:lnTo>
                    <a:pt x="60" y="396"/>
                  </a:lnTo>
                  <a:lnTo>
                    <a:pt x="66" y="390"/>
                  </a:lnTo>
                  <a:lnTo>
                    <a:pt x="72" y="390"/>
                  </a:lnTo>
                  <a:lnTo>
                    <a:pt x="72" y="384"/>
                  </a:lnTo>
                  <a:lnTo>
                    <a:pt x="78" y="384"/>
                  </a:lnTo>
                  <a:lnTo>
                    <a:pt x="84" y="378"/>
                  </a:lnTo>
                  <a:lnTo>
                    <a:pt x="90" y="378"/>
                  </a:lnTo>
                  <a:lnTo>
                    <a:pt x="90" y="372"/>
                  </a:lnTo>
                  <a:lnTo>
                    <a:pt x="96" y="372"/>
                  </a:lnTo>
                  <a:lnTo>
                    <a:pt x="96" y="366"/>
                  </a:lnTo>
                  <a:lnTo>
                    <a:pt x="102" y="366"/>
                  </a:lnTo>
                  <a:lnTo>
                    <a:pt x="108" y="360"/>
                  </a:lnTo>
                  <a:lnTo>
                    <a:pt x="114" y="360"/>
                  </a:lnTo>
                  <a:lnTo>
                    <a:pt x="114" y="354"/>
                  </a:lnTo>
                  <a:lnTo>
                    <a:pt x="120" y="354"/>
                  </a:lnTo>
                  <a:lnTo>
                    <a:pt x="120" y="348"/>
                  </a:lnTo>
                  <a:lnTo>
                    <a:pt x="126" y="348"/>
                  </a:lnTo>
                  <a:lnTo>
                    <a:pt x="132" y="342"/>
                  </a:lnTo>
                  <a:lnTo>
                    <a:pt x="138" y="342"/>
                  </a:lnTo>
                  <a:lnTo>
                    <a:pt x="138" y="336"/>
                  </a:lnTo>
                  <a:lnTo>
                    <a:pt x="144" y="336"/>
                  </a:lnTo>
                  <a:lnTo>
                    <a:pt x="144" y="330"/>
                  </a:lnTo>
                  <a:lnTo>
                    <a:pt x="150" y="330"/>
                  </a:lnTo>
                  <a:lnTo>
                    <a:pt x="156" y="324"/>
                  </a:lnTo>
                  <a:lnTo>
                    <a:pt x="162" y="324"/>
                  </a:lnTo>
                  <a:lnTo>
                    <a:pt x="162" y="318"/>
                  </a:lnTo>
                  <a:lnTo>
                    <a:pt x="168" y="318"/>
                  </a:lnTo>
                  <a:lnTo>
                    <a:pt x="168" y="312"/>
                  </a:lnTo>
                  <a:lnTo>
                    <a:pt x="174" y="312"/>
                  </a:lnTo>
                  <a:lnTo>
                    <a:pt x="180" y="306"/>
                  </a:lnTo>
                  <a:lnTo>
                    <a:pt x="186" y="306"/>
                  </a:lnTo>
                  <a:lnTo>
                    <a:pt x="186" y="300"/>
                  </a:lnTo>
                  <a:lnTo>
                    <a:pt x="192" y="300"/>
                  </a:lnTo>
                  <a:lnTo>
                    <a:pt x="192" y="294"/>
                  </a:lnTo>
                  <a:lnTo>
                    <a:pt x="198" y="294"/>
                  </a:lnTo>
                  <a:lnTo>
                    <a:pt x="204" y="288"/>
                  </a:lnTo>
                  <a:lnTo>
                    <a:pt x="210" y="288"/>
                  </a:lnTo>
                  <a:lnTo>
                    <a:pt x="210" y="282"/>
                  </a:lnTo>
                  <a:lnTo>
                    <a:pt x="216" y="282"/>
                  </a:lnTo>
                  <a:lnTo>
                    <a:pt x="216" y="276"/>
                  </a:lnTo>
                  <a:lnTo>
                    <a:pt x="222" y="276"/>
                  </a:lnTo>
                  <a:lnTo>
                    <a:pt x="228" y="276"/>
                  </a:lnTo>
                  <a:lnTo>
                    <a:pt x="228" y="270"/>
                  </a:lnTo>
                  <a:lnTo>
                    <a:pt x="234" y="270"/>
                  </a:lnTo>
                  <a:lnTo>
                    <a:pt x="234" y="264"/>
                  </a:lnTo>
                  <a:lnTo>
                    <a:pt x="240" y="264"/>
                  </a:lnTo>
                  <a:lnTo>
                    <a:pt x="246" y="258"/>
                  </a:lnTo>
                  <a:lnTo>
                    <a:pt x="252" y="252"/>
                  </a:lnTo>
                  <a:lnTo>
                    <a:pt x="258" y="252"/>
                  </a:lnTo>
                  <a:lnTo>
                    <a:pt x="258" y="246"/>
                  </a:lnTo>
                  <a:lnTo>
                    <a:pt x="264" y="246"/>
                  </a:lnTo>
                  <a:lnTo>
                    <a:pt x="264" y="240"/>
                  </a:lnTo>
                  <a:lnTo>
                    <a:pt x="270" y="240"/>
                  </a:lnTo>
                  <a:lnTo>
                    <a:pt x="276" y="240"/>
                  </a:lnTo>
                  <a:lnTo>
                    <a:pt x="276" y="234"/>
                  </a:lnTo>
                  <a:lnTo>
                    <a:pt x="282" y="234"/>
                  </a:lnTo>
                  <a:lnTo>
                    <a:pt x="282" y="228"/>
                  </a:lnTo>
                  <a:lnTo>
                    <a:pt x="288" y="228"/>
                  </a:lnTo>
                  <a:lnTo>
                    <a:pt x="294" y="222"/>
                  </a:lnTo>
                  <a:lnTo>
                    <a:pt x="300" y="222"/>
                  </a:lnTo>
                  <a:lnTo>
                    <a:pt x="300" y="216"/>
                  </a:lnTo>
                  <a:lnTo>
                    <a:pt x="306" y="216"/>
                  </a:lnTo>
                  <a:lnTo>
                    <a:pt x="306" y="210"/>
                  </a:lnTo>
                  <a:lnTo>
                    <a:pt x="312" y="210"/>
                  </a:lnTo>
                  <a:lnTo>
                    <a:pt x="318" y="204"/>
                  </a:lnTo>
                  <a:lnTo>
                    <a:pt x="324" y="204"/>
                  </a:lnTo>
                  <a:lnTo>
                    <a:pt x="324" y="198"/>
                  </a:lnTo>
                  <a:lnTo>
                    <a:pt x="330" y="198"/>
                  </a:lnTo>
                  <a:lnTo>
                    <a:pt x="330" y="192"/>
                  </a:lnTo>
                  <a:lnTo>
                    <a:pt x="336" y="192"/>
                  </a:lnTo>
                  <a:lnTo>
                    <a:pt x="342" y="186"/>
                  </a:lnTo>
                  <a:lnTo>
                    <a:pt x="348" y="186"/>
                  </a:lnTo>
                  <a:lnTo>
                    <a:pt x="348" y="180"/>
                  </a:lnTo>
                  <a:lnTo>
                    <a:pt x="354" y="180"/>
                  </a:lnTo>
                  <a:lnTo>
                    <a:pt x="360" y="174"/>
                  </a:lnTo>
                  <a:lnTo>
                    <a:pt x="366" y="168"/>
                  </a:lnTo>
                  <a:lnTo>
                    <a:pt x="372" y="168"/>
                  </a:lnTo>
                  <a:lnTo>
                    <a:pt x="372" y="162"/>
                  </a:lnTo>
                  <a:lnTo>
                    <a:pt x="378" y="162"/>
                  </a:lnTo>
                  <a:lnTo>
                    <a:pt x="378" y="156"/>
                  </a:lnTo>
                  <a:lnTo>
                    <a:pt x="384" y="156"/>
                  </a:lnTo>
                  <a:lnTo>
                    <a:pt x="390" y="156"/>
                  </a:lnTo>
                  <a:lnTo>
                    <a:pt x="390" y="150"/>
                  </a:lnTo>
                  <a:lnTo>
                    <a:pt x="396" y="150"/>
                  </a:lnTo>
                  <a:lnTo>
                    <a:pt x="396" y="144"/>
                  </a:lnTo>
                  <a:lnTo>
                    <a:pt x="402" y="144"/>
                  </a:lnTo>
                  <a:lnTo>
                    <a:pt x="408" y="138"/>
                  </a:lnTo>
                  <a:lnTo>
                    <a:pt x="414" y="132"/>
                  </a:lnTo>
                  <a:lnTo>
                    <a:pt x="420" y="132"/>
                  </a:lnTo>
                  <a:lnTo>
                    <a:pt x="420" y="126"/>
                  </a:lnTo>
                  <a:lnTo>
                    <a:pt x="426" y="126"/>
                  </a:lnTo>
                  <a:lnTo>
                    <a:pt x="432" y="120"/>
                  </a:lnTo>
                  <a:lnTo>
                    <a:pt x="438" y="120"/>
                  </a:lnTo>
                  <a:lnTo>
                    <a:pt x="438" y="114"/>
                  </a:lnTo>
                  <a:lnTo>
                    <a:pt x="444" y="114"/>
                  </a:lnTo>
                  <a:lnTo>
                    <a:pt x="444" y="108"/>
                  </a:lnTo>
                  <a:lnTo>
                    <a:pt x="450" y="108"/>
                  </a:lnTo>
                  <a:lnTo>
                    <a:pt x="456" y="102"/>
                  </a:lnTo>
                  <a:lnTo>
                    <a:pt x="462" y="102"/>
                  </a:lnTo>
                  <a:lnTo>
                    <a:pt x="462" y="96"/>
                  </a:lnTo>
                  <a:lnTo>
                    <a:pt x="468" y="96"/>
                  </a:lnTo>
                  <a:lnTo>
                    <a:pt x="474" y="90"/>
                  </a:lnTo>
                  <a:lnTo>
                    <a:pt x="480" y="84"/>
                  </a:lnTo>
                  <a:lnTo>
                    <a:pt x="486" y="84"/>
                  </a:lnTo>
                  <a:lnTo>
                    <a:pt x="486" y="78"/>
                  </a:lnTo>
                  <a:lnTo>
                    <a:pt x="492" y="78"/>
                  </a:lnTo>
                  <a:lnTo>
                    <a:pt x="492" y="72"/>
                  </a:lnTo>
                  <a:lnTo>
                    <a:pt x="498" y="72"/>
                  </a:lnTo>
                  <a:lnTo>
                    <a:pt x="504" y="66"/>
                  </a:lnTo>
                  <a:lnTo>
                    <a:pt x="510" y="66"/>
                  </a:lnTo>
                  <a:lnTo>
                    <a:pt x="510" y="60"/>
                  </a:lnTo>
                  <a:lnTo>
                    <a:pt x="516" y="60"/>
                  </a:lnTo>
                  <a:lnTo>
                    <a:pt x="516" y="54"/>
                  </a:lnTo>
                  <a:lnTo>
                    <a:pt x="522" y="54"/>
                  </a:lnTo>
                  <a:lnTo>
                    <a:pt x="528" y="48"/>
                  </a:lnTo>
                  <a:lnTo>
                    <a:pt x="534" y="48"/>
                  </a:lnTo>
                  <a:lnTo>
                    <a:pt x="534" y="42"/>
                  </a:lnTo>
                  <a:lnTo>
                    <a:pt x="540" y="42"/>
                  </a:lnTo>
                  <a:lnTo>
                    <a:pt x="546" y="36"/>
                  </a:lnTo>
                  <a:lnTo>
                    <a:pt x="552" y="30"/>
                  </a:lnTo>
                  <a:lnTo>
                    <a:pt x="558" y="30"/>
                  </a:lnTo>
                  <a:lnTo>
                    <a:pt x="558" y="24"/>
                  </a:lnTo>
                  <a:lnTo>
                    <a:pt x="564" y="24"/>
                  </a:lnTo>
                  <a:lnTo>
                    <a:pt x="564" y="18"/>
                  </a:lnTo>
                  <a:lnTo>
                    <a:pt x="570" y="18"/>
                  </a:lnTo>
                  <a:lnTo>
                    <a:pt x="576" y="18"/>
                  </a:lnTo>
                  <a:lnTo>
                    <a:pt x="576" y="12"/>
                  </a:lnTo>
                  <a:lnTo>
                    <a:pt x="582" y="12"/>
                  </a:lnTo>
                  <a:lnTo>
                    <a:pt x="582" y="6"/>
                  </a:lnTo>
                  <a:lnTo>
                    <a:pt x="588" y="6"/>
                  </a:lnTo>
                  <a:lnTo>
                    <a:pt x="594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Freeform 48">
              <a:extLst>
                <a:ext uri="{FF2B5EF4-FFF2-40B4-BE49-F238E27FC236}">
                  <a16:creationId xmlns:a16="http://schemas.microsoft.com/office/drawing/2014/main" id="{12AD3DC0-88E1-64D7-0740-BFEDCCB2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761"/>
              <a:ext cx="546" cy="402"/>
            </a:xfrm>
            <a:custGeom>
              <a:avLst/>
              <a:gdLst>
                <a:gd name="T0" fmla="*/ 6 w 546"/>
                <a:gd name="T1" fmla="*/ 396 h 402"/>
                <a:gd name="T2" fmla="*/ 18 w 546"/>
                <a:gd name="T3" fmla="*/ 390 h 402"/>
                <a:gd name="T4" fmla="*/ 24 w 546"/>
                <a:gd name="T5" fmla="*/ 384 h 402"/>
                <a:gd name="T6" fmla="*/ 36 w 546"/>
                <a:gd name="T7" fmla="*/ 378 h 402"/>
                <a:gd name="T8" fmla="*/ 42 w 546"/>
                <a:gd name="T9" fmla="*/ 372 h 402"/>
                <a:gd name="T10" fmla="*/ 54 w 546"/>
                <a:gd name="T11" fmla="*/ 360 h 402"/>
                <a:gd name="T12" fmla="*/ 66 w 546"/>
                <a:gd name="T13" fmla="*/ 354 h 402"/>
                <a:gd name="T14" fmla="*/ 72 w 546"/>
                <a:gd name="T15" fmla="*/ 348 h 402"/>
                <a:gd name="T16" fmla="*/ 84 w 546"/>
                <a:gd name="T17" fmla="*/ 342 h 402"/>
                <a:gd name="T18" fmla="*/ 90 w 546"/>
                <a:gd name="T19" fmla="*/ 336 h 402"/>
                <a:gd name="T20" fmla="*/ 102 w 546"/>
                <a:gd name="T21" fmla="*/ 330 h 402"/>
                <a:gd name="T22" fmla="*/ 108 w 546"/>
                <a:gd name="T23" fmla="*/ 324 h 402"/>
                <a:gd name="T24" fmla="*/ 120 w 546"/>
                <a:gd name="T25" fmla="*/ 312 h 402"/>
                <a:gd name="T26" fmla="*/ 126 w 546"/>
                <a:gd name="T27" fmla="*/ 306 h 402"/>
                <a:gd name="T28" fmla="*/ 138 w 546"/>
                <a:gd name="T29" fmla="*/ 300 h 402"/>
                <a:gd name="T30" fmla="*/ 144 w 546"/>
                <a:gd name="T31" fmla="*/ 294 h 402"/>
                <a:gd name="T32" fmla="*/ 156 w 546"/>
                <a:gd name="T33" fmla="*/ 288 h 402"/>
                <a:gd name="T34" fmla="*/ 168 w 546"/>
                <a:gd name="T35" fmla="*/ 282 h 402"/>
                <a:gd name="T36" fmla="*/ 174 w 546"/>
                <a:gd name="T37" fmla="*/ 276 h 402"/>
                <a:gd name="T38" fmla="*/ 186 w 546"/>
                <a:gd name="T39" fmla="*/ 264 h 402"/>
                <a:gd name="T40" fmla="*/ 192 w 546"/>
                <a:gd name="T41" fmla="*/ 258 h 402"/>
                <a:gd name="T42" fmla="*/ 204 w 546"/>
                <a:gd name="T43" fmla="*/ 252 h 402"/>
                <a:gd name="T44" fmla="*/ 210 w 546"/>
                <a:gd name="T45" fmla="*/ 246 h 402"/>
                <a:gd name="T46" fmla="*/ 222 w 546"/>
                <a:gd name="T47" fmla="*/ 240 h 402"/>
                <a:gd name="T48" fmla="*/ 228 w 546"/>
                <a:gd name="T49" fmla="*/ 234 h 402"/>
                <a:gd name="T50" fmla="*/ 240 w 546"/>
                <a:gd name="T51" fmla="*/ 228 h 402"/>
                <a:gd name="T52" fmla="*/ 246 w 546"/>
                <a:gd name="T53" fmla="*/ 216 h 402"/>
                <a:gd name="T54" fmla="*/ 258 w 546"/>
                <a:gd name="T55" fmla="*/ 210 h 402"/>
                <a:gd name="T56" fmla="*/ 270 w 546"/>
                <a:gd name="T57" fmla="*/ 204 h 402"/>
                <a:gd name="T58" fmla="*/ 276 w 546"/>
                <a:gd name="T59" fmla="*/ 198 h 402"/>
                <a:gd name="T60" fmla="*/ 288 w 546"/>
                <a:gd name="T61" fmla="*/ 192 h 402"/>
                <a:gd name="T62" fmla="*/ 294 w 546"/>
                <a:gd name="T63" fmla="*/ 186 h 402"/>
                <a:gd name="T64" fmla="*/ 306 w 546"/>
                <a:gd name="T65" fmla="*/ 174 h 402"/>
                <a:gd name="T66" fmla="*/ 312 w 546"/>
                <a:gd name="T67" fmla="*/ 168 h 402"/>
                <a:gd name="T68" fmla="*/ 324 w 546"/>
                <a:gd name="T69" fmla="*/ 162 h 402"/>
                <a:gd name="T70" fmla="*/ 330 w 546"/>
                <a:gd name="T71" fmla="*/ 156 h 402"/>
                <a:gd name="T72" fmla="*/ 342 w 546"/>
                <a:gd name="T73" fmla="*/ 150 h 402"/>
                <a:gd name="T74" fmla="*/ 348 w 546"/>
                <a:gd name="T75" fmla="*/ 144 h 402"/>
                <a:gd name="T76" fmla="*/ 360 w 546"/>
                <a:gd name="T77" fmla="*/ 138 h 402"/>
                <a:gd name="T78" fmla="*/ 372 w 546"/>
                <a:gd name="T79" fmla="*/ 126 h 402"/>
                <a:gd name="T80" fmla="*/ 378 w 546"/>
                <a:gd name="T81" fmla="*/ 120 h 402"/>
                <a:gd name="T82" fmla="*/ 390 w 546"/>
                <a:gd name="T83" fmla="*/ 114 h 402"/>
                <a:gd name="T84" fmla="*/ 396 w 546"/>
                <a:gd name="T85" fmla="*/ 108 h 402"/>
                <a:gd name="T86" fmla="*/ 408 w 546"/>
                <a:gd name="T87" fmla="*/ 102 h 402"/>
                <a:gd name="T88" fmla="*/ 414 w 546"/>
                <a:gd name="T89" fmla="*/ 96 h 402"/>
                <a:gd name="T90" fmla="*/ 426 w 546"/>
                <a:gd name="T91" fmla="*/ 90 h 402"/>
                <a:gd name="T92" fmla="*/ 432 w 546"/>
                <a:gd name="T93" fmla="*/ 78 h 402"/>
                <a:gd name="T94" fmla="*/ 444 w 546"/>
                <a:gd name="T95" fmla="*/ 72 h 402"/>
                <a:gd name="T96" fmla="*/ 456 w 546"/>
                <a:gd name="T97" fmla="*/ 66 h 402"/>
                <a:gd name="T98" fmla="*/ 462 w 546"/>
                <a:gd name="T99" fmla="*/ 60 h 402"/>
                <a:gd name="T100" fmla="*/ 474 w 546"/>
                <a:gd name="T101" fmla="*/ 54 h 402"/>
                <a:gd name="T102" fmla="*/ 480 w 546"/>
                <a:gd name="T103" fmla="*/ 48 h 402"/>
                <a:gd name="T104" fmla="*/ 492 w 546"/>
                <a:gd name="T105" fmla="*/ 42 h 402"/>
                <a:gd name="T106" fmla="*/ 498 w 546"/>
                <a:gd name="T107" fmla="*/ 30 h 402"/>
                <a:gd name="T108" fmla="*/ 510 w 546"/>
                <a:gd name="T109" fmla="*/ 24 h 402"/>
                <a:gd name="T110" fmla="*/ 516 w 546"/>
                <a:gd name="T111" fmla="*/ 18 h 402"/>
                <a:gd name="T112" fmla="*/ 528 w 546"/>
                <a:gd name="T113" fmla="*/ 12 h 402"/>
                <a:gd name="T114" fmla="*/ 534 w 546"/>
                <a:gd name="T115" fmla="*/ 6 h 402"/>
                <a:gd name="T116" fmla="*/ 546 w 546"/>
                <a:gd name="T117" fmla="*/ 0 h 40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46" h="402">
                  <a:moveTo>
                    <a:pt x="0" y="402"/>
                  </a:moveTo>
                  <a:lnTo>
                    <a:pt x="0" y="402"/>
                  </a:lnTo>
                  <a:lnTo>
                    <a:pt x="6" y="396"/>
                  </a:lnTo>
                  <a:lnTo>
                    <a:pt x="12" y="396"/>
                  </a:lnTo>
                  <a:lnTo>
                    <a:pt x="12" y="390"/>
                  </a:lnTo>
                  <a:lnTo>
                    <a:pt x="18" y="390"/>
                  </a:lnTo>
                  <a:lnTo>
                    <a:pt x="24" y="384"/>
                  </a:lnTo>
                  <a:lnTo>
                    <a:pt x="30" y="384"/>
                  </a:lnTo>
                  <a:lnTo>
                    <a:pt x="30" y="378"/>
                  </a:lnTo>
                  <a:lnTo>
                    <a:pt x="36" y="378"/>
                  </a:lnTo>
                  <a:lnTo>
                    <a:pt x="36" y="372"/>
                  </a:lnTo>
                  <a:lnTo>
                    <a:pt x="42" y="372"/>
                  </a:lnTo>
                  <a:lnTo>
                    <a:pt x="48" y="366"/>
                  </a:lnTo>
                  <a:lnTo>
                    <a:pt x="54" y="366"/>
                  </a:lnTo>
                  <a:lnTo>
                    <a:pt x="54" y="360"/>
                  </a:lnTo>
                  <a:lnTo>
                    <a:pt x="60" y="360"/>
                  </a:lnTo>
                  <a:lnTo>
                    <a:pt x="66" y="354"/>
                  </a:lnTo>
                  <a:lnTo>
                    <a:pt x="72" y="348"/>
                  </a:lnTo>
                  <a:lnTo>
                    <a:pt x="78" y="348"/>
                  </a:lnTo>
                  <a:lnTo>
                    <a:pt x="78" y="342"/>
                  </a:lnTo>
                  <a:lnTo>
                    <a:pt x="84" y="342"/>
                  </a:lnTo>
                  <a:lnTo>
                    <a:pt x="84" y="336"/>
                  </a:lnTo>
                  <a:lnTo>
                    <a:pt x="90" y="336"/>
                  </a:lnTo>
                  <a:lnTo>
                    <a:pt x="96" y="336"/>
                  </a:lnTo>
                  <a:lnTo>
                    <a:pt x="96" y="330"/>
                  </a:lnTo>
                  <a:lnTo>
                    <a:pt x="102" y="330"/>
                  </a:lnTo>
                  <a:lnTo>
                    <a:pt x="102" y="324"/>
                  </a:lnTo>
                  <a:lnTo>
                    <a:pt x="108" y="324"/>
                  </a:lnTo>
                  <a:lnTo>
                    <a:pt x="114" y="318"/>
                  </a:lnTo>
                  <a:lnTo>
                    <a:pt x="120" y="312"/>
                  </a:lnTo>
                  <a:lnTo>
                    <a:pt x="126" y="312"/>
                  </a:lnTo>
                  <a:lnTo>
                    <a:pt x="126" y="306"/>
                  </a:lnTo>
                  <a:lnTo>
                    <a:pt x="132" y="306"/>
                  </a:lnTo>
                  <a:lnTo>
                    <a:pt x="138" y="300"/>
                  </a:lnTo>
                  <a:lnTo>
                    <a:pt x="144" y="300"/>
                  </a:lnTo>
                  <a:lnTo>
                    <a:pt x="144" y="294"/>
                  </a:lnTo>
                  <a:lnTo>
                    <a:pt x="150" y="294"/>
                  </a:lnTo>
                  <a:lnTo>
                    <a:pt x="150" y="288"/>
                  </a:lnTo>
                  <a:lnTo>
                    <a:pt x="156" y="288"/>
                  </a:lnTo>
                  <a:lnTo>
                    <a:pt x="162" y="282"/>
                  </a:lnTo>
                  <a:lnTo>
                    <a:pt x="168" y="282"/>
                  </a:lnTo>
                  <a:lnTo>
                    <a:pt x="168" y="276"/>
                  </a:lnTo>
                  <a:lnTo>
                    <a:pt x="174" y="276"/>
                  </a:lnTo>
                  <a:lnTo>
                    <a:pt x="174" y="270"/>
                  </a:lnTo>
                  <a:lnTo>
                    <a:pt x="180" y="270"/>
                  </a:lnTo>
                  <a:lnTo>
                    <a:pt x="186" y="264"/>
                  </a:lnTo>
                  <a:lnTo>
                    <a:pt x="192" y="264"/>
                  </a:lnTo>
                  <a:lnTo>
                    <a:pt x="192" y="258"/>
                  </a:lnTo>
                  <a:lnTo>
                    <a:pt x="198" y="258"/>
                  </a:lnTo>
                  <a:lnTo>
                    <a:pt x="198" y="252"/>
                  </a:lnTo>
                  <a:lnTo>
                    <a:pt x="204" y="252"/>
                  </a:lnTo>
                  <a:lnTo>
                    <a:pt x="210" y="246"/>
                  </a:lnTo>
                  <a:lnTo>
                    <a:pt x="216" y="246"/>
                  </a:lnTo>
                  <a:lnTo>
                    <a:pt x="216" y="240"/>
                  </a:lnTo>
                  <a:lnTo>
                    <a:pt x="222" y="240"/>
                  </a:lnTo>
                  <a:lnTo>
                    <a:pt x="228" y="234"/>
                  </a:lnTo>
                  <a:lnTo>
                    <a:pt x="234" y="228"/>
                  </a:lnTo>
                  <a:lnTo>
                    <a:pt x="240" y="228"/>
                  </a:lnTo>
                  <a:lnTo>
                    <a:pt x="240" y="222"/>
                  </a:lnTo>
                  <a:lnTo>
                    <a:pt x="246" y="222"/>
                  </a:lnTo>
                  <a:lnTo>
                    <a:pt x="246" y="216"/>
                  </a:lnTo>
                  <a:lnTo>
                    <a:pt x="252" y="216"/>
                  </a:lnTo>
                  <a:lnTo>
                    <a:pt x="258" y="210"/>
                  </a:lnTo>
                  <a:lnTo>
                    <a:pt x="264" y="210"/>
                  </a:lnTo>
                  <a:lnTo>
                    <a:pt x="264" y="204"/>
                  </a:lnTo>
                  <a:lnTo>
                    <a:pt x="270" y="204"/>
                  </a:lnTo>
                  <a:lnTo>
                    <a:pt x="270" y="198"/>
                  </a:lnTo>
                  <a:lnTo>
                    <a:pt x="276" y="198"/>
                  </a:lnTo>
                  <a:lnTo>
                    <a:pt x="282" y="192"/>
                  </a:lnTo>
                  <a:lnTo>
                    <a:pt x="288" y="192"/>
                  </a:lnTo>
                  <a:lnTo>
                    <a:pt x="288" y="186"/>
                  </a:lnTo>
                  <a:lnTo>
                    <a:pt x="294" y="186"/>
                  </a:lnTo>
                  <a:lnTo>
                    <a:pt x="300" y="180"/>
                  </a:lnTo>
                  <a:lnTo>
                    <a:pt x="306" y="174"/>
                  </a:lnTo>
                  <a:lnTo>
                    <a:pt x="312" y="174"/>
                  </a:lnTo>
                  <a:lnTo>
                    <a:pt x="312" y="168"/>
                  </a:lnTo>
                  <a:lnTo>
                    <a:pt x="318" y="168"/>
                  </a:lnTo>
                  <a:lnTo>
                    <a:pt x="318" y="162"/>
                  </a:lnTo>
                  <a:lnTo>
                    <a:pt x="324" y="162"/>
                  </a:lnTo>
                  <a:lnTo>
                    <a:pt x="330" y="162"/>
                  </a:lnTo>
                  <a:lnTo>
                    <a:pt x="330" y="156"/>
                  </a:lnTo>
                  <a:lnTo>
                    <a:pt x="336" y="156"/>
                  </a:lnTo>
                  <a:lnTo>
                    <a:pt x="336" y="150"/>
                  </a:lnTo>
                  <a:lnTo>
                    <a:pt x="342" y="150"/>
                  </a:lnTo>
                  <a:lnTo>
                    <a:pt x="348" y="144"/>
                  </a:lnTo>
                  <a:lnTo>
                    <a:pt x="354" y="138"/>
                  </a:lnTo>
                  <a:lnTo>
                    <a:pt x="360" y="138"/>
                  </a:lnTo>
                  <a:lnTo>
                    <a:pt x="360" y="132"/>
                  </a:lnTo>
                  <a:lnTo>
                    <a:pt x="366" y="132"/>
                  </a:lnTo>
                  <a:lnTo>
                    <a:pt x="372" y="126"/>
                  </a:lnTo>
                  <a:lnTo>
                    <a:pt x="378" y="126"/>
                  </a:lnTo>
                  <a:lnTo>
                    <a:pt x="378" y="120"/>
                  </a:lnTo>
                  <a:lnTo>
                    <a:pt x="384" y="120"/>
                  </a:lnTo>
                  <a:lnTo>
                    <a:pt x="384" y="114"/>
                  </a:lnTo>
                  <a:lnTo>
                    <a:pt x="390" y="114"/>
                  </a:lnTo>
                  <a:lnTo>
                    <a:pt x="396" y="108"/>
                  </a:lnTo>
                  <a:lnTo>
                    <a:pt x="402" y="108"/>
                  </a:lnTo>
                  <a:lnTo>
                    <a:pt x="402" y="102"/>
                  </a:lnTo>
                  <a:lnTo>
                    <a:pt x="408" y="102"/>
                  </a:lnTo>
                  <a:lnTo>
                    <a:pt x="414" y="96"/>
                  </a:lnTo>
                  <a:lnTo>
                    <a:pt x="420" y="90"/>
                  </a:lnTo>
                  <a:lnTo>
                    <a:pt x="426" y="90"/>
                  </a:lnTo>
                  <a:lnTo>
                    <a:pt x="426" y="84"/>
                  </a:lnTo>
                  <a:lnTo>
                    <a:pt x="432" y="84"/>
                  </a:lnTo>
                  <a:lnTo>
                    <a:pt x="432" y="78"/>
                  </a:lnTo>
                  <a:lnTo>
                    <a:pt x="438" y="78"/>
                  </a:lnTo>
                  <a:lnTo>
                    <a:pt x="444" y="78"/>
                  </a:lnTo>
                  <a:lnTo>
                    <a:pt x="444" y="72"/>
                  </a:lnTo>
                  <a:lnTo>
                    <a:pt x="450" y="72"/>
                  </a:lnTo>
                  <a:lnTo>
                    <a:pt x="450" y="66"/>
                  </a:lnTo>
                  <a:lnTo>
                    <a:pt x="456" y="66"/>
                  </a:lnTo>
                  <a:lnTo>
                    <a:pt x="462" y="60"/>
                  </a:lnTo>
                  <a:lnTo>
                    <a:pt x="468" y="54"/>
                  </a:lnTo>
                  <a:lnTo>
                    <a:pt x="474" y="54"/>
                  </a:lnTo>
                  <a:lnTo>
                    <a:pt x="474" y="48"/>
                  </a:lnTo>
                  <a:lnTo>
                    <a:pt x="480" y="48"/>
                  </a:lnTo>
                  <a:lnTo>
                    <a:pt x="486" y="42"/>
                  </a:lnTo>
                  <a:lnTo>
                    <a:pt x="492" y="42"/>
                  </a:lnTo>
                  <a:lnTo>
                    <a:pt x="492" y="36"/>
                  </a:lnTo>
                  <a:lnTo>
                    <a:pt x="498" y="36"/>
                  </a:lnTo>
                  <a:lnTo>
                    <a:pt x="498" y="30"/>
                  </a:lnTo>
                  <a:lnTo>
                    <a:pt x="504" y="30"/>
                  </a:lnTo>
                  <a:lnTo>
                    <a:pt x="510" y="24"/>
                  </a:lnTo>
                  <a:lnTo>
                    <a:pt x="516" y="24"/>
                  </a:lnTo>
                  <a:lnTo>
                    <a:pt x="516" y="18"/>
                  </a:lnTo>
                  <a:lnTo>
                    <a:pt x="522" y="18"/>
                  </a:lnTo>
                  <a:lnTo>
                    <a:pt x="528" y="12"/>
                  </a:lnTo>
                  <a:lnTo>
                    <a:pt x="534" y="6"/>
                  </a:lnTo>
                  <a:lnTo>
                    <a:pt x="540" y="6"/>
                  </a:lnTo>
                  <a:lnTo>
                    <a:pt x="540" y="0"/>
                  </a:lnTo>
                  <a:lnTo>
                    <a:pt x="546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27" name="Freeform 49">
            <a:extLst>
              <a:ext uri="{FF2B5EF4-FFF2-40B4-BE49-F238E27FC236}">
                <a16:creationId xmlns:a16="http://schemas.microsoft.com/office/drawing/2014/main" id="{D354FFC6-2FA8-5938-4DF9-518F7E2581A5}"/>
              </a:ext>
            </a:extLst>
          </p:cNvPr>
          <p:cNvSpPr>
            <a:spLocks/>
          </p:cNvSpPr>
          <p:nvPr/>
        </p:nvSpPr>
        <p:spPr bwMode="auto">
          <a:xfrm>
            <a:off x="2219325" y="3194050"/>
            <a:ext cx="942975" cy="257175"/>
          </a:xfrm>
          <a:custGeom>
            <a:avLst/>
            <a:gdLst>
              <a:gd name="T0" fmla="*/ 2147483646 w 594"/>
              <a:gd name="T1" fmla="*/ 2147483646 h 162"/>
              <a:gd name="T2" fmla="*/ 2147483646 w 594"/>
              <a:gd name="T3" fmla="*/ 2147483646 h 162"/>
              <a:gd name="T4" fmla="*/ 2147483646 w 594"/>
              <a:gd name="T5" fmla="*/ 2147483646 h 162"/>
              <a:gd name="T6" fmla="*/ 2147483646 w 594"/>
              <a:gd name="T7" fmla="*/ 2147483646 h 162"/>
              <a:gd name="T8" fmla="*/ 2147483646 w 594"/>
              <a:gd name="T9" fmla="*/ 2147483646 h 162"/>
              <a:gd name="T10" fmla="*/ 2147483646 w 594"/>
              <a:gd name="T11" fmla="*/ 2147483646 h 162"/>
              <a:gd name="T12" fmla="*/ 2147483646 w 594"/>
              <a:gd name="T13" fmla="*/ 2147483646 h 162"/>
              <a:gd name="T14" fmla="*/ 2147483646 w 594"/>
              <a:gd name="T15" fmla="*/ 2147483646 h 162"/>
              <a:gd name="T16" fmla="*/ 2147483646 w 594"/>
              <a:gd name="T17" fmla="*/ 2147483646 h 162"/>
              <a:gd name="T18" fmla="*/ 2147483646 w 594"/>
              <a:gd name="T19" fmla="*/ 2147483646 h 162"/>
              <a:gd name="T20" fmla="*/ 2147483646 w 594"/>
              <a:gd name="T21" fmla="*/ 2147483646 h 162"/>
              <a:gd name="T22" fmla="*/ 2147483646 w 594"/>
              <a:gd name="T23" fmla="*/ 2147483646 h 162"/>
              <a:gd name="T24" fmla="*/ 2147483646 w 594"/>
              <a:gd name="T25" fmla="*/ 2147483646 h 162"/>
              <a:gd name="T26" fmla="*/ 2147483646 w 594"/>
              <a:gd name="T27" fmla="*/ 2147483646 h 162"/>
              <a:gd name="T28" fmla="*/ 2147483646 w 594"/>
              <a:gd name="T29" fmla="*/ 2147483646 h 162"/>
              <a:gd name="T30" fmla="*/ 2147483646 w 594"/>
              <a:gd name="T31" fmla="*/ 2147483646 h 162"/>
              <a:gd name="T32" fmla="*/ 2147483646 w 594"/>
              <a:gd name="T33" fmla="*/ 2147483646 h 162"/>
              <a:gd name="T34" fmla="*/ 2147483646 w 594"/>
              <a:gd name="T35" fmla="*/ 2147483646 h 162"/>
              <a:gd name="T36" fmla="*/ 2147483646 w 594"/>
              <a:gd name="T37" fmla="*/ 2147483646 h 162"/>
              <a:gd name="T38" fmla="*/ 2147483646 w 594"/>
              <a:gd name="T39" fmla="*/ 2147483646 h 162"/>
              <a:gd name="T40" fmla="*/ 2147483646 w 594"/>
              <a:gd name="T41" fmla="*/ 2147483646 h 162"/>
              <a:gd name="T42" fmla="*/ 2147483646 w 594"/>
              <a:gd name="T43" fmla="*/ 2147483646 h 162"/>
              <a:gd name="T44" fmla="*/ 2147483646 w 594"/>
              <a:gd name="T45" fmla="*/ 2147483646 h 162"/>
              <a:gd name="T46" fmla="*/ 2147483646 w 594"/>
              <a:gd name="T47" fmla="*/ 2147483646 h 162"/>
              <a:gd name="T48" fmla="*/ 2147483646 w 594"/>
              <a:gd name="T49" fmla="*/ 2147483646 h 162"/>
              <a:gd name="T50" fmla="*/ 2147483646 w 594"/>
              <a:gd name="T51" fmla="*/ 2147483646 h 162"/>
              <a:gd name="T52" fmla="*/ 2147483646 w 594"/>
              <a:gd name="T53" fmla="*/ 2147483646 h 162"/>
              <a:gd name="T54" fmla="*/ 2147483646 w 594"/>
              <a:gd name="T55" fmla="*/ 2147483646 h 162"/>
              <a:gd name="T56" fmla="*/ 2147483646 w 594"/>
              <a:gd name="T57" fmla="*/ 2147483646 h 162"/>
              <a:gd name="T58" fmla="*/ 2147483646 w 594"/>
              <a:gd name="T59" fmla="*/ 2147483646 h 162"/>
              <a:gd name="T60" fmla="*/ 2147483646 w 594"/>
              <a:gd name="T61" fmla="*/ 2147483646 h 162"/>
              <a:gd name="T62" fmla="*/ 2147483646 w 594"/>
              <a:gd name="T63" fmla="*/ 2147483646 h 162"/>
              <a:gd name="T64" fmla="*/ 2147483646 w 594"/>
              <a:gd name="T65" fmla="*/ 2147483646 h 162"/>
              <a:gd name="T66" fmla="*/ 2147483646 w 594"/>
              <a:gd name="T67" fmla="*/ 2147483646 h 162"/>
              <a:gd name="T68" fmla="*/ 2147483646 w 594"/>
              <a:gd name="T69" fmla="*/ 2147483646 h 162"/>
              <a:gd name="T70" fmla="*/ 2147483646 w 594"/>
              <a:gd name="T71" fmla="*/ 2147483646 h 162"/>
              <a:gd name="T72" fmla="*/ 2147483646 w 594"/>
              <a:gd name="T73" fmla="*/ 2147483646 h 162"/>
              <a:gd name="T74" fmla="*/ 2147483646 w 594"/>
              <a:gd name="T75" fmla="*/ 2147483646 h 162"/>
              <a:gd name="T76" fmla="*/ 2147483646 w 594"/>
              <a:gd name="T77" fmla="*/ 2147483646 h 162"/>
              <a:gd name="T78" fmla="*/ 2147483646 w 594"/>
              <a:gd name="T79" fmla="*/ 2147483646 h 162"/>
              <a:gd name="T80" fmla="*/ 2147483646 w 594"/>
              <a:gd name="T81" fmla="*/ 2147483646 h 162"/>
              <a:gd name="T82" fmla="*/ 2147483646 w 594"/>
              <a:gd name="T83" fmla="*/ 2147483646 h 162"/>
              <a:gd name="T84" fmla="*/ 2147483646 w 594"/>
              <a:gd name="T85" fmla="*/ 2147483646 h 162"/>
              <a:gd name="T86" fmla="*/ 2147483646 w 594"/>
              <a:gd name="T87" fmla="*/ 2147483646 h 162"/>
              <a:gd name="T88" fmla="*/ 2147483646 w 594"/>
              <a:gd name="T89" fmla="*/ 2147483646 h 162"/>
              <a:gd name="T90" fmla="*/ 2147483646 w 594"/>
              <a:gd name="T91" fmla="*/ 2147483646 h 162"/>
              <a:gd name="T92" fmla="*/ 2147483646 w 594"/>
              <a:gd name="T93" fmla="*/ 2147483646 h 162"/>
              <a:gd name="T94" fmla="*/ 2147483646 w 594"/>
              <a:gd name="T95" fmla="*/ 0 h 162"/>
              <a:gd name="T96" fmla="*/ 2147483646 w 594"/>
              <a:gd name="T97" fmla="*/ 0 h 162"/>
              <a:gd name="T98" fmla="*/ 2147483646 w 594"/>
              <a:gd name="T99" fmla="*/ 0 h 162"/>
              <a:gd name="T100" fmla="*/ 2147483646 w 594"/>
              <a:gd name="T101" fmla="*/ 0 h 16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162">
                <a:moveTo>
                  <a:pt x="0" y="162"/>
                </a:moveTo>
                <a:lnTo>
                  <a:pt x="0" y="156"/>
                </a:lnTo>
                <a:lnTo>
                  <a:pt x="6" y="156"/>
                </a:lnTo>
                <a:lnTo>
                  <a:pt x="12" y="150"/>
                </a:lnTo>
                <a:lnTo>
                  <a:pt x="18" y="144"/>
                </a:lnTo>
                <a:lnTo>
                  <a:pt x="24" y="138"/>
                </a:lnTo>
                <a:lnTo>
                  <a:pt x="30" y="138"/>
                </a:lnTo>
                <a:lnTo>
                  <a:pt x="30" y="132"/>
                </a:lnTo>
                <a:lnTo>
                  <a:pt x="36" y="132"/>
                </a:lnTo>
                <a:lnTo>
                  <a:pt x="36" y="126"/>
                </a:lnTo>
                <a:lnTo>
                  <a:pt x="42" y="126"/>
                </a:lnTo>
                <a:lnTo>
                  <a:pt x="42" y="120"/>
                </a:lnTo>
                <a:lnTo>
                  <a:pt x="48" y="120"/>
                </a:lnTo>
                <a:lnTo>
                  <a:pt x="54" y="114"/>
                </a:lnTo>
                <a:lnTo>
                  <a:pt x="60" y="114"/>
                </a:lnTo>
                <a:lnTo>
                  <a:pt x="60" y="108"/>
                </a:lnTo>
                <a:lnTo>
                  <a:pt x="66" y="108"/>
                </a:lnTo>
                <a:lnTo>
                  <a:pt x="66" y="102"/>
                </a:lnTo>
                <a:lnTo>
                  <a:pt x="72" y="102"/>
                </a:lnTo>
                <a:lnTo>
                  <a:pt x="78" y="96"/>
                </a:lnTo>
                <a:lnTo>
                  <a:pt x="84" y="96"/>
                </a:lnTo>
                <a:lnTo>
                  <a:pt x="84" y="90"/>
                </a:lnTo>
                <a:lnTo>
                  <a:pt x="90" y="90"/>
                </a:lnTo>
                <a:lnTo>
                  <a:pt x="90" y="84"/>
                </a:lnTo>
                <a:lnTo>
                  <a:pt x="96" y="84"/>
                </a:lnTo>
                <a:lnTo>
                  <a:pt x="102" y="84"/>
                </a:lnTo>
                <a:lnTo>
                  <a:pt x="102" y="78"/>
                </a:lnTo>
                <a:lnTo>
                  <a:pt x="108" y="78"/>
                </a:lnTo>
                <a:lnTo>
                  <a:pt x="114" y="72"/>
                </a:lnTo>
                <a:lnTo>
                  <a:pt x="120" y="72"/>
                </a:lnTo>
                <a:lnTo>
                  <a:pt x="126" y="66"/>
                </a:lnTo>
                <a:lnTo>
                  <a:pt x="132" y="66"/>
                </a:lnTo>
                <a:lnTo>
                  <a:pt x="132" y="60"/>
                </a:lnTo>
                <a:lnTo>
                  <a:pt x="138" y="60"/>
                </a:lnTo>
                <a:lnTo>
                  <a:pt x="144" y="60"/>
                </a:lnTo>
                <a:lnTo>
                  <a:pt x="144" y="54"/>
                </a:lnTo>
                <a:lnTo>
                  <a:pt x="150" y="54"/>
                </a:lnTo>
                <a:lnTo>
                  <a:pt x="156" y="54"/>
                </a:lnTo>
                <a:lnTo>
                  <a:pt x="156" y="48"/>
                </a:lnTo>
                <a:lnTo>
                  <a:pt x="162" y="48"/>
                </a:lnTo>
                <a:lnTo>
                  <a:pt x="168" y="48"/>
                </a:lnTo>
                <a:lnTo>
                  <a:pt x="168" y="42"/>
                </a:lnTo>
                <a:lnTo>
                  <a:pt x="174" y="42"/>
                </a:lnTo>
                <a:lnTo>
                  <a:pt x="180" y="42"/>
                </a:lnTo>
                <a:lnTo>
                  <a:pt x="186" y="42"/>
                </a:lnTo>
                <a:lnTo>
                  <a:pt x="186" y="36"/>
                </a:lnTo>
                <a:lnTo>
                  <a:pt x="192" y="36"/>
                </a:lnTo>
                <a:lnTo>
                  <a:pt x="198" y="36"/>
                </a:lnTo>
                <a:lnTo>
                  <a:pt x="204" y="30"/>
                </a:lnTo>
                <a:lnTo>
                  <a:pt x="210" y="30"/>
                </a:lnTo>
                <a:lnTo>
                  <a:pt x="216" y="30"/>
                </a:lnTo>
                <a:lnTo>
                  <a:pt x="222" y="24"/>
                </a:lnTo>
                <a:lnTo>
                  <a:pt x="228" y="24"/>
                </a:lnTo>
                <a:lnTo>
                  <a:pt x="234" y="24"/>
                </a:lnTo>
                <a:lnTo>
                  <a:pt x="240" y="24"/>
                </a:lnTo>
                <a:lnTo>
                  <a:pt x="246" y="24"/>
                </a:lnTo>
                <a:lnTo>
                  <a:pt x="246" y="18"/>
                </a:lnTo>
                <a:lnTo>
                  <a:pt x="252" y="18"/>
                </a:lnTo>
                <a:lnTo>
                  <a:pt x="258" y="18"/>
                </a:lnTo>
                <a:lnTo>
                  <a:pt x="264" y="18"/>
                </a:lnTo>
                <a:lnTo>
                  <a:pt x="270" y="18"/>
                </a:lnTo>
                <a:lnTo>
                  <a:pt x="276" y="18"/>
                </a:lnTo>
                <a:lnTo>
                  <a:pt x="276" y="12"/>
                </a:lnTo>
                <a:lnTo>
                  <a:pt x="282" y="12"/>
                </a:lnTo>
                <a:lnTo>
                  <a:pt x="288" y="12"/>
                </a:lnTo>
                <a:lnTo>
                  <a:pt x="294" y="12"/>
                </a:lnTo>
                <a:lnTo>
                  <a:pt x="300" y="12"/>
                </a:lnTo>
                <a:lnTo>
                  <a:pt x="306" y="12"/>
                </a:lnTo>
                <a:lnTo>
                  <a:pt x="312" y="12"/>
                </a:lnTo>
                <a:lnTo>
                  <a:pt x="318" y="12"/>
                </a:lnTo>
                <a:lnTo>
                  <a:pt x="324" y="12"/>
                </a:lnTo>
                <a:lnTo>
                  <a:pt x="330" y="6"/>
                </a:lnTo>
                <a:lnTo>
                  <a:pt x="336" y="6"/>
                </a:lnTo>
                <a:lnTo>
                  <a:pt x="342" y="6"/>
                </a:lnTo>
                <a:lnTo>
                  <a:pt x="348" y="6"/>
                </a:lnTo>
                <a:lnTo>
                  <a:pt x="354" y="6"/>
                </a:lnTo>
                <a:lnTo>
                  <a:pt x="360" y="6"/>
                </a:lnTo>
                <a:lnTo>
                  <a:pt x="366" y="6"/>
                </a:lnTo>
                <a:lnTo>
                  <a:pt x="372" y="6"/>
                </a:lnTo>
                <a:lnTo>
                  <a:pt x="378" y="6"/>
                </a:lnTo>
                <a:lnTo>
                  <a:pt x="384" y="6"/>
                </a:lnTo>
                <a:lnTo>
                  <a:pt x="390" y="6"/>
                </a:lnTo>
                <a:lnTo>
                  <a:pt x="396" y="6"/>
                </a:lnTo>
                <a:lnTo>
                  <a:pt x="402" y="6"/>
                </a:lnTo>
                <a:lnTo>
                  <a:pt x="408" y="6"/>
                </a:lnTo>
                <a:lnTo>
                  <a:pt x="414" y="6"/>
                </a:lnTo>
                <a:lnTo>
                  <a:pt x="420" y="6"/>
                </a:lnTo>
                <a:lnTo>
                  <a:pt x="426" y="6"/>
                </a:lnTo>
                <a:lnTo>
                  <a:pt x="432" y="6"/>
                </a:lnTo>
                <a:lnTo>
                  <a:pt x="438" y="6"/>
                </a:lnTo>
                <a:lnTo>
                  <a:pt x="444" y="6"/>
                </a:lnTo>
                <a:lnTo>
                  <a:pt x="450" y="6"/>
                </a:lnTo>
                <a:lnTo>
                  <a:pt x="456" y="6"/>
                </a:lnTo>
                <a:lnTo>
                  <a:pt x="462" y="6"/>
                </a:lnTo>
                <a:lnTo>
                  <a:pt x="468" y="6"/>
                </a:lnTo>
                <a:lnTo>
                  <a:pt x="474" y="6"/>
                </a:lnTo>
                <a:lnTo>
                  <a:pt x="480" y="6"/>
                </a:lnTo>
                <a:lnTo>
                  <a:pt x="486" y="6"/>
                </a:lnTo>
                <a:lnTo>
                  <a:pt x="492" y="6"/>
                </a:lnTo>
                <a:lnTo>
                  <a:pt x="498" y="6"/>
                </a:lnTo>
                <a:lnTo>
                  <a:pt x="504" y="6"/>
                </a:lnTo>
                <a:lnTo>
                  <a:pt x="510" y="6"/>
                </a:lnTo>
                <a:lnTo>
                  <a:pt x="516" y="6"/>
                </a:lnTo>
                <a:lnTo>
                  <a:pt x="522" y="6"/>
                </a:lnTo>
                <a:lnTo>
                  <a:pt x="528" y="6"/>
                </a:lnTo>
                <a:lnTo>
                  <a:pt x="534" y="6"/>
                </a:lnTo>
                <a:lnTo>
                  <a:pt x="540" y="6"/>
                </a:lnTo>
                <a:lnTo>
                  <a:pt x="546" y="6"/>
                </a:lnTo>
                <a:lnTo>
                  <a:pt x="546" y="0"/>
                </a:lnTo>
                <a:lnTo>
                  <a:pt x="552" y="0"/>
                </a:lnTo>
                <a:lnTo>
                  <a:pt x="558" y="0"/>
                </a:lnTo>
                <a:lnTo>
                  <a:pt x="564" y="0"/>
                </a:lnTo>
                <a:lnTo>
                  <a:pt x="570" y="0"/>
                </a:lnTo>
                <a:lnTo>
                  <a:pt x="576" y="0"/>
                </a:lnTo>
                <a:lnTo>
                  <a:pt x="582" y="0"/>
                </a:lnTo>
                <a:lnTo>
                  <a:pt x="588" y="0"/>
                </a:lnTo>
                <a:lnTo>
                  <a:pt x="594" y="0"/>
                </a:lnTo>
              </a:path>
            </a:pathLst>
          </a:custGeom>
          <a:noFill/>
          <a:ln w="9525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8" name="Freeform 50">
            <a:extLst>
              <a:ext uri="{FF2B5EF4-FFF2-40B4-BE49-F238E27FC236}">
                <a16:creationId xmlns:a16="http://schemas.microsoft.com/office/drawing/2014/main" id="{AE447CA7-FA7A-8302-8C6C-4589FE3F4923}"/>
              </a:ext>
            </a:extLst>
          </p:cNvPr>
          <p:cNvSpPr>
            <a:spLocks/>
          </p:cNvSpPr>
          <p:nvPr/>
        </p:nvSpPr>
        <p:spPr bwMode="auto">
          <a:xfrm>
            <a:off x="3162300" y="2289175"/>
            <a:ext cx="933450" cy="904875"/>
          </a:xfrm>
          <a:custGeom>
            <a:avLst/>
            <a:gdLst>
              <a:gd name="T0" fmla="*/ 2147483646 w 588"/>
              <a:gd name="T1" fmla="*/ 2147483646 h 570"/>
              <a:gd name="T2" fmla="*/ 2147483646 w 588"/>
              <a:gd name="T3" fmla="*/ 2147483646 h 570"/>
              <a:gd name="T4" fmla="*/ 2147483646 w 588"/>
              <a:gd name="T5" fmla="*/ 2147483646 h 570"/>
              <a:gd name="T6" fmla="*/ 2147483646 w 588"/>
              <a:gd name="T7" fmla="*/ 2147483646 h 570"/>
              <a:gd name="T8" fmla="*/ 2147483646 w 588"/>
              <a:gd name="T9" fmla="*/ 2147483646 h 570"/>
              <a:gd name="T10" fmla="*/ 2147483646 w 588"/>
              <a:gd name="T11" fmla="*/ 2147483646 h 570"/>
              <a:gd name="T12" fmla="*/ 2147483646 w 588"/>
              <a:gd name="T13" fmla="*/ 2147483646 h 570"/>
              <a:gd name="T14" fmla="*/ 2147483646 w 588"/>
              <a:gd name="T15" fmla="*/ 2147483646 h 570"/>
              <a:gd name="T16" fmla="*/ 2147483646 w 588"/>
              <a:gd name="T17" fmla="*/ 2147483646 h 570"/>
              <a:gd name="T18" fmla="*/ 2147483646 w 588"/>
              <a:gd name="T19" fmla="*/ 2147483646 h 570"/>
              <a:gd name="T20" fmla="*/ 2147483646 w 588"/>
              <a:gd name="T21" fmla="*/ 2147483646 h 570"/>
              <a:gd name="T22" fmla="*/ 2147483646 w 588"/>
              <a:gd name="T23" fmla="*/ 2147483646 h 570"/>
              <a:gd name="T24" fmla="*/ 2147483646 w 588"/>
              <a:gd name="T25" fmla="*/ 2147483646 h 570"/>
              <a:gd name="T26" fmla="*/ 2147483646 w 588"/>
              <a:gd name="T27" fmla="*/ 2147483646 h 570"/>
              <a:gd name="T28" fmla="*/ 2147483646 w 588"/>
              <a:gd name="T29" fmla="*/ 2147483646 h 570"/>
              <a:gd name="T30" fmla="*/ 2147483646 w 588"/>
              <a:gd name="T31" fmla="*/ 2147483646 h 570"/>
              <a:gd name="T32" fmla="*/ 2147483646 w 588"/>
              <a:gd name="T33" fmla="*/ 2147483646 h 570"/>
              <a:gd name="T34" fmla="*/ 2147483646 w 588"/>
              <a:gd name="T35" fmla="*/ 2147483646 h 570"/>
              <a:gd name="T36" fmla="*/ 2147483646 w 588"/>
              <a:gd name="T37" fmla="*/ 2147483646 h 570"/>
              <a:gd name="T38" fmla="*/ 2147483646 w 588"/>
              <a:gd name="T39" fmla="*/ 2147483646 h 570"/>
              <a:gd name="T40" fmla="*/ 2147483646 w 588"/>
              <a:gd name="T41" fmla="*/ 2147483646 h 570"/>
              <a:gd name="T42" fmla="*/ 2147483646 w 588"/>
              <a:gd name="T43" fmla="*/ 2147483646 h 570"/>
              <a:gd name="T44" fmla="*/ 2147483646 w 588"/>
              <a:gd name="T45" fmla="*/ 2147483646 h 570"/>
              <a:gd name="T46" fmla="*/ 2147483646 w 588"/>
              <a:gd name="T47" fmla="*/ 2147483646 h 570"/>
              <a:gd name="T48" fmla="*/ 2147483646 w 588"/>
              <a:gd name="T49" fmla="*/ 2147483646 h 570"/>
              <a:gd name="T50" fmla="*/ 2147483646 w 588"/>
              <a:gd name="T51" fmla="*/ 2147483646 h 570"/>
              <a:gd name="T52" fmla="*/ 2147483646 w 588"/>
              <a:gd name="T53" fmla="*/ 2147483646 h 570"/>
              <a:gd name="T54" fmla="*/ 2147483646 w 588"/>
              <a:gd name="T55" fmla="*/ 2147483646 h 570"/>
              <a:gd name="T56" fmla="*/ 2147483646 w 588"/>
              <a:gd name="T57" fmla="*/ 2147483646 h 570"/>
              <a:gd name="T58" fmla="*/ 2147483646 w 588"/>
              <a:gd name="T59" fmla="*/ 2147483646 h 570"/>
              <a:gd name="T60" fmla="*/ 2147483646 w 588"/>
              <a:gd name="T61" fmla="*/ 2147483646 h 570"/>
              <a:gd name="T62" fmla="*/ 2147483646 w 588"/>
              <a:gd name="T63" fmla="*/ 2147483646 h 570"/>
              <a:gd name="T64" fmla="*/ 2147483646 w 588"/>
              <a:gd name="T65" fmla="*/ 2147483646 h 570"/>
              <a:gd name="T66" fmla="*/ 2147483646 w 588"/>
              <a:gd name="T67" fmla="*/ 2147483646 h 570"/>
              <a:gd name="T68" fmla="*/ 2147483646 w 588"/>
              <a:gd name="T69" fmla="*/ 2147483646 h 570"/>
              <a:gd name="T70" fmla="*/ 2147483646 w 588"/>
              <a:gd name="T71" fmla="*/ 2147483646 h 570"/>
              <a:gd name="T72" fmla="*/ 2147483646 w 588"/>
              <a:gd name="T73" fmla="*/ 2147483646 h 570"/>
              <a:gd name="T74" fmla="*/ 2147483646 w 588"/>
              <a:gd name="T75" fmla="*/ 2147483646 h 570"/>
              <a:gd name="T76" fmla="*/ 2147483646 w 588"/>
              <a:gd name="T77" fmla="*/ 2147483646 h 570"/>
              <a:gd name="T78" fmla="*/ 2147483646 w 588"/>
              <a:gd name="T79" fmla="*/ 2147483646 h 570"/>
              <a:gd name="T80" fmla="*/ 2147483646 w 588"/>
              <a:gd name="T81" fmla="*/ 2147483646 h 570"/>
              <a:gd name="T82" fmla="*/ 2147483646 w 588"/>
              <a:gd name="T83" fmla="*/ 2147483646 h 570"/>
              <a:gd name="T84" fmla="*/ 2147483646 w 588"/>
              <a:gd name="T85" fmla="*/ 2147483646 h 570"/>
              <a:gd name="T86" fmla="*/ 2147483646 w 588"/>
              <a:gd name="T87" fmla="*/ 2147483646 h 570"/>
              <a:gd name="T88" fmla="*/ 2147483646 w 588"/>
              <a:gd name="T89" fmla="*/ 2147483646 h 570"/>
              <a:gd name="T90" fmla="*/ 2147483646 w 588"/>
              <a:gd name="T91" fmla="*/ 2147483646 h 570"/>
              <a:gd name="T92" fmla="*/ 2147483646 w 588"/>
              <a:gd name="T93" fmla="*/ 2147483646 h 570"/>
              <a:gd name="T94" fmla="*/ 2147483646 w 588"/>
              <a:gd name="T95" fmla="*/ 2147483646 h 570"/>
              <a:gd name="T96" fmla="*/ 2147483646 w 588"/>
              <a:gd name="T97" fmla="*/ 2147483646 h 570"/>
              <a:gd name="T98" fmla="*/ 2147483646 w 588"/>
              <a:gd name="T99" fmla="*/ 2147483646 h 570"/>
              <a:gd name="T100" fmla="*/ 2147483646 w 588"/>
              <a:gd name="T101" fmla="*/ 2147483646 h 57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88" h="570">
                <a:moveTo>
                  <a:pt x="0" y="570"/>
                </a:moveTo>
                <a:lnTo>
                  <a:pt x="0" y="564"/>
                </a:lnTo>
                <a:lnTo>
                  <a:pt x="6" y="564"/>
                </a:lnTo>
                <a:lnTo>
                  <a:pt x="12" y="564"/>
                </a:lnTo>
                <a:lnTo>
                  <a:pt x="18" y="564"/>
                </a:lnTo>
                <a:lnTo>
                  <a:pt x="24" y="564"/>
                </a:lnTo>
                <a:lnTo>
                  <a:pt x="30" y="558"/>
                </a:lnTo>
                <a:lnTo>
                  <a:pt x="36" y="558"/>
                </a:lnTo>
                <a:lnTo>
                  <a:pt x="42" y="558"/>
                </a:lnTo>
                <a:lnTo>
                  <a:pt x="48" y="558"/>
                </a:lnTo>
                <a:lnTo>
                  <a:pt x="54" y="552"/>
                </a:lnTo>
                <a:lnTo>
                  <a:pt x="60" y="552"/>
                </a:lnTo>
                <a:lnTo>
                  <a:pt x="66" y="552"/>
                </a:lnTo>
                <a:lnTo>
                  <a:pt x="72" y="546"/>
                </a:lnTo>
                <a:lnTo>
                  <a:pt x="78" y="546"/>
                </a:lnTo>
                <a:lnTo>
                  <a:pt x="84" y="546"/>
                </a:lnTo>
                <a:lnTo>
                  <a:pt x="90" y="540"/>
                </a:lnTo>
                <a:lnTo>
                  <a:pt x="96" y="540"/>
                </a:lnTo>
                <a:lnTo>
                  <a:pt x="102" y="540"/>
                </a:lnTo>
                <a:lnTo>
                  <a:pt x="102" y="534"/>
                </a:lnTo>
                <a:lnTo>
                  <a:pt x="108" y="534"/>
                </a:lnTo>
                <a:lnTo>
                  <a:pt x="114" y="534"/>
                </a:lnTo>
                <a:lnTo>
                  <a:pt x="114" y="528"/>
                </a:lnTo>
                <a:lnTo>
                  <a:pt x="120" y="528"/>
                </a:lnTo>
                <a:lnTo>
                  <a:pt x="126" y="528"/>
                </a:lnTo>
                <a:lnTo>
                  <a:pt x="126" y="522"/>
                </a:lnTo>
                <a:lnTo>
                  <a:pt x="132" y="522"/>
                </a:lnTo>
                <a:lnTo>
                  <a:pt x="138" y="522"/>
                </a:lnTo>
                <a:lnTo>
                  <a:pt x="138" y="516"/>
                </a:lnTo>
                <a:lnTo>
                  <a:pt x="144" y="516"/>
                </a:lnTo>
                <a:lnTo>
                  <a:pt x="150" y="516"/>
                </a:lnTo>
                <a:lnTo>
                  <a:pt x="150" y="510"/>
                </a:lnTo>
                <a:lnTo>
                  <a:pt x="156" y="510"/>
                </a:lnTo>
                <a:lnTo>
                  <a:pt x="162" y="504"/>
                </a:lnTo>
                <a:lnTo>
                  <a:pt x="168" y="504"/>
                </a:lnTo>
                <a:lnTo>
                  <a:pt x="168" y="498"/>
                </a:lnTo>
                <a:lnTo>
                  <a:pt x="174" y="498"/>
                </a:lnTo>
                <a:lnTo>
                  <a:pt x="180" y="492"/>
                </a:lnTo>
                <a:lnTo>
                  <a:pt x="186" y="492"/>
                </a:lnTo>
                <a:lnTo>
                  <a:pt x="186" y="486"/>
                </a:lnTo>
                <a:lnTo>
                  <a:pt x="192" y="486"/>
                </a:lnTo>
                <a:lnTo>
                  <a:pt x="198" y="486"/>
                </a:lnTo>
                <a:lnTo>
                  <a:pt x="198" y="480"/>
                </a:lnTo>
                <a:lnTo>
                  <a:pt x="204" y="480"/>
                </a:lnTo>
                <a:lnTo>
                  <a:pt x="204" y="474"/>
                </a:lnTo>
                <a:lnTo>
                  <a:pt x="210" y="474"/>
                </a:lnTo>
                <a:lnTo>
                  <a:pt x="216" y="468"/>
                </a:lnTo>
                <a:lnTo>
                  <a:pt x="222" y="462"/>
                </a:lnTo>
                <a:lnTo>
                  <a:pt x="228" y="462"/>
                </a:lnTo>
                <a:lnTo>
                  <a:pt x="228" y="456"/>
                </a:lnTo>
                <a:lnTo>
                  <a:pt x="234" y="456"/>
                </a:lnTo>
                <a:lnTo>
                  <a:pt x="234" y="450"/>
                </a:lnTo>
                <a:lnTo>
                  <a:pt x="240" y="450"/>
                </a:lnTo>
                <a:lnTo>
                  <a:pt x="240" y="444"/>
                </a:lnTo>
                <a:lnTo>
                  <a:pt x="246" y="444"/>
                </a:lnTo>
                <a:lnTo>
                  <a:pt x="246" y="438"/>
                </a:lnTo>
                <a:lnTo>
                  <a:pt x="252" y="438"/>
                </a:lnTo>
                <a:lnTo>
                  <a:pt x="258" y="432"/>
                </a:lnTo>
                <a:lnTo>
                  <a:pt x="264" y="426"/>
                </a:lnTo>
                <a:lnTo>
                  <a:pt x="270" y="426"/>
                </a:lnTo>
                <a:lnTo>
                  <a:pt x="270" y="420"/>
                </a:lnTo>
                <a:lnTo>
                  <a:pt x="276" y="414"/>
                </a:lnTo>
                <a:lnTo>
                  <a:pt x="282" y="414"/>
                </a:lnTo>
                <a:lnTo>
                  <a:pt x="282" y="408"/>
                </a:lnTo>
                <a:lnTo>
                  <a:pt x="288" y="408"/>
                </a:lnTo>
                <a:lnTo>
                  <a:pt x="288" y="402"/>
                </a:lnTo>
                <a:lnTo>
                  <a:pt x="294" y="396"/>
                </a:lnTo>
                <a:lnTo>
                  <a:pt x="300" y="396"/>
                </a:lnTo>
                <a:lnTo>
                  <a:pt x="300" y="390"/>
                </a:lnTo>
                <a:lnTo>
                  <a:pt x="306" y="384"/>
                </a:lnTo>
                <a:lnTo>
                  <a:pt x="312" y="378"/>
                </a:lnTo>
                <a:lnTo>
                  <a:pt x="318" y="372"/>
                </a:lnTo>
                <a:lnTo>
                  <a:pt x="318" y="366"/>
                </a:lnTo>
                <a:lnTo>
                  <a:pt x="324" y="366"/>
                </a:lnTo>
                <a:lnTo>
                  <a:pt x="330" y="360"/>
                </a:lnTo>
                <a:lnTo>
                  <a:pt x="330" y="354"/>
                </a:lnTo>
                <a:lnTo>
                  <a:pt x="336" y="354"/>
                </a:lnTo>
                <a:lnTo>
                  <a:pt x="336" y="348"/>
                </a:lnTo>
                <a:lnTo>
                  <a:pt x="342" y="348"/>
                </a:lnTo>
                <a:lnTo>
                  <a:pt x="342" y="342"/>
                </a:lnTo>
                <a:lnTo>
                  <a:pt x="348" y="342"/>
                </a:lnTo>
                <a:lnTo>
                  <a:pt x="348" y="336"/>
                </a:lnTo>
                <a:lnTo>
                  <a:pt x="354" y="336"/>
                </a:lnTo>
                <a:lnTo>
                  <a:pt x="354" y="330"/>
                </a:lnTo>
                <a:lnTo>
                  <a:pt x="360" y="324"/>
                </a:lnTo>
                <a:lnTo>
                  <a:pt x="360" y="318"/>
                </a:lnTo>
                <a:lnTo>
                  <a:pt x="366" y="318"/>
                </a:lnTo>
                <a:lnTo>
                  <a:pt x="366" y="312"/>
                </a:lnTo>
                <a:lnTo>
                  <a:pt x="372" y="312"/>
                </a:lnTo>
                <a:lnTo>
                  <a:pt x="372" y="306"/>
                </a:lnTo>
                <a:lnTo>
                  <a:pt x="378" y="300"/>
                </a:lnTo>
                <a:lnTo>
                  <a:pt x="384" y="294"/>
                </a:lnTo>
                <a:lnTo>
                  <a:pt x="390" y="288"/>
                </a:lnTo>
                <a:lnTo>
                  <a:pt x="390" y="282"/>
                </a:lnTo>
                <a:lnTo>
                  <a:pt x="396" y="282"/>
                </a:lnTo>
                <a:lnTo>
                  <a:pt x="396" y="276"/>
                </a:lnTo>
                <a:lnTo>
                  <a:pt x="402" y="276"/>
                </a:lnTo>
                <a:lnTo>
                  <a:pt x="402" y="270"/>
                </a:lnTo>
                <a:lnTo>
                  <a:pt x="408" y="264"/>
                </a:lnTo>
                <a:lnTo>
                  <a:pt x="414" y="258"/>
                </a:lnTo>
                <a:lnTo>
                  <a:pt x="414" y="252"/>
                </a:lnTo>
                <a:lnTo>
                  <a:pt x="420" y="246"/>
                </a:lnTo>
                <a:lnTo>
                  <a:pt x="426" y="240"/>
                </a:lnTo>
                <a:lnTo>
                  <a:pt x="426" y="234"/>
                </a:lnTo>
                <a:lnTo>
                  <a:pt x="432" y="234"/>
                </a:lnTo>
                <a:lnTo>
                  <a:pt x="432" y="228"/>
                </a:lnTo>
                <a:lnTo>
                  <a:pt x="438" y="222"/>
                </a:lnTo>
                <a:lnTo>
                  <a:pt x="444" y="216"/>
                </a:lnTo>
                <a:lnTo>
                  <a:pt x="444" y="210"/>
                </a:lnTo>
                <a:lnTo>
                  <a:pt x="450" y="210"/>
                </a:lnTo>
                <a:lnTo>
                  <a:pt x="450" y="204"/>
                </a:lnTo>
                <a:lnTo>
                  <a:pt x="456" y="204"/>
                </a:lnTo>
                <a:lnTo>
                  <a:pt x="456" y="198"/>
                </a:lnTo>
                <a:lnTo>
                  <a:pt x="456" y="192"/>
                </a:lnTo>
                <a:lnTo>
                  <a:pt x="462" y="192"/>
                </a:lnTo>
                <a:lnTo>
                  <a:pt x="462" y="186"/>
                </a:lnTo>
                <a:lnTo>
                  <a:pt x="468" y="180"/>
                </a:lnTo>
                <a:lnTo>
                  <a:pt x="474" y="174"/>
                </a:lnTo>
                <a:lnTo>
                  <a:pt x="474" y="168"/>
                </a:lnTo>
                <a:lnTo>
                  <a:pt x="480" y="168"/>
                </a:lnTo>
                <a:lnTo>
                  <a:pt x="480" y="162"/>
                </a:lnTo>
                <a:lnTo>
                  <a:pt x="486" y="156"/>
                </a:lnTo>
                <a:lnTo>
                  <a:pt x="486" y="150"/>
                </a:lnTo>
                <a:lnTo>
                  <a:pt x="492" y="150"/>
                </a:lnTo>
                <a:lnTo>
                  <a:pt x="492" y="144"/>
                </a:lnTo>
                <a:lnTo>
                  <a:pt x="498" y="144"/>
                </a:lnTo>
                <a:lnTo>
                  <a:pt x="498" y="138"/>
                </a:lnTo>
                <a:lnTo>
                  <a:pt x="504" y="132"/>
                </a:lnTo>
                <a:lnTo>
                  <a:pt x="504" y="126"/>
                </a:lnTo>
                <a:lnTo>
                  <a:pt x="510" y="120"/>
                </a:lnTo>
                <a:lnTo>
                  <a:pt x="516" y="114"/>
                </a:lnTo>
                <a:lnTo>
                  <a:pt x="516" y="108"/>
                </a:lnTo>
                <a:lnTo>
                  <a:pt x="522" y="102"/>
                </a:lnTo>
                <a:lnTo>
                  <a:pt x="528" y="96"/>
                </a:lnTo>
                <a:lnTo>
                  <a:pt x="528" y="90"/>
                </a:lnTo>
                <a:lnTo>
                  <a:pt x="534" y="90"/>
                </a:lnTo>
                <a:lnTo>
                  <a:pt x="534" y="84"/>
                </a:lnTo>
                <a:lnTo>
                  <a:pt x="534" y="78"/>
                </a:lnTo>
                <a:lnTo>
                  <a:pt x="540" y="78"/>
                </a:lnTo>
                <a:lnTo>
                  <a:pt x="540" y="72"/>
                </a:lnTo>
                <a:lnTo>
                  <a:pt x="546" y="72"/>
                </a:lnTo>
                <a:lnTo>
                  <a:pt x="546" y="66"/>
                </a:lnTo>
                <a:lnTo>
                  <a:pt x="552" y="60"/>
                </a:lnTo>
                <a:lnTo>
                  <a:pt x="552" y="54"/>
                </a:lnTo>
                <a:lnTo>
                  <a:pt x="558" y="54"/>
                </a:lnTo>
                <a:lnTo>
                  <a:pt x="558" y="48"/>
                </a:lnTo>
                <a:lnTo>
                  <a:pt x="564" y="42"/>
                </a:lnTo>
                <a:lnTo>
                  <a:pt x="570" y="36"/>
                </a:lnTo>
                <a:lnTo>
                  <a:pt x="570" y="30"/>
                </a:lnTo>
                <a:lnTo>
                  <a:pt x="576" y="24"/>
                </a:lnTo>
                <a:lnTo>
                  <a:pt x="576" y="18"/>
                </a:lnTo>
                <a:lnTo>
                  <a:pt x="582" y="18"/>
                </a:lnTo>
                <a:lnTo>
                  <a:pt x="582" y="12"/>
                </a:lnTo>
                <a:lnTo>
                  <a:pt x="588" y="6"/>
                </a:lnTo>
                <a:lnTo>
                  <a:pt x="588" y="0"/>
                </a:lnTo>
              </a:path>
            </a:pathLst>
          </a:custGeom>
          <a:noFill/>
          <a:ln w="9525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9" name="Freeform 51">
            <a:extLst>
              <a:ext uri="{FF2B5EF4-FFF2-40B4-BE49-F238E27FC236}">
                <a16:creationId xmlns:a16="http://schemas.microsoft.com/office/drawing/2014/main" id="{0E0002AF-3665-F121-1BE5-B9BF60192B2F}"/>
              </a:ext>
            </a:extLst>
          </p:cNvPr>
          <p:cNvSpPr>
            <a:spLocks/>
          </p:cNvSpPr>
          <p:nvPr/>
        </p:nvSpPr>
        <p:spPr bwMode="auto">
          <a:xfrm>
            <a:off x="4095750" y="1498600"/>
            <a:ext cx="942975" cy="790575"/>
          </a:xfrm>
          <a:custGeom>
            <a:avLst/>
            <a:gdLst>
              <a:gd name="T0" fmla="*/ 2147483646 w 594"/>
              <a:gd name="T1" fmla="*/ 2147483646 h 498"/>
              <a:gd name="T2" fmla="*/ 2147483646 w 594"/>
              <a:gd name="T3" fmla="*/ 2147483646 h 498"/>
              <a:gd name="T4" fmla="*/ 2147483646 w 594"/>
              <a:gd name="T5" fmla="*/ 2147483646 h 498"/>
              <a:gd name="T6" fmla="*/ 2147483646 w 594"/>
              <a:gd name="T7" fmla="*/ 2147483646 h 498"/>
              <a:gd name="T8" fmla="*/ 2147483646 w 594"/>
              <a:gd name="T9" fmla="*/ 2147483646 h 498"/>
              <a:gd name="T10" fmla="*/ 2147483646 w 594"/>
              <a:gd name="T11" fmla="*/ 2147483646 h 498"/>
              <a:gd name="T12" fmla="*/ 2147483646 w 594"/>
              <a:gd name="T13" fmla="*/ 2147483646 h 498"/>
              <a:gd name="T14" fmla="*/ 2147483646 w 594"/>
              <a:gd name="T15" fmla="*/ 2147483646 h 498"/>
              <a:gd name="T16" fmla="*/ 2147483646 w 594"/>
              <a:gd name="T17" fmla="*/ 2147483646 h 498"/>
              <a:gd name="T18" fmla="*/ 2147483646 w 594"/>
              <a:gd name="T19" fmla="*/ 2147483646 h 498"/>
              <a:gd name="T20" fmla="*/ 2147483646 w 594"/>
              <a:gd name="T21" fmla="*/ 2147483646 h 498"/>
              <a:gd name="T22" fmla="*/ 2147483646 w 594"/>
              <a:gd name="T23" fmla="*/ 2147483646 h 498"/>
              <a:gd name="T24" fmla="*/ 2147483646 w 594"/>
              <a:gd name="T25" fmla="*/ 2147483646 h 498"/>
              <a:gd name="T26" fmla="*/ 2147483646 w 594"/>
              <a:gd name="T27" fmla="*/ 2147483646 h 498"/>
              <a:gd name="T28" fmla="*/ 2147483646 w 594"/>
              <a:gd name="T29" fmla="*/ 2147483646 h 498"/>
              <a:gd name="T30" fmla="*/ 2147483646 w 594"/>
              <a:gd name="T31" fmla="*/ 2147483646 h 498"/>
              <a:gd name="T32" fmla="*/ 2147483646 w 594"/>
              <a:gd name="T33" fmla="*/ 2147483646 h 498"/>
              <a:gd name="T34" fmla="*/ 2147483646 w 594"/>
              <a:gd name="T35" fmla="*/ 2147483646 h 498"/>
              <a:gd name="T36" fmla="*/ 2147483646 w 594"/>
              <a:gd name="T37" fmla="*/ 2147483646 h 498"/>
              <a:gd name="T38" fmla="*/ 2147483646 w 594"/>
              <a:gd name="T39" fmla="*/ 2147483646 h 498"/>
              <a:gd name="T40" fmla="*/ 2147483646 w 594"/>
              <a:gd name="T41" fmla="*/ 2147483646 h 498"/>
              <a:gd name="T42" fmla="*/ 2147483646 w 594"/>
              <a:gd name="T43" fmla="*/ 2147483646 h 498"/>
              <a:gd name="T44" fmla="*/ 2147483646 w 594"/>
              <a:gd name="T45" fmla="*/ 2147483646 h 498"/>
              <a:gd name="T46" fmla="*/ 2147483646 w 594"/>
              <a:gd name="T47" fmla="*/ 2147483646 h 498"/>
              <a:gd name="T48" fmla="*/ 2147483646 w 594"/>
              <a:gd name="T49" fmla="*/ 2147483646 h 498"/>
              <a:gd name="T50" fmla="*/ 2147483646 w 594"/>
              <a:gd name="T51" fmla="*/ 2147483646 h 498"/>
              <a:gd name="T52" fmla="*/ 2147483646 w 594"/>
              <a:gd name="T53" fmla="*/ 2147483646 h 498"/>
              <a:gd name="T54" fmla="*/ 2147483646 w 594"/>
              <a:gd name="T55" fmla="*/ 2147483646 h 498"/>
              <a:gd name="T56" fmla="*/ 2147483646 w 594"/>
              <a:gd name="T57" fmla="*/ 2147483646 h 498"/>
              <a:gd name="T58" fmla="*/ 2147483646 w 594"/>
              <a:gd name="T59" fmla="*/ 2147483646 h 498"/>
              <a:gd name="T60" fmla="*/ 2147483646 w 594"/>
              <a:gd name="T61" fmla="*/ 2147483646 h 498"/>
              <a:gd name="T62" fmla="*/ 2147483646 w 594"/>
              <a:gd name="T63" fmla="*/ 2147483646 h 498"/>
              <a:gd name="T64" fmla="*/ 2147483646 w 594"/>
              <a:gd name="T65" fmla="*/ 2147483646 h 498"/>
              <a:gd name="T66" fmla="*/ 2147483646 w 594"/>
              <a:gd name="T67" fmla="*/ 2147483646 h 498"/>
              <a:gd name="T68" fmla="*/ 2147483646 w 594"/>
              <a:gd name="T69" fmla="*/ 2147483646 h 498"/>
              <a:gd name="T70" fmla="*/ 2147483646 w 594"/>
              <a:gd name="T71" fmla="*/ 2147483646 h 498"/>
              <a:gd name="T72" fmla="*/ 2147483646 w 594"/>
              <a:gd name="T73" fmla="*/ 2147483646 h 498"/>
              <a:gd name="T74" fmla="*/ 2147483646 w 594"/>
              <a:gd name="T75" fmla="*/ 2147483646 h 498"/>
              <a:gd name="T76" fmla="*/ 2147483646 w 594"/>
              <a:gd name="T77" fmla="*/ 2147483646 h 498"/>
              <a:gd name="T78" fmla="*/ 2147483646 w 594"/>
              <a:gd name="T79" fmla="*/ 2147483646 h 498"/>
              <a:gd name="T80" fmla="*/ 2147483646 w 594"/>
              <a:gd name="T81" fmla="*/ 2147483646 h 498"/>
              <a:gd name="T82" fmla="*/ 2147483646 w 594"/>
              <a:gd name="T83" fmla="*/ 2147483646 h 498"/>
              <a:gd name="T84" fmla="*/ 2147483646 w 594"/>
              <a:gd name="T85" fmla="*/ 2147483646 h 498"/>
              <a:gd name="T86" fmla="*/ 2147483646 w 594"/>
              <a:gd name="T87" fmla="*/ 2147483646 h 498"/>
              <a:gd name="T88" fmla="*/ 2147483646 w 594"/>
              <a:gd name="T89" fmla="*/ 2147483646 h 498"/>
              <a:gd name="T90" fmla="*/ 2147483646 w 594"/>
              <a:gd name="T91" fmla="*/ 2147483646 h 498"/>
              <a:gd name="T92" fmla="*/ 2147483646 w 594"/>
              <a:gd name="T93" fmla="*/ 2147483646 h 498"/>
              <a:gd name="T94" fmla="*/ 2147483646 w 594"/>
              <a:gd name="T95" fmla="*/ 0 h 498"/>
              <a:gd name="T96" fmla="*/ 2147483646 w 594"/>
              <a:gd name="T97" fmla="*/ 0 h 498"/>
              <a:gd name="T98" fmla="*/ 2147483646 w 594"/>
              <a:gd name="T99" fmla="*/ 0 h 498"/>
              <a:gd name="T100" fmla="*/ 2147483646 w 594"/>
              <a:gd name="T101" fmla="*/ 0 h 498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498">
                <a:moveTo>
                  <a:pt x="0" y="498"/>
                </a:moveTo>
                <a:lnTo>
                  <a:pt x="6" y="498"/>
                </a:lnTo>
                <a:lnTo>
                  <a:pt x="6" y="492"/>
                </a:lnTo>
                <a:lnTo>
                  <a:pt x="12" y="492"/>
                </a:lnTo>
                <a:lnTo>
                  <a:pt x="12" y="486"/>
                </a:lnTo>
                <a:lnTo>
                  <a:pt x="12" y="480"/>
                </a:lnTo>
                <a:lnTo>
                  <a:pt x="18" y="480"/>
                </a:lnTo>
                <a:lnTo>
                  <a:pt x="18" y="474"/>
                </a:lnTo>
                <a:lnTo>
                  <a:pt x="24" y="468"/>
                </a:lnTo>
                <a:lnTo>
                  <a:pt x="30" y="462"/>
                </a:lnTo>
                <a:lnTo>
                  <a:pt x="30" y="456"/>
                </a:lnTo>
                <a:lnTo>
                  <a:pt x="36" y="450"/>
                </a:lnTo>
                <a:lnTo>
                  <a:pt x="42" y="444"/>
                </a:lnTo>
                <a:lnTo>
                  <a:pt x="42" y="438"/>
                </a:lnTo>
                <a:lnTo>
                  <a:pt x="48" y="432"/>
                </a:lnTo>
                <a:lnTo>
                  <a:pt x="48" y="426"/>
                </a:lnTo>
                <a:lnTo>
                  <a:pt x="54" y="426"/>
                </a:lnTo>
                <a:lnTo>
                  <a:pt x="54" y="420"/>
                </a:lnTo>
                <a:lnTo>
                  <a:pt x="60" y="420"/>
                </a:lnTo>
                <a:lnTo>
                  <a:pt x="60" y="414"/>
                </a:lnTo>
                <a:lnTo>
                  <a:pt x="66" y="408"/>
                </a:lnTo>
                <a:lnTo>
                  <a:pt x="66" y="402"/>
                </a:lnTo>
                <a:lnTo>
                  <a:pt x="72" y="402"/>
                </a:lnTo>
                <a:lnTo>
                  <a:pt x="72" y="396"/>
                </a:lnTo>
                <a:lnTo>
                  <a:pt x="78" y="390"/>
                </a:lnTo>
                <a:lnTo>
                  <a:pt x="84" y="384"/>
                </a:lnTo>
                <a:lnTo>
                  <a:pt x="84" y="378"/>
                </a:lnTo>
                <a:lnTo>
                  <a:pt x="90" y="378"/>
                </a:lnTo>
                <a:lnTo>
                  <a:pt x="90" y="372"/>
                </a:lnTo>
                <a:lnTo>
                  <a:pt x="90" y="366"/>
                </a:lnTo>
                <a:lnTo>
                  <a:pt x="96" y="366"/>
                </a:lnTo>
                <a:lnTo>
                  <a:pt x="96" y="360"/>
                </a:lnTo>
                <a:lnTo>
                  <a:pt x="102" y="360"/>
                </a:lnTo>
                <a:lnTo>
                  <a:pt x="102" y="354"/>
                </a:lnTo>
                <a:lnTo>
                  <a:pt x="108" y="348"/>
                </a:lnTo>
                <a:lnTo>
                  <a:pt x="114" y="342"/>
                </a:lnTo>
                <a:lnTo>
                  <a:pt x="114" y="336"/>
                </a:lnTo>
                <a:lnTo>
                  <a:pt x="120" y="336"/>
                </a:lnTo>
                <a:lnTo>
                  <a:pt x="120" y="330"/>
                </a:lnTo>
                <a:lnTo>
                  <a:pt x="126" y="324"/>
                </a:lnTo>
                <a:lnTo>
                  <a:pt x="132" y="318"/>
                </a:lnTo>
                <a:lnTo>
                  <a:pt x="132" y="312"/>
                </a:lnTo>
                <a:lnTo>
                  <a:pt x="138" y="306"/>
                </a:lnTo>
                <a:lnTo>
                  <a:pt x="144" y="300"/>
                </a:lnTo>
                <a:lnTo>
                  <a:pt x="144" y="294"/>
                </a:lnTo>
                <a:lnTo>
                  <a:pt x="150" y="294"/>
                </a:lnTo>
                <a:lnTo>
                  <a:pt x="150" y="288"/>
                </a:lnTo>
                <a:lnTo>
                  <a:pt x="156" y="288"/>
                </a:lnTo>
                <a:lnTo>
                  <a:pt x="156" y="282"/>
                </a:lnTo>
                <a:lnTo>
                  <a:pt x="162" y="276"/>
                </a:lnTo>
                <a:lnTo>
                  <a:pt x="168" y="270"/>
                </a:lnTo>
                <a:lnTo>
                  <a:pt x="174" y="264"/>
                </a:lnTo>
                <a:lnTo>
                  <a:pt x="174" y="258"/>
                </a:lnTo>
                <a:lnTo>
                  <a:pt x="180" y="258"/>
                </a:lnTo>
                <a:lnTo>
                  <a:pt x="180" y="252"/>
                </a:lnTo>
                <a:lnTo>
                  <a:pt x="186" y="252"/>
                </a:lnTo>
                <a:lnTo>
                  <a:pt x="186" y="246"/>
                </a:lnTo>
                <a:lnTo>
                  <a:pt x="192" y="240"/>
                </a:lnTo>
                <a:lnTo>
                  <a:pt x="192" y="234"/>
                </a:lnTo>
                <a:lnTo>
                  <a:pt x="198" y="234"/>
                </a:lnTo>
                <a:lnTo>
                  <a:pt x="198" y="228"/>
                </a:lnTo>
                <a:lnTo>
                  <a:pt x="204" y="228"/>
                </a:lnTo>
                <a:lnTo>
                  <a:pt x="204" y="222"/>
                </a:lnTo>
                <a:lnTo>
                  <a:pt x="210" y="222"/>
                </a:lnTo>
                <a:lnTo>
                  <a:pt x="210" y="216"/>
                </a:lnTo>
                <a:lnTo>
                  <a:pt x="216" y="216"/>
                </a:lnTo>
                <a:lnTo>
                  <a:pt x="216" y="210"/>
                </a:lnTo>
                <a:lnTo>
                  <a:pt x="222" y="204"/>
                </a:lnTo>
                <a:lnTo>
                  <a:pt x="228" y="204"/>
                </a:lnTo>
                <a:lnTo>
                  <a:pt x="228" y="198"/>
                </a:lnTo>
                <a:lnTo>
                  <a:pt x="234" y="192"/>
                </a:lnTo>
                <a:lnTo>
                  <a:pt x="240" y="186"/>
                </a:lnTo>
                <a:lnTo>
                  <a:pt x="246" y="180"/>
                </a:lnTo>
                <a:lnTo>
                  <a:pt x="246" y="174"/>
                </a:lnTo>
                <a:lnTo>
                  <a:pt x="252" y="174"/>
                </a:lnTo>
                <a:lnTo>
                  <a:pt x="258" y="168"/>
                </a:lnTo>
                <a:lnTo>
                  <a:pt x="258" y="162"/>
                </a:lnTo>
                <a:lnTo>
                  <a:pt x="264" y="162"/>
                </a:lnTo>
                <a:lnTo>
                  <a:pt x="264" y="156"/>
                </a:lnTo>
                <a:lnTo>
                  <a:pt x="270" y="156"/>
                </a:lnTo>
                <a:lnTo>
                  <a:pt x="276" y="150"/>
                </a:lnTo>
                <a:lnTo>
                  <a:pt x="276" y="144"/>
                </a:lnTo>
                <a:lnTo>
                  <a:pt x="282" y="144"/>
                </a:lnTo>
                <a:lnTo>
                  <a:pt x="288" y="138"/>
                </a:lnTo>
                <a:lnTo>
                  <a:pt x="294" y="132"/>
                </a:lnTo>
                <a:lnTo>
                  <a:pt x="300" y="132"/>
                </a:lnTo>
                <a:lnTo>
                  <a:pt x="300" y="126"/>
                </a:lnTo>
                <a:lnTo>
                  <a:pt x="306" y="126"/>
                </a:lnTo>
                <a:lnTo>
                  <a:pt x="306" y="120"/>
                </a:lnTo>
                <a:lnTo>
                  <a:pt x="312" y="120"/>
                </a:lnTo>
                <a:lnTo>
                  <a:pt x="312" y="114"/>
                </a:lnTo>
                <a:lnTo>
                  <a:pt x="318" y="114"/>
                </a:lnTo>
                <a:lnTo>
                  <a:pt x="318" y="108"/>
                </a:lnTo>
                <a:lnTo>
                  <a:pt x="324" y="108"/>
                </a:lnTo>
                <a:lnTo>
                  <a:pt x="330" y="102"/>
                </a:lnTo>
                <a:lnTo>
                  <a:pt x="336" y="96"/>
                </a:lnTo>
                <a:lnTo>
                  <a:pt x="342" y="96"/>
                </a:lnTo>
                <a:lnTo>
                  <a:pt x="342" y="90"/>
                </a:lnTo>
                <a:lnTo>
                  <a:pt x="348" y="90"/>
                </a:lnTo>
                <a:lnTo>
                  <a:pt x="348" y="84"/>
                </a:lnTo>
                <a:lnTo>
                  <a:pt x="354" y="84"/>
                </a:lnTo>
                <a:lnTo>
                  <a:pt x="360" y="84"/>
                </a:lnTo>
                <a:lnTo>
                  <a:pt x="360" y="78"/>
                </a:lnTo>
                <a:lnTo>
                  <a:pt x="366" y="78"/>
                </a:lnTo>
                <a:lnTo>
                  <a:pt x="372" y="72"/>
                </a:lnTo>
                <a:lnTo>
                  <a:pt x="378" y="72"/>
                </a:lnTo>
                <a:lnTo>
                  <a:pt x="378" y="66"/>
                </a:lnTo>
                <a:lnTo>
                  <a:pt x="384" y="66"/>
                </a:lnTo>
                <a:lnTo>
                  <a:pt x="390" y="60"/>
                </a:lnTo>
                <a:lnTo>
                  <a:pt x="396" y="60"/>
                </a:lnTo>
                <a:lnTo>
                  <a:pt x="396" y="54"/>
                </a:lnTo>
                <a:lnTo>
                  <a:pt x="402" y="54"/>
                </a:lnTo>
                <a:lnTo>
                  <a:pt x="408" y="54"/>
                </a:lnTo>
                <a:lnTo>
                  <a:pt x="408" y="48"/>
                </a:lnTo>
                <a:lnTo>
                  <a:pt x="414" y="48"/>
                </a:lnTo>
                <a:lnTo>
                  <a:pt x="420" y="48"/>
                </a:lnTo>
                <a:lnTo>
                  <a:pt x="420" y="42"/>
                </a:lnTo>
                <a:lnTo>
                  <a:pt x="426" y="42"/>
                </a:lnTo>
                <a:lnTo>
                  <a:pt x="432" y="42"/>
                </a:lnTo>
                <a:lnTo>
                  <a:pt x="432" y="36"/>
                </a:lnTo>
                <a:lnTo>
                  <a:pt x="438" y="36"/>
                </a:lnTo>
                <a:lnTo>
                  <a:pt x="444" y="36"/>
                </a:lnTo>
                <a:lnTo>
                  <a:pt x="444" y="30"/>
                </a:lnTo>
                <a:lnTo>
                  <a:pt x="450" y="30"/>
                </a:lnTo>
                <a:lnTo>
                  <a:pt x="456" y="30"/>
                </a:lnTo>
                <a:lnTo>
                  <a:pt x="462" y="24"/>
                </a:lnTo>
                <a:lnTo>
                  <a:pt x="468" y="24"/>
                </a:lnTo>
                <a:lnTo>
                  <a:pt x="474" y="24"/>
                </a:lnTo>
                <a:lnTo>
                  <a:pt x="480" y="18"/>
                </a:lnTo>
                <a:lnTo>
                  <a:pt x="486" y="18"/>
                </a:lnTo>
                <a:lnTo>
                  <a:pt x="492" y="18"/>
                </a:lnTo>
                <a:lnTo>
                  <a:pt x="498" y="12"/>
                </a:lnTo>
                <a:lnTo>
                  <a:pt x="504" y="12"/>
                </a:lnTo>
                <a:lnTo>
                  <a:pt x="510" y="12"/>
                </a:lnTo>
                <a:lnTo>
                  <a:pt x="516" y="12"/>
                </a:lnTo>
                <a:lnTo>
                  <a:pt x="522" y="6"/>
                </a:lnTo>
                <a:lnTo>
                  <a:pt x="528" y="6"/>
                </a:lnTo>
                <a:lnTo>
                  <a:pt x="534" y="6"/>
                </a:lnTo>
                <a:lnTo>
                  <a:pt x="540" y="6"/>
                </a:lnTo>
                <a:lnTo>
                  <a:pt x="546" y="6"/>
                </a:lnTo>
                <a:lnTo>
                  <a:pt x="546" y="0"/>
                </a:lnTo>
                <a:lnTo>
                  <a:pt x="552" y="0"/>
                </a:lnTo>
                <a:lnTo>
                  <a:pt x="558" y="0"/>
                </a:lnTo>
                <a:lnTo>
                  <a:pt x="564" y="0"/>
                </a:lnTo>
                <a:lnTo>
                  <a:pt x="570" y="0"/>
                </a:lnTo>
                <a:lnTo>
                  <a:pt x="576" y="0"/>
                </a:lnTo>
                <a:lnTo>
                  <a:pt x="582" y="0"/>
                </a:lnTo>
                <a:lnTo>
                  <a:pt x="588" y="0"/>
                </a:lnTo>
                <a:lnTo>
                  <a:pt x="594" y="0"/>
                </a:lnTo>
              </a:path>
            </a:pathLst>
          </a:custGeom>
          <a:noFill/>
          <a:ln w="9525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0" name="Freeform 52">
            <a:extLst>
              <a:ext uri="{FF2B5EF4-FFF2-40B4-BE49-F238E27FC236}">
                <a16:creationId xmlns:a16="http://schemas.microsoft.com/office/drawing/2014/main" id="{3B34BA76-0F7C-7003-ABBC-7D2E0FA60582}"/>
              </a:ext>
            </a:extLst>
          </p:cNvPr>
          <p:cNvSpPr>
            <a:spLocks/>
          </p:cNvSpPr>
          <p:nvPr/>
        </p:nvSpPr>
        <p:spPr bwMode="auto">
          <a:xfrm>
            <a:off x="5038725" y="1241425"/>
            <a:ext cx="866775" cy="257175"/>
          </a:xfrm>
          <a:custGeom>
            <a:avLst/>
            <a:gdLst>
              <a:gd name="T0" fmla="*/ 2147483646 w 546"/>
              <a:gd name="T1" fmla="*/ 2147483646 h 162"/>
              <a:gd name="T2" fmla="*/ 2147483646 w 546"/>
              <a:gd name="T3" fmla="*/ 2147483646 h 162"/>
              <a:gd name="T4" fmla="*/ 2147483646 w 546"/>
              <a:gd name="T5" fmla="*/ 2147483646 h 162"/>
              <a:gd name="T6" fmla="*/ 2147483646 w 546"/>
              <a:gd name="T7" fmla="*/ 2147483646 h 162"/>
              <a:gd name="T8" fmla="*/ 2147483646 w 546"/>
              <a:gd name="T9" fmla="*/ 2147483646 h 162"/>
              <a:gd name="T10" fmla="*/ 2147483646 w 546"/>
              <a:gd name="T11" fmla="*/ 2147483646 h 162"/>
              <a:gd name="T12" fmla="*/ 2147483646 w 546"/>
              <a:gd name="T13" fmla="*/ 2147483646 h 162"/>
              <a:gd name="T14" fmla="*/ 2147483646 w 546"/>
              <a:gd name="T15" fmla="*/ 2147483646 h 162"/>
              <a:gd name="T16" fmla="*/ 2147483646 w 546"/>
              <a:gd name="T17" fmla="*/ 2147483646 h 162"/>
              <a:gd name="T18" fmla="*/ 2147483646 w 546"/>
              <a:gd name="T19" fmla="*/ 2147483646 h 162"/>
              <a:gd name="T20" fmla="*/ 2147483646 w 546"/>
              <a:gd name="T21" fmla="*/ 2147483646 h 162"/>
              <a:gd name="T22" fmla="*/ 2147483646 w 546"/>
              <a:gd name="T23" fmla="*/ 2147483646 h 162"/>
              <a:gd name="T24" fmla="*/ 2147483646 w 546"/>
              <a:gd name="T25" fmla="*/ 2147483646 h 162"/>
              <a:gd name="T26" fmla="*/ 2147483646 w 546"/>
              <a:gd name="T27" fmla="*/ 2147483646 h 162"/>
              <a:gd name="T28" fmla="*/ 2147483646 w 546"/>
              <a:gd name="T29" fmla="*/ 2147483646 h 162"/>
              <a:gd name="T30" fmla="*/ 2147483646 w 546"/>
              <a:gd name="T31" fmla="*/ 2147483646 h 162"/>
              <a:gd name="T32" fmla="*/ 2147483646 w 546"/>
              <a:gd name="T33" fmla="*/ 2147483646 h 162"/>
              <a:gd name="T34" fmla="*/ 2147483646 w 546"/>
              <a:gd name="T35" fmla="*/ 2147483646 h 162"/>
              <a:gd name="T36" fmla="*/ 2147483646 w 546"/>
              <a:gd name="T37" fmla="*/ 2147483646 h 162"/>
              <a:gd name="T38" fmla="*/ 2147483646 w 546"/>
              <a:gd name="T39" fmla="*/ 2147483646 h 162"/>
              <a:gd name="T40" fmla="*/ 2147483646 w 546"/>
              <a:gd name="T41" fmla="*/ 2147483646 h 162"/>
              <a:gd name="T42" fmla="*/ 2147483646 w 546"/>
              <a:gd name="T43" fmla="*/ 2147483646 h 162"/>
              <a:gd name="T44" fmla="*/ 2147483646 w 546"/>
              <a:gd name="T45" fmla="*/ 2147483646 h 162"/>
              <a:gd name="T46" fmla="*/ 2147483646 w 546"/>
              <a:gd name="T47" fmla="*/ 2147483646 h 162"/>
              <a:gd name="T48" fmla="*/ 2147483646 w 546"/>
              <a:gd name="T49" fmla="*/ 2147483646 h 162"/>
              <a:gd name="T50" fmla="*/ 2147483646 w 546"/>
              <a:gd name="T51" fmla="*/ 2147483646 h 162"/>
              <a:gd name="T52" fmla="*/ 2147483646 w 546"/>
              <a:gd name="T53" fmla="*/ 2147483646 h 162"/>
              <a:gd name="T54" fmla="*/ 2147483646 w 546"/>
              <a:gd name="T55" fmla="*/ 2147483646 h 162"/>
              <a:gd name="T56" fmla="*/ 2147483646 w 546"/>
              <a:gd name="T57" fmla="*/ 2147483646 h 162"/>
              <a:gd name="T58" fmla="*/ 2147483646 w 546"/>
              <a:gd name="T59" fmla="*/ 2147483646 h 162"/>
              <a:gd name="T60" fmla="*/ 2147483646 w 546"/>
              <a:gd name="T61" fmla="*/ 2147483646 h 162"/>
              <a:gd name="T62" fmla="*/ 2147483646 w 546"/>
              <a:gd name="T63" fmla="*/ 2147483646 h 162"/>
              <a:gd name="T64" fmla="*/ 2147483646 w 546"/>
              <a:gd name="T65" fmla="*/ 2147483646 h 162"/>
              <a:gd name="T66" fmla="*/ 2147483646 w 546"/>
              <a:gd name="T67" fmla="*/ 2147483646 h 162"/>
              <a:gd name="T68" fmla="*/ 2147483646 w 546"/>
              <a:gd name="T69" fmla="*/ 2147483646 h 162"/>
              <a:gd name="T70" fmla="*/ 2147483646 w 546"/>
              <a:gd name="T71" fmla="*/ 2147483646 h 162"/>
              <a:gd name="T72" fmla="*/ 2147483646 w 546"/>
              <a:gd name="T73" fmla="*/ 2147483646 h 162"/>
              <a:gd name="T74" fmla="*/ 2147483646 w 546"/>
              <a:gd name="T75" fmla="*/ 2147483646 h 162"/>
              <a:gd name="T76" fmla="*/ 2147483646 w 546"/>
              <a:gd name="T77" fmla="*/ 2147483646 h 162"/>
              <a:gd name="T78" fmla="*/ 2147483646 w 546"/>
              <a:gd name="T79" fmla="*/ 2147483646 h 162"/>
              <a:gd name="T80" fmla="*/ 2147483646 w 546"/>
              <a:gd name="T81" fmla="*/ 2147483646 h 162"/>
              <a:gd name="T82" fmla="*/ 2147483646 w 546"/>
              <a:gd name="T83" fmla="*/ 2147483646 h 162"/>
              <a:gd name="T84" fmla="*/ 2147483646 w 546"/>
              <a:gd name="T85" fmla="*/ 2147483646 h 162"/>
              <a:gd name="T86" fmla="*/ 2147483646 w 546"/>
              <a:gd name="T87" fmla="*/ 2147483646 h 162"/>
              <a:gd name="T88" fmla="*/ 2147483646 w 546"/>
              <a:gd name="T89" fmla="*/ 2147483646 h 162"/>
              <a:gd name="T90" fmla="*/ 2147483646 w 546"/>
              <a:gd name="T91" fmla="*/ 2147483646 h 162"/>
              <a:gd name="T92" fmla="*/ 2147483646 w 546"/>
              <a:gd name="T93" fmla="*/ 2147483646 h 162"/>
              <a:gd name="T94" fmla="*/ 2147483646 w 546"/>
              <a:gd name="T95" fmla="*/ 2147483646 h 162"/>
              <a:gd name="T96" fmla="*/ 2147483646 w 546"/>
              <a:gd name="T97" fmla="*/ 2147483646 h 162"/>
              <a:gd name="T98" fmla="*/ 2147483646 w 546"/>
              <a:gd name="T99" fmla="*/ 2147483646 h 162"/>
              <a:gd name="T100" fmla="*/ 2147483646 w 546"/>
              <a:gd name="T101" fmla="*/ 2147483646 h 162"/>
              <a:gd name="T102" fmla="*/ 2147483646 w 546"/>
              <a:gd name="T103" fmla="*/ 2147483646 h 162"/>
              <a:gd name="T104" fmla="*/ 2147483646 w 546"/>
              <a:gd name="T105" fmla="*/ 2147483646 h 162"/>
              <a:gd name="T106" fmla="*/ 2147483646 w 546"/>
              <a:gd name="T107" fmla="*/ 2147483646 h 162"/>
              <a:gd name="T108" fmla="*/ 2147483646 w 546"/>
              <a:gd name="T109" fmla="*/ 2147483646 h 162"/>
              <a:gd name="T110" fmla="*/ 2147483646 w 546"/>
              <a:gd name="T111" fmla="*/ 2147483646 h 162"/>
              <a:gd name="T112" fmla="*/ 2147483646 w 546"/>
              <a:gd name="T113" fmla="*/ 2147483646 h 162"/>
              <a:gd name="T114" fmla="*/ 2147483646 w 546"/>
              <a:gd name="T115" fmla="*/ 2147483646 h 162"/>
              <a:gd name="T116" fmla="*/ 2147483646 w 546"/>
              <a:gd name="T117" fmla="*/ 0 h 16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546" h="162">
                <a:moveTo>
                  <a:pt x="0" y="162"/>
                </a:moveTo>
                <a:lnTo>
                  <a:pt x="0" y="156"/>
                </a:lnTo>
                <a:lnTo>
                  <a:pt x="6" y="156"/>
                </a:lnTo>
                <a:lnTo>
                  <a:pt x="12" y="156"/>
                </a:lnTo>
                <a:lnTo>
                  <a:pt x="18" y="156"/>
                </a:lnTo>
                <a:lnTo>
                  <a:pt x="24" y="156"/>
                </a:lnTo>
                <a:lnTo>
                  <a:pt x="30" y="156"/>
                </a:lnTo>
                <a:lnTo>
                  <a:pt x="36" y="156"/>
                </a:lnTo>
                <a:lnTo>
                  <a:pt x="42" y="156"/>
                </a:lnTo>
                <a:lnTo>
                  <a:pt x="48" y="156"/>
                </a:lnTo>
                <a:lnTo>
                  <a:pt x="54" y="156"/>
                </a:lnTo>
                <a:lnTo>
                  <a:pt x="60" y="156"/>
                </a:lnTo>
                <a:lnTo>
                  <a:pt x="66" y="156"/>
                </a:lnTo>
                <a:lnTo>
                  <a:pt x="72" y="156"/>
                </a:lnTo>
                <a:lnTo>
                  <a:pt x="78" y="156"/>
                </a:lnTo>
                <a:lnTo>
                  <a:pt x="84" y="156"/>
                </a:lnTo>
                <a:lnTo>
                  <a:pt x="90" y="156"/>
                </a:lnTo>
                <a:lnTo>
                  <a:pt x="96" y="156"/>
                </a:lnTo>
                <a:lnTo>
                  <a:pt x="102" y="156"/>
                </a:lnTo>
                <a:lnTo>
                  <a:pt x="108" y="156"/>
                </a:lnTo>
                <a:lnTo>
                  <a:pt x="114" y="156"/>
                </a:lnTo>
                <a:lnTo>
                  <a:pt x="120" y="156"/>
                </a:lnTo>
                <a:lnTo>
                  <a:pt x="126" y="156"/>
                </a:lnTo>
                <a:lnTo>
                  <a:pt x="132" y="156"/>
                </a:lnTo>
                <a:lnTo>
                  <a:pt x="138" y="156"/>
                </a:lnTo>
                <a:lnTo>
                  <a:pt x="144" y="156"/>
                </a:lnTo>
                <a:lnTo>
                  <a:pt x="150" y="156"/>
                </a:lnTo>
                <a:lnTo>
                  <a:pt x="156" y="156"/>
                </a:lnTo>
                <a:lnTo>
                  <a:pt x="162" y="156"/>
                </a:lnTo>
                <a:lnTo>
                  <a:pt x="168" y="156"/>
                </a:lnTo>
                <a:lnTo>
                  <a:pt x="174" y="156"/>
                </a:lnTo>
                <a:lnTo>
                  <a:pt x="180" y="156"/>
                </a:lnTo>
                <a:lnTo>
                  <a:pt x="186" y="156"/>
                </a:lnTo>
                <a:lnTo>
                  <a:pt x="192" y="156"/>
                </a:lnTo>
                <a:lnTo>
                  <a:pt x="198" y="156"/>
                </a:lnTo>
                <a:lnTo>
                  <a:pt x="204" y="156"/>
                </a:lnTo>
                <a:lnTo>
                  <a:pt x="210" y="156"/>
                </a:lnTo>
                <a:lnTo>
                  <a:pt x="216" y="156"/>
                </a:lnTo>
                <a:lnTo>
                  <a:pt x="222" y="150"/>
                </a:lnTo>
                <a:lnTo>
                  <a:pt x="228" y="150"/>
                </a:lnTo>
                <a:lnTo>
                  <a:pt x="234" y="150"/>
                </a:lnTo>
                <a:lnTo>
                  <a:pt x="240" y="150"/>
                </a:lnTo>
                <a:lnTo>
                  <a:pt x="246" y="150"/>
                </a:lnTo>
                <a:lnTo>
                  <a:pt x="252" y="150"/>
                </a:lnTo>
                <a:lnTo>
                  <a:pt x="258" y="150"/>
                </a:lnTo>
                <a:lnTo>
                  <a:pt x="264" y="150"/>
                </a:lnTo>
                <a:lnTo>
                  <a:pt x="270" y="150"/>
                </a:lnTo>
                <a:lnTo>
                  <a:pt x="270" y="144"/>
                </a:lnTo>
                <a:lnTo>
                  <a:pt x="276" y="144"/>
                </a:lnTo>
                <a:lnTo>
                  <a:pt x="282" y="144"/>
                </a:lnTo>
                <a:lnTo>
                  <a:pt x="288" y="144"/>
                </a:lnTo>
                <a:lnTo>
                  <a:pt x="294" y="144"/>
                </a:lnTo>
                <a:lnTo>
                  <a:pt x="300" y="144"/>
                </a:lnTo>
                <a:lnTo>
                  <a:pt x="300" y="138"/>
                </a:lnTo>
                <a:lnTo>
                  <a:pt x="306" y="138"/>
                </a:lnTo>
                <a:lnTo>
                  <a:pt x="312" y="138"/>
                </a:lnTo>
                <a:lnTo>
                  <a:pt x="318" y="138"/>
                </a:lnTo>
                <a:lnTo>
                  <a:pt x="324" y="138"/>
                </a:lnTo>
                <a:lnTo>
                  <a:pt x="330" y="132"/>
                </a:lnTo>
                <a:lnTo>
                  <a:pt x="336" y="132"/>
                </a:lnTo>
                <a:lnTo>
                  <a:pt x="342" y="132"/>
                </a:lnTo>
                <a:lnTo>
                  <a:pt x="348" y="126"/>
                </a:lnTo>
                <a:lnTo>
                  <a:pt x="354" y="126"/>
                </a:lnTo>
                <a:lnTo>
                  <a:pt x="360" y="126"/>
                </a:lnTo>
                <a:lnTo>
                  <a:pt x="360" y="120"/>
                </a:lnTo>
                <a:lnTo>
                  <a:pt x="366" y="120"/>
                </a:lnTo>
                <a:lnTo>
                  <a:pt x="372" y="120"/>
                </a:lnTo>
                <a:lnTo>
                  <a:pt x="378" y="120"/>
                </a:lnTo>
                <a:lnTo>
                  <a:pt x="378" y="114"/>
                </a:lnTo>
                <a:lnTo>
                  <a:pt x="384" y="114"/>
                </a:lnTo>
                <a:lnTo>
                  <a:pt x="390" y="114"/>
                </a:lnTo>
                <a:lnTo>
                  <a:pt x="390" y="108"/>
                </a:lnTo>
                <a:lnTo>
                  <a:pt x="396" y="108"/>
                </a:lnTo>
                <a:lnTo>
                  <a:pt x="402" y="108"/>
                </a:lnTo>
                <a:lnTo>
                  <a:pt x="402" y="102"/>
                </a:lnTo>
                <a:lnTo>
                  <a:pt x="408" y="102"/>
                </a:lnTo>
                <a:lnTo>
                  <a:pt x="414" y="102"/>
                </a:lnTo>
                <a:lnTo>
                  <a:pt x="414" y="96"/>
                </a:lnTo>
                <a:lnTo>
                  <a:pt x="420" y="96"/>
                </a:lnTo>
                <a:lnTo>
                  <a:pt x="426" y="90"/>
                </a:lnTo>
                <a:lnTo>
                  <a:pt x="432" y="90"/>
                </a:lnTo>
                <a:lnTo>
                  <a:pt x="438" y="84"/>
                </a:lnTo>
                <a:lnTo>
                  <a:pt x="444" y="84"/>
                </a:lnTo>
                <a:lnTo>
                  <a:pt x="444" y="78"/>
                </a:lnTo>
                <a:lnTo>
                  <a:pt x="450" y="78"/>
                </a:lnTo>
                <a:lnTo>
                  <a:pt x="456" y="78"/>
                </a:lnTo>
                <a:lnTo>
                  <a:pt x="456" y="72"/>
                </a:lnTo>
                <a:lnTo>
                  <a:pt x="462" y="72"/>
                </a:lnTo>
                <a:lnTo>
                  <a:pt x="462" y="66"/>
                </a:lnTo>
                <a:lnTo>
                  <a:pt x="468" y="66"/>
                </a:lnTo>
                <a:lnTo>
                  <a:pt x="474" y="60"/>
                </a:lnTo>
                <a:lnTo>
                  <a:pt x="480" y="60"/>
                </a:lnTo>
                <a:lnTo>
                  <a:pt x="480" y="54"/>
                </a:lnTo>
                <a:lnTo>
                  <a:pt x="486" y="54"/>
                </a:lnTo>
                <a:lnTo>
                  <a:pt x="486" y="48"/>
                </a:lnTo>
                <a:lnTo>
                  <a:pt x="492" y="48"/>
                </a:lnTo>
                <a:lnTo>
                  <a:pt x="498" y="42"/>
                </a:lnTo>
                <a:lnTo>
                  <a:pt x="504" y="42"/>
                </a:lnTo>
                <a:lnTo>
                  <a:pt x="504" y="36"/>
                </a:lnTo>
                <a:lnTo>
                  <a:pt x="510" y="36"/>
                </a:lnTo>
                <a:lnTo>
                  <a:pt x="510" y="30"/>
                </a:lnTo>
                <a:lnTo>
                  <a:pt x="516" y="30"/>
                </a:lnTo>
                <a:lnTo>
                  <a:pt x="516" y="24"/>
                </a:lnTo>
                <a:lnTo>
                  <a:pt x="522" y="24"/>
                </a:lnTo>
                <a:lnTo>
                  <a:pt x="528" y="18"/>
                </a:lnTo>
                <a:lnTo>
                  <a:pt x="534" y="12"/>
                </a:lnTo>
                <a:lnTo>
                  <a:pt x="540" y="6"/>
                </a:lnTo>
                <a:lnTo>
                  <a:pt x="546" y="6"/>
                </a:lnTo>
                <a:lnTo>
                  <a:pt x="546" y="0"/>
                </a:lnTo>
              </a:path>
            </a:pathLst>
          </a:custGeom>
          <a:noFill/>
          <a:ln w="9525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531" name="Group 53">
            <a:extLst>
              <a:ext uri="{FF2B5EF4-FFF2-40B4-BE49-F238E27FC236}">
                <a16:creationId xmlns:a16="http://schemas.microsoft.com/office/drawing/2014/main" id="{F8BCA4BD-6922-6138-DC3E-9B20F6AD8BCE}"/>
              </a:ext>
            </a:extLst>
          </p:cNvPr>
          <p:cNvGrpSpPr>
            <a:grpSpLocks/>
          </p:cNvGrpSpPr>
          <p:nvPr/>
        </p:nvGrpSpPr>
        <p:grpSpPr bwMode="auto">
          <a:xfrm>
            <a:off x="-187325" y="738188"/>
            <a:ext cx="5094288" cy="2147482687"/>
            <a:chOff x="3120" y="1296"/>
            <a:chExt cx="5094343" cy="2894305"/>
          </a:xfrm>
        </p:grpSpPr>
        <p:sp>
          <p:nvSpPr>
            <p:cNvPr id="21549" name="Line 54">
              <a:extLst>
                <a:ext uri="{FF2B5EF4-FFF2-40B4-BE49-F238E27FC236}">
                  <a16:creationId xmlns:a16="http://schemas.microsoft.com/office/drawing/2014/main" id="{0E1969A2-7751-E4D9-EBDA-FD999DA57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50" name="图片 196">
              <a:extLst>
                <a:ext uri="{FF2B5EF4-FFF2-40B4-BE49-F238E27FC236}">
                  <a16:creationId xmlns:a16="http://schemas.microsoft.com/office/drawing/2014/main" id="{870A3BB7-4726-6778-FC00-DC354ADD3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413" y="2497138"/>
              <a:ext cx="273050" cy="398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1532" name="Group 58">
            <a:extLst>
              <a:ext uri="{FF2B5EF4-FFF2-40B4-BE49-F238E27FC236}">
                <a16:creationId xmlns:a16="http://schemas.microsoft.com/office/drawing/2014/main" id="{AFFE167F-7240-65D5-2672-503374D4BEA1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1806174950"/>
            <a:ext cx="2147483647" cy="2147482688"/>
            <a:chOff x="3600" y="929"/>
            <a:chExt cx="6092400" cy="2894671"/>
          </a:xfrm>
        </p:grpSpPr>
        <p:pic>
          <p:nvPicPr>
            <p:cNvPr id="21547" name="图片 193">
              <a:extLst>
                <a:ext uri="{FF2B5EF4-FFF2-40B4-BE49-F238E27FC236}">
                  <a16:creationId xmlns:a16="http://schemas.microsoft.com/office/drawing/2014/main" id="{FF01E084-B31C-CB5A-A8DF-BE5FA5219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2150" y="2490788"/>
              <a:ext cx="323850" cy="404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48" name="Line 60">
              <a:extLst>
                <a:ext uri="{FF2B5EF4-FFF2-40B4-BE49-F238E27FC236}">
                  <a16:creationId xmlns:a16="http://schemas.microsoft.com/office/drawing/2014/main" id="{2016EE59-1177-4011-EFE7-316937D8E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29"/>
              <a:ext cx="0" cy="7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33" name="Line 61">
            <a:extLst>
              <a:ext uri="{FF2B5EF4-FFF2-40B4-BE49-F238E27FC236}">
                <a16:creationId xmlns:a16="http://schemas.microsoft.com/office/drawing/2014/main" id="{4EF436DB-8E6A-4FC3-088F-DB763CB76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2338388"/>
            <a:ext cx="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4" name="Line 62">
            <a:extLst>
              <a:ext uri="{FF2B5EF4-FFF2-40B4-BE49-F238E27FC236}">
                <a16:creationId xmlns:a16="http://schemas.microsoft.com/office/drawing/2014/main" id="{B090B8E3-096A-2140-8C14-CCDB32BE7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1243013"/>
            <a:ext cx="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5" name="Oval 64">
            <a:extLst>
              <a:ext uri="{FF2B5EF4-FFF2-40B4-BE49-F238E27FC236}">
                <a16:creationId xmlns:a16="http://schemas.microsoft.com/office/drawing/2014/main" id="{4FD16097-CDEE-B7A5-571F-122C89A51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5" y="1549400"/>
            <a:ext cx="53975" cy="539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21536" name="Oval 65">
            <a:extLst>
              <a:ext uri="{FF2B5EF4-FFF2-40B4-BE49-F238E27FC236}">
                <a16:creationId xmlns:a16="http://schemas.microsoft.com/office/drawing/2014/main" id="{CDF3B303-51A2-0FBF-0652-3B95E222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1430338"/>
            <a:ext cx="53975" cy="539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pSp>
        <p:nvGrpSpPr>
          <p:cNvPr id="21537" name="Group 16">
            <a:extLst>
              <a:ext uri="{FF2B5EF4-FFF2-40B4-BE49-F238E27FC236}">
                <a16:creationId xmlns:a16="http://schemas.microsoft.com/office/drawing/2014/main" id="{E4E9BB02-A5F8-E87B-CCDA-DDC0693FF99E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4738" y="1892"/>
            <a:chExt cx="7896192" cy="5001908"/>
          </a:xfrm>
        </p:grpSpPr>
        <p:pic>
          <p:nvPicPr>
            <p:cNvPr id="21543" name="图片 231">
              <a:extLst>
                <a:ext uri="{FF2B5EF4-FFF2-40B4-BE49-F238E27FC236}">
                  <a16:creationId xmlns:a16="http://schemas.microsoft.com/office/drawing/2014/main" id="{2E67026E-8A0C-939A-6250-260F0B60B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150" y="4535488"/>
              <a:ext cx="350780" cy="468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1544" name="Group 18">
              <a:extLst>
                <a:ext uri="{FF2B5EF4-FFF2-40B4-BE49-F238E27FC236}">
                  <a16:creationId xmlns:a16="http://schemas.microsoft.com/office/drawing/2014/main" id="{DB02BD73-C3B9-E8E4-97F4-5684B9A7CC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8" y="1892"/>
              <a:ext cx="350" cy="41"/>
              <a:chOff x="4738" y="1892"/>
              <a:chExt cx="350" cy="41"/>
            </a:xfrm>
          </p:grpSpPr>
          <p:sp>
            <p:nvSpPr>
              <p:cNvPr id="21545" name="Line 19">
                <a:extLst>
                  <a:ext uri="{FF2B5EF4-FFF2-40B4-BE49-F238E27FC236}">
                    <a16:creationId xmlns:a16="http://schemas.microsoft.com/office/drawing/2014/main" id="{DA8085B2-A9DD-95DA-941E-9B449E843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2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46" name="Oval 20">
                <a:extLst>
                  <a:ext uri="{FF2B5EF4-FFF2-40B4-BE49-F238E27FC236}">
                    <a16:creationId xmlns:a16="http://schemas.microsoft.com/office/drawing/2014/main" id="{5944458A-5832-1795-C71B-2B5BBC02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892"/>
                <a:ext cx="41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21538" name="Group 21">
            <a:extLst>
              <a:ext uri="{FF2B5EF4-FFF2-40B4-BE49-F238E27FC236}">
                <a16:creationId xmlns:a16="http://schemas.microsoft.com/office/drawing/2014/main" id="{EC8E79E6-E480-8C4B-660A-94C834505505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5047" y="1872"/>
            <a:chExt cx="8750016" cy="4957478"/>
          </a:xfrm>
        </p:grpSpPr>
        <p:pic>
          <p:nvPicPr>
            <p:cNvPr id="21541" name="图片 236">
              <a:extLst>
                <a:ext uri="{FF2B5EF4-FFF2-40B4-BE49-F238E27FC236}">
                  <a16:creationId xmlns:a16="http://schemas.microsoft.com/office/drawing/2014/main" id="{F48A56C1-68C9-3057-AE6A-260DF243D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4762" y="4578350"/>
              <a:ext cx="350301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42" name="Oval 23">
              <a:extLst>
                <a:ext uri="{FF2B5EF4-FFF2-40B4-BE49-F238E27FC236}">
                  <a16:creationId xmlns:a16="http://schemas.microsoft.com/office/drawing/2014/main" id="{22331650-5897-FED6-0EFB-1216FB5D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872"/>
              <a:ext cx="41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pic>
        <p:nvPicPr>
          <p:cNvPr id="21539" name="内容占位符 242" descr="图表, 折线图&#10;&#10;描述已自动生成">
            <a:extLst>
              <a:ext uri="{FF2B5EF4-FFF2-40B4-BE49-F238E27FC236}">
                <a16:creationId xmlns:a16="http://schemas.microsoft.com/office/drawing/2014/main" id="{1529217E-779D-C752-F7A6-E6BDF65A88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6238" y="1049338"/>
            <a:ext cx="5194300" cy="2590800"/>
          </a:xfrm>
        </p:spPr>
      </p:pic>
      <p:pic>
        <p:nvPicPr>
          <p:cNvPr id="21540" name="图片 244" descr="图示&#10;&#10;描述已自动生成">
            <a:extLst>
              <a:ext uri="{FF2B5EF4-FFF2-40B4-BE49-F238E27FC236}">
                <a16:creationId xmlns:a16="http://schemas.microsoft.com/office/drawing/2014/main" id="{CFD22C8E-E7B4-78D8-88D6-AD3037366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488" y="3859213"/>
            <a:ext cx="19304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49814BA2-754D-6588-114F-317F8369D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376238"/>
            <a:ext cx="1422400" cy="315912"/>
          </a:xfrm>
        </p:spPr>
        <p:txBody>
          <a:bodyPr/>
          <a:lstStyle/>
          <a:p>
            <a:r>
              <a:rPr kumimoji="1"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Definition.</a:t>
            </a:r>
            <a:endParaRPr kumimoji="1" lang="zh-CN" altLang="en-US" sz="32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FA285AF3-23BA-AC67-06FF-4313EC0FE834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4700" y="355600"/>
            <a:ext cx="6934200" cy="558800"/>
          </a:xfrm>
        </p:spPr>
      </p:pic>
      <p:pic>
        <p:nvPicPr>
          <p:cNvPr id="4" name="矩形 3">
            <a:extLst>
              <a:ext uri="{FF2B5EF4-FFF2-40B4-BE49-F238E27FC236}">
                <a16:creationId xmlns:a16="http://schemas.microsoft.com/office/drawing/2014/main" id="{0E1D3694-8010-34CD-47F7-8F48B978ACF1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901700"/>
            <a:ext cx="81280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27">
            <a:extLst>
              <a:ext uri="{FF2B5EF4-FFF2-40B4-BE49-F238E27FC236}">
                <a16:creationId xmlns:a16="http://schemas.microsoft.com/office/drawing/2014/main" id="{8E170FF7-E8D0-D745-2420-67E856225511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1776413"/>
            <a:ext cx="1165225" cy="823912"/>
            <a:chOff x="1008" y="1392"/>
            <a:chExt cx="816" cy="576"/>
          </a:xfrm>
        </p:grpSpPr>
        <p:sp>
          <p:nvSpPr>
            <p:cNvPr id="22546" name="Oval 28">
              <a:extLst>
                <a:ext uri="{FF2B5EF4-FFF2-40B4-BE49-F238E27FC236}">
                  <a16:creationId xmlns:a16="http://schemas.microsoft.com/office/drawing/2014/main" id="{DA3EE040-FF72-84CE-3B3A-2DF127A8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392"/>
              <a:ext cx="816" cy="576"/>
            </a:xfrm>
            <a:prstGeom prst="ellipse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graphicFrame>
          <p:nvGraphicFramePr>
            <p:cNvPr id="22547" name="Object 29">
              <a:extLst>
                <a:ext uri="{FF2B5EF4-FFF2-40B4-BE49-F238E27FC236}">
                  <a16:creationId xmlns:a16="http://schemas.microsoft.com/office/drawing/2014/main" id="{9D74D577-2C1F-73B6-90F8-599DCCC66D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536"/>
            <a:ext cx="28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536"/>
                          <a:ext cx="28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BE85C4D1-998A-318B-44C0-02D293DF42F0}"/>
              </a:ext>
            </a:extLst>
          </p:cNvPr>
          <p:cNvGrpSpPr>
            <a:grpSpLocks/>
          </p:cNvGrpSpPr>
          <p:nvPr/>
        </p:nvGrpSpPr>
        <p:grpSpPr bwMode="auto">
          <a:xfrm>
            <a:off x="4687888" y="1755775"/>
            <a:ext cx="1989137" cy="823913"/>
            <a:chOff x="3216" y="1392"/>
            <a:chExt cx="1392" cy="576"/>
          </a:xfrm>
        </p:grpSpPr>
        <p:sp>
          <p:nvSpPr>
            <p:cNvPr id="22544" name="Oval 31">
              <a:extLst>
                <a:ext uri="{FF2B5EF4-FFF2-40B4-BE49-F238E27FC236}">
                  <a16:creationId xmlns:a16="http://schemas.microsoft.com/office/drawing/2014/main" id="{D5412B86-92E8-87C4-7240-9568B1FF0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92"/>
              <a:ext cx="1392" cy="57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graphicFrame>
          <p:nvGraphicFramePr>
            <p:cNvPr id="22545" name="Object 32">
              <a:extLst>
                <a:ext uri="{FF2B5EF4-FFF2-40B4-BE49-F238E27FC236}">
                  <a16:creationId xmlns:a16="http://schemas.microsoft.com/office/drawing/2014/main" id="{29ABA8F8-3A8D-5976-8D71-86CE97A152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2" y="1536"/>
            <a:ext cx="22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2" y="1536"/>
                          <a:ext cx="22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Freeform 40">
            <a:extLst>
              <a:ext uri="{FF2B5EF4-FFF2-40B4-BE49-F238E27FC236}">
                <a16:creationId xmlns:a16="http://schemas.microsoft.com/office/drawing/2014/main" id="{60DDEC5E-CEAB-6DBB-32AA-C1178FA09531}"/>
              </a:ext>
            </a:extLst>
          </p:cNvPr>
          <p:cNvSpPr>
            <a:spLocks/>
          </p:cNvSpPr>
          <p:nvPr/>
        </p:nvSpPr>
        <p:spPr bwMode="auto">
          <a:xfrm>
            <a:off x="2457450" y="2016125"/>
            <a:ext cx="2743200" cy="274638"/>
          </a:xfrm>
          <a:custGeom>
            <a:avLst/>
            <a:gdLst>
              <a:gd name="T0" fmla="*/ 0 w 1920"/>
              <a:gd name="T1" fmla="*/ 2147483646 h 192"/>
              <a:gd name="T2" fmla="*/ 2147483646 w 1920"/>
              <a:gd name="T3" fmla="*/ 0 h 192"/>
              <a:gd name="T4" fmla="*/ 2147483646 w 1920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0" h="192">
                <a:moveTo>
                  <a:pt x="0" y="192"/>
                </a:moveTo>
                <a:cubicBezTo>
                  <a:pt x="320" y="96"/>
                  <a:pt x="640" y="0"/>
                  <a:pt x="960" y="0"/>
                </a:cubicBezTo>
                <a:cubicBezTo>
                  <a:pt x="1280" y="0"/>
                  <a:pt x="1600" y="96"/>
                  <a:pt x="1920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5" name="对象 14">
            <a:extLst>
              <a:ext uri="{FF2B5EF4-FFF2-40B4-BE49-F238E27FC236}">
                <a16:creationId xmlns:a16="http://schemas.microsoft.com/office/drawing/2014/main" id="{2DBD884C-675A-B662-B6D0-56D03F596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125663"/>
          <a:ext cx="3508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125663"/>
                        <a:ext cx="35083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35">
            <a:extLst>
              <a:ext uri="{FF2B5EF4-FFF2-40B4-BE49-F238E27FC236}">
                <a16:creationId xmlns:a16="http://schemas.microsoft.com/office/drawing/2014/main" id="{3251435A-20B6-AA90-B259-238C24A13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2125663"/>
          <a:ext cx="34925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2125663"/>
                        <a:ext cx="349250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对象 16">
            <a:extLst>
              <a:ext uri="{FF2B5EF4-FFF2-40B4-BE49-F238E27FC236}">
                <a16:creationId xmlns:a16="http://schemas.microsoft.com/office/drawing/2014/main" id="{DF706C7F-FCDA-60FC-7658-ECDFBF10F2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7325" y="2144713"/>
          <a:ext cx="3143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0" imgH="0" progId="">
                  <p:embed/>
                </p:oleObj>
              </mc:Choice>
              <mc:Fallback>
                <p:oleObj r:id="rId12" imgW="0" imgH="0" progId="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2144713"/>
                        <a:ext cx="3143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矩形 17">
            <a:extLst>
              <a:ext uri="{FF2B5EF4-FFF2-40B4-BE49-F238E27FC236}">
                <a16:creationId xmlns:a16="http://schemas.microsoft.com/office/drawing/2014/main" id="{53359A67-FF56-BEC9-90CE-E1E4CC4F365B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2908300"/>
            <a:ext cx="58420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矩形 18">
            <a:extLst>
              <a:ext uri="{FF2B5EF4-FFF2-40B4-BE49-F238E27FC236}">
                <a16:creationId xmlns:a16="http://schemas.microsoft.com/office/drawing/2014/main" id="{1486FA1A-3275-4D07-270A-B629B931A58C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517900"/>
            <a:ext cx="46736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ED207A2-1666-82D1-5067-0D368F40247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69107" y="4169891"/>
            <a:ext cx="3411383" cy="400110"/>
          </a:xfrm>
          <a:prstGeom prst="rect">
            <a:avLst/>
          </a:prstGeom>
          <a:blipFill>
            <a:blip r:embed="rId16"/>
            <a:stretch>
              <a:fillRect l="-1852" t="-9375" r="-741" b="-2812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526070-E540-4BDB-4B02-B2201D7480A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69107" y="4740366"/>
            <a:ext cx="5140253" cy="400110"/>
          </a:xfrm>
          <a:prstGeom prst="rect">
            <a:avLst/>
          </a:prstGeom>
          <a:blipFill>
            <a:blip r:embed="rId17"/>
            <a:stretch>
              <a:fillRect t="-9375" r="-246" b="-2812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FDB7A0-7468-1982-29B9-2B482265671C}"/>
              </a:ext>
            </a:extLst>
          </p:cNvPr>
          <p:cNvSpPr/>
          <p:nvPr/>
        </p:nvSpPr>
        <p:spPr>
          <a:xfrm>
            <a:off x="1225550" y="5580063"/>
            <a:ext cx="8302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b="1">
                <a:solidFill>
                  <a:srgbClr val="FF0000"/>
                </a:solidFill>
                <a:latin typeface="+mn-ea"/>
              </a:rPr>
              <a:t>Note: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3" name="矩形 22">
            <a:extLst>
              <a:ext uri="{FF2B5EF4-FFF2-40B4-BE49-F238E27FC236}">
                <a16:creationId xmlns:a16="http://schemas.microsoft.com/office/drawing/2014/main" id="{5E630F5D-91D5-84C9-3A1A-B99207E76112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549900"/>
            <a:ext cx="58293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1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A7349005-1604-327E-365A-AD2E10AD6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2430463" cy="542925"/>
          </a:xfrm>
        </p:spPr>
        <p:txBody>
          <a:bodyPr/>
          <a:lstStyle/>
          <a:p>
            <a:pPr>
              <a:defRPr/>
            </a:pPr>
            <a:r>
              <a:rPr kumimoji="1" lang="zh-CN" altLang="en-US" sz="2800">
                <a:latin typeface="+mn-ea"/>
                <a:ea typeface="+mn-ea"/>
              </a:rPr>
              <a:t>对</a:t>
            </a:r>
            <a:r>
              <a:rPr kumimoji="1" lang="en-US" altLang="zh-CN" sz="2800">
                <a:latin typeface="+mn-ea"/>
                <a:ea typeface="+mn-ea"/>
              </a:rPr>
              <a:t>mapping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23555" name="对象 3">
            <a:extLst>
              <a:ext uri="{FF2B5EF4-FFF2-40B4-BE49-F238E27FC236}">
                <a16:creationId xmlns:a16="http://schemas.microsoft.com/office/drawing/2014/main" id="{B8681865-32C8-6504-9544-6958A3848F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409575"/>
          <a:ext cx="17160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409575"/>
                        <a:ext cx="17160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28">
            <a:extLst>
              <a:ext uri="{FF2B5EF4-FFF2-40B4-BE49-F238E27FC236}">
                <a16:creationId xmlns:a16="http://schemas.microsoft.com/office/drawing/2014/main" id="{1C1987DD-1D07-BDD2-5EF2-E57B15FBE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125538"/>
            <a:ext cx="370614" cy="480131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>
                <a:latin typeface="等线" panose="02010600030101010101" pitchFamily="2" charset="-122"/>
              </a:rPr>
              <a:t>if</a:t>
            </a:r>
            <a:endParaRPr lang="zh-CN" altLang="en-US">
              <a:latin typeface="等线" panose="02010600030101010101" pitchFamily="2" charset="-122"/>
            </a:endParaRPr>
          </a:p>
        </p:txBody>
      </p:sp>
      <p:graphicFrame>
        <p:nvGraphicFramePr>
          <p:cNvPr id="6" name="Object 1029">
            <a:extLst>
              <a:ext uri="{FF2B5EF4-FFF2-40B4-BE49-F238E27FC236}">
                <a16:creationId xmlns:a16="http://schemas.microsoft.com/office/drawing/2014/main" id="{810D24D3-14DB-2EF1-BA71-FB161F2E4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7775" y="1200150"/>
          <a:ext cx="14652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1200150"/>
                        <a:ext cx="146526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矩形 6">
            <a:extLst>
              <a:ext uri="{FF2B5EF4-FFF2-40B4-BE49-F238E27FC236}">
                <a16:creationId xmlns:a16="http://schemas.microsoft.com/office/drawing/2014/main" id="{E4A7C4EF-BCF8-C3E0-BC23-5D09534F1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092200"/>
            <a:ext cx="33037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then</a:t>
            </a:r>
            <a:r>
              <a:rPr lang="zh-CN" altLang="en-US"/>
              <a:t>称 </a:t>
            </a:r>
            <a:r>
              <a:rPr lang="en-US" altLang="zh-CN"/>
              <a:t>f is surjective;</a:t>
            </a:r>
            <a:endParaRPr lang="zh-CN" altLang="en-US" b="1"/>
          </a:p>
        </p:txBody>
      </p:sp>
      <p:sp>
        <p:nvSpPr>
          <p:cNvPr id="23559" name="矩形 7">
            <a:extLst>
              <a:ext uri="{FF2B5EF4-FFF2-40B4-BE49-F238E27FC236}">
                <a16:creationId xmlns:a16="http://schemas.microsoft.com/office/drawing/2014/main" id="{B6EEC466-E167-EEE0-ACE7-558E5752A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5076" y="1100138"/>
            <a:ext cx="239039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>
                <a:solidFill>
                  <a:srgbClr val="7030A0"/>
                </a:solidFill>
                <a:latin typeface="+mn-ea"/>
              </a:rPr>
              <a:t>引</a:t>
            </a:r>
            <a:r>
              <a:rPr lang="en-US" altLang="zh-CN">
                <a:solidFill>
                  <a:srgbClr val="7030A0"/>
                </a:solidFill>
                <a:latin typeface="+mn-ea"/>
              </a:rPr>
              <a:t>Example2, 3</a:t>
            </a:r>
            <a:endParaRPr lang="en-US" altLang="zh-CN" dirty="0">
              <a:solidFill>
                <a:srgbClr val="7030A0"/>
              </a:solidFill>
              <a:latin typeface="+mn-ea"/>
            </a:endParaRPr>
          </a:p>
        </p:txBody>
      </p:sp>
      <p:pic>
        <p:nvPicPr>
          <p:cNvPr id="23560" name="图片 9" descr="画里面的卡通动物&#10;&#10;描述已自动生成">
            <a:extLst>
              <a:ext uri="{FF2B5EF4-FFF2-40B4-BE49-F238E27FC236}">
                <a16:creationId xmlns:a16="http://schemas.microsoft.com/office/drawing/2014/main" id="{B9953B1B-CD50-81CE-1EF8-C69D9C117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838" y="2225675"/>
            <a:ext cx="32512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1051">
            <a:extLst>
              <a:ext uri="{FF2B5EF4-FFF2-40B4-BE49-F238E27FC236}">
                <a16:creationId xmlns:a16="http://schemas.microsoft.com/office/drawing/2014/main" id="{0EA0AFAD-5C4F-1C27-9600-02A393C2E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7775" y="2366963"/>
          <a:ext cx="312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2366963"/>
                        <a:ext cx="312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矩形 12">
            <a:extLst>
              <a:ext uri="{FF2B5EF4-FFF2-40B4-BE49-F238E27FC236}">
                <a16:creationId xmlns:a16="http://schemas.microsoft.com/office/drawing/2014/main" id="{4092F4CB-C773-9D01-FE76-FDAE110B8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347913"/>
            <a:ext cx="375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if</a:t>
            </a:r>
            <a:endParaRPr lang="zh-CN" altLang="en-US"/>
          </a:p>
        </p:txBody>
      </p:sp>
      <p:graphicFrame>
        <p:nvGraphicFramePr>
          <p:cNvPr id="23563" name="对象 13">
            <a:extLst>
              <a:ext uri="{FF2B5EF4-FFF2-40B4-BE49-F238E27FC236}">
                <a16:creationId xmlns:a16="http://schemas.microsoft.com/office/drawing/2014/main" id="{0FFAF0FF-B0BB-7954-7542-5EC903D3B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9675" y="3089275"/>
          <a:ext cx="210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0" imgH="0" progId="">
                  <p:embed/>
                </p:oleObj>
              </mc:Choice>
              <mc:Fallback>
                <p:oleObj r:id="rId9" imgW="0" imgH="0" progId="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3089275"/>
                        <a:ext cx="2108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矩形 14">
            <a:extLst>
              <a:ext uri="{FF2B5EF4-FFF2-40B4-BE49-F238E27FC236}">
                <a16:creationId xmlns:a16="http://schemas.microsoft.com/office/drawing/2014/main" id="{201C036F-FCA5-CB8A-7387-834E642F6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3044825"/>
            <a:ext cx="555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has</a:t>
            </a:r>
            <a:endParaRPr lang="zh-CN" altLang="en-US"/>
          </a:p>
        </p:txBody>
      </p:sp>
      <p:sp>
        <p:nvSpPr>
          <p:cNvPr id="23565" name="矩形 15">
            <a:extLst>
              <a:ext uri="{FF2B5EF4-FFF2-40B4-BE49-F238E27FC236}">
                <a16:creationId xmlns:a16="http://schemas.microsoft.com/office/drawing/2014/main" id="{6D6FE631-3AAF-12B1-E82F-11143BFF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044825"/>
            <a:ext cx="31194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then</a:t>
            </a:r>
            <a:r>
              <a:rPr lang="zh-CN" altLang="en-US"/>
              <a:t>称 </a:t>
            </a:r>
            <a:r>
              <a:rPr lang="en-US" altLang="zh-CN"/>
              <a:t>f is injective;</a:t>
            </a:r>
            <a:endParaRPr lang="en-US" altLang="zh-CN" b="1"/>
          </a:p>
        </p:txBody>
      </p:sp>
      <p:sp>
        <p:nvSpPr>
          <p:cNvPr id="23566" name="矩形 16">
            <a:extLst>
              <a:ext uri="{FF2B5EF4-FFF2-40B4-BE49-F238E27FC236}">
                <a16:creationId xmlns:a16="http://schemas.microsoft.com/office/drawing/2014/main" id="{BE95919B-EFFA-B50A-17EB-3C0BF6E1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3179763"/>
            <a:ext cx="202491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>
                <a:solidFill>
                  <a:srgbClr val="7030A0"/>
                </a:solidFill>
                <a:latin typeface="+mn-ea"/>
              </a:rPr>
              <a:t>引</a:t>
            </a:r>
            <a:r>
              <a:rPr lang="en-US" altLang="zh-CN">
                <a:solidFill>
                  <a:srgbClr val="7030A0"/>
                </a:solidFill>
                <a:latin typeface="+mn-ea"/>
              </a:rPr>
              <a:t>Example2</a:t>
            </a:r>
            <a:endParaRPr lang="zh-CN" altLang="en-US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36FF94-BFD4-9893-912B-B3FFD317D6E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6353" y="4127216"/>
            <a:ext cx="3859646" cy="523220"/>
          </a:xfrm>
          <a:prstGeom prst="rect">
            <a:avLst/>
          </a:prstGeom>
          <a:blipFill>
            <a:blip r:embed="rId11"/>
            <a:stretch>
              <a:fillRect l="-3279" t="-11628" r="-2295" b="-2790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559411-4AB1-D5B4-9D15-755C1C62BD3B}"/>
              </a:ext>
            </a:extLst>
          </p:cNvPr>
          <p:cNvSpPr/>
          <p:nvPr/>
        </p:nvSpPr>
        <p:spPr>
          <a:xfrm>
            <a:off x="728663" y="4813300"/>
            <a:ext cx="5586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/>
              <a:t>then</a:t>
            </a:r>
            <a:r>
              <a:rPr lang="zh-CN" altLang="en-US" sz="2800"/>
              <a:t>称 </a:t>
            </a:r>
            <a:r>
              <a:rPr lang="en-US" altLang="zh-CN" sz="2800"/>
              <a:t>f is bijective or </a:t>
            </a:r>
            <a:r>
              <a:rPr lang="zh-CN" altLang="en-US" sz="2800"/>
              <a:t>一一</a:t>
            </a:r>
            <a:r>
              <a:rPr lang="en-US" altLang="zh-CN" sz="2800"/>
              <a:t>mapping.</a:t>
            </a:r>
            <a:endParaRPr lang="en-US" altLang="zh-CN" sz="2800" b="1" dirty="0">
              <a:latin typeface="+mn-ea"/>
            </a:endParaRPr>
          </a:p>
        </p:txBody>
      </p:sp>
      <p:pic>
        <p:nvPicPr>
          <p:cNvPr id="23569" name="图片 20" descr="图示&#10;&#10;描述已自动生成">
            <a:extLst>
              <a:ext uri="{FF2B5EF4-FFF2-40B4-BE49-F238E27FC236}">
                <a16:creationId xmlns:a16="http://schemas.microsoft.com/office/drawing/2014/main" id="{F5ED3E74-5345-CCDC-1540-46A71D73C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688" y="4267200"/>
            <a:ext cx="32766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70" name="矩形 21">
            <a:extLst>
              <a:ext uri="{FF2B5EF4-FFF2-40B4-BE49-F238E27FC236}">
                <a16:creationId xmlns:a16="http://schemas.microsoft.com/office/drawing/2014/main" id="{8FE651BF-1C7E-8B85-E2D4-2BA24F73B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5949950"/>
            <a:ext cx="202491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>
                <a:solidFill>
                  <a:srgbClr val="7030A0"/>
                </a:solidFill>
                <a:latin typeface="+mn-ea"/>
              </a:rPr>
              <a:t>引</a:t>
            </a:r>
            <a:r>
              <a:rPr lang="en-US" altLang="zh-CN">
                <a:solidFill>
                  <a:srgbClr val="7030A0"/>
                </a:solidFill>
                <a:latin typeface="+mn-ea"/>
              </a:rPr>
              <a:t>Example2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A39470F9-9220-80BC-B95A-635821B9F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847725" cy="61595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Example1.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D7088F0D-A6DD-D631-A3CE-073EF5F292C7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1400" y="2019300"/>
            <a:ext cx="6845300" cy="546100"/>
          </a:xfr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BF4EAD6-F5C7-B713-EB93-1931E0D6E8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549275"/>
          <a:ext cx="10683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49275"/>
                        <a:ext cx="10683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对象 4">
            <a:extLst>
              <a:ext uri="{FF2B5EF4-FFF2-40B4-BE49-F238E27FC236}">
                <a16:creationId xmlns:a16="http://schemas.microsoft.com/office/drawing/2014/main" id="{12659A27-3DE1-A477-B03C-F390A8424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506413"/>
          <a:ext cx="21590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0" imgH="0" progId="">
                  <p:embed/>
                </p:oleObj>
              </mc:Choice>
              <mc:Fallback>
                <p:oleObj r:id="rId5" imgW="0" imgH="0" progId="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06413"/>
                        <a:ext cx="21590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9">
            <a:extLst>
              <a:ext uri="{FF2B5EF4-FFF2-40B4-BE49-F238E27FC236}">
                <a16:creationId xmlns:a16="http://schemas.microsoft.com/office/drawing/2014/main" id="{4FAFA7C8-E092-6704-BB2A-8E1F289DF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860425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EB71BA25-1286-3CF8-883A-E1C4AE00AE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465263"/>
          <a:ext cx="123983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65263"/>
                        <a:ext cx="123983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CE4BEE86-266B-F00E-A564-5E8721B90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8" y="1452563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1452563"/>
                        <a:ext cx="144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2">
            <a:extLst>
              <a:ext uri="{FF2B5EF4-FFF2-40B4-BE49-F238E27FC236}">
                <a16:creationId xmlns:a16="http://schemas.microsoft.com/office/drawing/2014/main" id="{107B7BC5-4844-4B4B-BDA7-9FE8065D5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8" y="1406525"/>
            <a:ext cx="15985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(surjective)</a:t>
            </a:r>
            <a:endParaRPr lang="en-US" altLang="zh-CN" sz="1800">
              <a:solidFill>
                <a:schemeClr val="accent2"/>
              </a:solidFill>
              <a:latin typeface="等线" panose="02010600030101010101" pitchFamily="2" charset="-122"/>
            </a:endParaRPr>
          </a:p>
        </p:txBody>
      </p:sp>
      <p:sp>
        <p:nvSpPr>
          <p:cNvPr id="24585" name="Freeform 12">
            <a:extLst>
              <a:ext uri="{FF2B5EF4-FFF2-40B4-BE49-F238E27FC236}">
                <a16:creationId xmlns:a16="http://schemas.microsoft.com/office/drawing/2014/main" id="{9B4A2A51-FF68-93A7-E94F-C88A0467449A}"/>
              </a:ext>
            </a:extLst>
          </p:cNvPr>
          <p:cNvSpPr>
            <a:spLocks/>
          </p:cNvSpPr>
          <p:nvPr/>
        </p:nvSpPr>
        <p:spPr bwMode="auto">
          <a:xfrm>
            <a:off x="6535738" y="601663"/>
            <a:ext cx="1524000" cy="838200"/>
          </a:xfrm>
          <a:custGeom>
            <a:avLst/>
            <a:gdLst>
              <a:gd name="T0" fmla="*/ 2147483646 w 960"/>
              <a:gd name="T1" fmla="*/ 0 h 528"/>
              <a:gd name="T2" fmla="*/ 0 w 960"/>
              <a:gd name="T3" fmla="*/ 2147483646 h 528"/>
              <a:gd name="T4" fmla="*/ 2147483646 w 960"/>
              <a:gd name="T5" fmla="*/ 2147483646 h 528"/>
              <a:gd name="T6" fmla="*/ 2147483646 w 9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0" h="528">
                <a:moveTo>
                  <a:pt x="288" y="0"/>
                </a:moveTo>
                <a:lnTo>
                  <a:pt x="0" y="528"/>
                </a:lnTo>
                <a:lnTo>
                  <a:pt x="960" y="528"/>
                </a:lnTo>
                <a:lnTo>
                  <a:pt x="288" y="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05BE2D45-5391-212A-E5C7-E853FDB76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860425"/>
          <a:ext cx="288925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860425"/>
                        <a:ext cx="288925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对象 12">
            <a:extLst>
              <a:ext uri="{FF2B5EF4-FFF2-40B4-BE49-F238E27FC236}">
                <a16:creationId xmlns:a16="http://schemas.microsoft.com/office/drawing/2014/main" id="{E5C1D4CE-2A84-62FB-F576-4E624845B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8888" y="811213"/>
          <a:ext cx="288925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0" imgH="0" progId="">
                  <p:embed/>
                </p:oleObj>
              </mc:Choice>
              <mc:Fallback>
                <p:oleObj r:id="rId13" imgW="0" imgH="0" progId="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811213"/>
                        <a:ext cx="288925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14FBB10F-A071-311C-904F-27EB82827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1465263"/>
          <a:ext cx="18573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465263"/>
                        <a:ext cx="185738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标题 1">
            <a:extLst>
              <a:ext uri="{FF2B5EF4-FFF2-40B4-BE49-F238E27FC236}">
                <a16:creationId xmlns:a16="http://schemas.microsoft.com/office/drawing/2014/main" id="{A7DE2696-4D4B-A104-B1C3-DE80B1DD2B35}"/>
              </a:ext>
            </a:extLst>
          </p:cNvPr>
          <p:cNvSpPr txBox="1">
            <a:spLocks/>
          </p:cNvSpPr>
          <p:nvPr/>
        </p:nvSpPr>
        <p:spPr bwMode="auto">
          <a:xfrm>
            <a:off x="600075" y="2713038"/>
            <a:ext cx="847725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等线" panose="02010600030101010101" pitchFamily="2" charset="-122"/>
              </a:rPr>
              <a:t>Example2.</a:t>
            </a:r>
            <a:endParaRPr kumimoji="1" lang="zh-CN" altLang="en-US" sz="2400">
              <a:latin typeface="等线" panose="02010600030101010101" pitchFamily="2" charset="-122"/>
            </a:endParaRPr>
          </a:p>
        </p:txBody>
      </p:sp>
      <p:graphicFrame>
        <p:nvGraphicFramePr>
          <p:cNvPr id="19" name="Object 29">
            <a:extLst>
              <a:ext uri="{FF2B5EF4-FFF2-40B4-BE49-F238E27FC236}">
                <a16:creationId xmlns:a16="http://schemas.microsoft.com/office/drawing/2014/main" id="{50749898-5A2C-4AF6-F178-ECB99DECE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6388" y="2828925"/>
          <a:ext cx="198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828925"/>
                        <a:ext cx="198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矩形 19">
            <a:extLst>
              <a:ext uri="{FF2B5EF4-FFF2-40B4-BE49-F238E27FC236}">
                <a16:creationId xmlns:a16="http://schemas.microsoft.com/office/drawing/2014/main" id="{A573DAF7-A736-0AEB-DDFE-CAA7D3E5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2781300"/>
            <a:ext cx="37743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/>
              <a:t>, right</a:t>
            </a:r>
            <a:r>
              <a:rPr lang="zh-CN" altLang="en-US" sz="1800"/>
              <a:t>图 </a:t>
            </a:r>
            <a:r>
              <a:rPr lang="en-US" altLang="zh-CN" sz="1800"/>
              <a:t>in </a:t>
            </a:r>
            <a:r>
              <a:rPr lang="zh-CN" altLang="en-US" sz="1800"/>
              <a:t>对应阴影</a:t>
            </a:r>
            <a:r>
              <a:rPr lang="en-US" altLang="zh-CN" sz="1800"/>
              <a:t>part's </a:t>
            </a:r>
            <a:r>
              <a:rPr lang="zh-CN" altLang="en-US" sz="1800"/>
              <a:t>面 </a:t>
            </a:r>
            <a:r>
              <a:rPr lang="en-US" altLang="zh-CN" sz="1800"/>
              <a:t>product</a:t>
            </a:r>
            <a:endParaRPr lang="zh-CN" altLang="en-US" sz="2400"/>
          </a:p>
        </p:txBody>
      </p:sp>
      <p:graphicFrame>
        <p:nvGraphicFramePr>
          <p:cNvPr id="21" name="Object 31">
            <a:extLst>
              <a:ext uri="{FF2B5EF4-FFF2-40B4-BE49-F238E27FC236}">
                <a16:creationId xmlns:a16="http://schemas.microsoft.com/office/drawing/2014/main" id="{9A07992B-0254-DE87-3ABF-5B7488934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317875"/>
          <a:ext cx="15478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317875"/>
                        <a:ext cx="154781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矩形 21">
            <a:extLst>
              <a:ext uri="{FF2B5EF4-FFF2-40B4-BE49-F238E27FC236}">
                <a16:creationId xmlns:a16="http://schemas.microsoft.com/office/drawing/2014/main" id="{F2E8CFFA-D63A-3DE7-BD38-0FA39ADA6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438" y="3243263"/>
            <a:ext cx="25122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, thenin number</a:t>
            </a:r>
            <a:r>
              <a:rPr lang="zh-CN" altLang="en-US" sz="2400"/>
              <a:t>集</a:t>
            </a:r>
          </a:p>
        </p:txBody>
      </p:sp>
      <p:graphicFrame>
        <p:nvGraphicFramePr>
          <p:cNvPr id="23" name="Object 33">
            <a:extLst>
              <a:ext uri="{FF2B5EF4-FFF2-40B4-BE49-F238E27FC236}">
                <a16:creationId xmlns:a16="http://schemas.microsoft.com/office/drawing/2014/main" id="{C8076100-6E28-FDBA-AC47-4FCAA7BDA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3290888"/>
          <a:ext cx="103346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3290888"/>
                        <a:ext cx="103346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5" name="矩形 24">
            <a:extLst>
              <a:ext uri="{FF2B5EF4-FFF2-40B4-BE49-F238E27FC236}">
                <a16:creationId xmlns:a16="http://schemas.microsoft.com/office/drawing/2014/main" id="{FC1935EA-9889-E488-6813-33D06C5E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703638"/>
            <a:ext cx="58152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2400"/>
              <a:t>from</a:t>
            </a:r>
            <a:r>
              <a:rPr lang="zh-CN" altLang="en-GB" sz="2400"/>
              <a:t>身</a:t>
            </a:r>
            <a:r>
              <a:rPr lang="en-GB" altLang="zh-CN" sz="2400"/>
              <a:t>betweenDefinition</a:t>
            </a:r>
            <a:r>
              <a:rPr lang="zh-CN" altLang="en-GB" sz="2400"/>
              <a:t>了一 </a:t>
            </a:r>
            <a:r>
              <a:rPr lang="en-GB" altLang="zh-CN" sz="2400"/>
              <a:t>kind mapping</a:t>
            </a:r>
            <a:endParaRPr lang="zh-CN" altLang="en-US" sz="2400"/>
          </a:p>
        </p:txBody>
      </p:sp>
      <p:sp>
        <p:nvSpPr>
          <p:cNvPr id="24596" name="矩形 25">
            <a:extLst>
              <a:ext uri="{FF2B5EF4-FFF2-40B4-BE49-F238E27FC236}">
                <a16:creationId xmlns:a16="http://schemas.microsoft.com/office/drawing/2014/main" id="{3B4FCAFE-E77E-838F-369E-D697BDB7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3698875"/>
            <a:ext cx="12323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accent2"/>
                </a:solidFill>
              </a:rPr>
              <a:t>(surjective)</a:t>
            </a:r>
            <a:endParaRPr lang="en-US" altLang="zh-CN" sz="2400">
              <a:solidFill>
                <a:schemeClr val="accent2"/>
              </a:solidFill>
            </a:endParaRPr>
          </a:p>
        </p:txBody>
      </p:sp>
      <p:pic>
        <p:nvPicPr>
          <p:cNvPr id="24597" name="图片 27" descr="图示&#10;&#10;描述已自动生成">
            <a:extLst>
              <a:ext uri="{FF2B5EF4-FFF2-40B4-BE49-F238E27FC236}">
                <a16:creationId xmlns:a16="http://schemas.microsoft.com/office/drawing/2014/main" id="{9C35833A-EFB2-089D-10BA-F8814A9D4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2595563"/>
            <a:ext cx="13589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BBFFFE49-19F7-BDE8-3742-D5F303DAA734}"/>
              </a:ext>
            </a:extLst>
          </p:cNvPr>
          <p:cNvSpPr/>
          <p:nvPr/>
        </p:nvSpPr>
        <p:spPr>
          <a:xfrm>
            <a:off x="665163" y="4479925"/>
            <a:ext cx="1604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lang="en-US" altLang="zh-CN" sz="2400" b="1">
                <a:latin typeface="+mn-ea"/>
              </a:rPr>
              <a:t>Example3.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24599" name="矩形 29">
            <a:extLst>
              <a:ext uri="{FF2B5EF4-FFF2-40B4-BE49-F238E27FC236}">
                <a16:creationId xmlns:a16="http://schemas.microsoft.com/office/drawing/2014/main" id="{37FDD6FB-D543-7318-724F-D9804D23A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4491038"/>
            <a:ext cx="1920719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such as</a:t>
            </a:r>
            <a:r>
              <a:rPr lang="zh-CN" altLang="en-US" sz="2400">
                <a:latin typeface="+mn-ea"/>
              </a:rPr>
              <a:t>图 示</a:t>
            </a:r>
            <a:r>
              <a:rPr lang="en-US" altLang="zh-CN" sz="2400">
                <a:latin typeface="+mn-ea"/>
              </a:rPr>
              <a:t>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4600" name="矩形 30">
            <a:extLst>
              <a:ext uri="{FF2B5EF4-FFF2-40B4-BE49-F238E27FC236}">
                <a16:creationId xmlns:a16="http://schemas.microsoft.com/office/drawing/2014/main" id="{5F65BDC0-7A30-88FA-A340-89069FC5D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4489450"/>
            <a:ext cx="126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32" name="Object 60">
            <a:extLst>
              <a:ext uri="{FF2B5EF4-FFF2-40B4-BE49-F238E27FC236}">
                <a16:creationId xmlns:a16="http://schemas.microsoft.com/office/drawing/2014/main" id="{71A7BBBF-41C6-E243-8314-BB2347881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006975"/>
          <a:ext cx="723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006975"/>
                        <a:ext cx="723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2" name="对象 32">
            <a:extLst>
              <a:ext uri="{FF2B5EF4-FFF2-40B4-BE49-F238E27FC236}">
                <a16:creationId xmlns:a16="http://schemas.microsoft.com/office/drawing/2014/main" id="{25DFC57C-47E6-C41A-B4CE-4D0A00971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8" y="4972050"/>
          <a:ext cx="13906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0" imgH="0" progId="">
                  <p:embed/>
                </p:oleObj>
              </mc:Choice>
              <mc:Fallback>
                <p:oleObj r:id="rId26" imgW="0" imgH="0" progId="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4972050"/>
                        <a:ext cx="13906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53">
            <a:extLst>
              <a:ext uri="{FF2B5EF4-FFF2-40B4-BE49-F238E27FC236}">
                <a16:creationId xmlns:a16="http://schemas.microsoft.com/office/drawing/2014/main" id="{FEAD087A-6631-48F1-AC59-14336E928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5586413"/>
          <a:ext cx="13604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5586413"/>
                        <a:ext cx="13604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9">
            <a:extLst>
              <a:ext uri="{FF2B5EF4-FFF2-40B4-BE49-F238E27FC236}">
                <a16:creationId xmlns:a16="http://schemas.microsoft.com/office/drawing/2014/main" id="{0F644B7D-60AC-0F13-9B25-572782405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850" y="6199188"/>
          <a:ext cx="318928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6199188"/>
                        <a:ext cx="318928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05" name="Group 55">
            <a:extLst>
              <a:ext uri="{FF2B5EF4-FFF2-40B4-BE49-F238E27FC236}">
                <a16:creationId xmlns:a16="http://schemas.microsoft.com/office/drawing/2014/main" id="{A5887900-07F1-C082-FA70-BDD5CE13FEDF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6410325"/>
            <a:ext cx="914400" cy="1588"/>
            <a:chOff x="1968" y="3407"/>
            <a:chExt cx="576" cy="145"/>
          </a:xfrm>
        </p:grpSpPr>
        <p:sp>
          <p:nvSpPr>
            <p:cNvPr id="24609" name="Line 56">
              <a:extLst>
                <a:ext uri="{FF2B5EF4-FFF2-40B4-BE49-F238E27FC236}">
                  <a16:creationId xmlns:a16="http://schemas.microsoft.com/office/drawing/2014/main" id="{7991917B-E26A-54F1-AB47-64FA762AA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46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57">
              <a:extLst>
                <a:ext uri="{FF2B5EF4-FFF2-40B4-BE49-F238E27FC236}">
                  <a16:creationId xmlns:a16="http://schemas.microsoft.com/office/drawing/2014/main" id="{C3590D18-EE23-CC43-BC85-0454C764D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407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" name="Object 54">
            <a:extLst>
              <a:ext uri="{FF2B5EF4-FFF2-40B4-BE49-F238E27FC236}">
                <a16:creationId xmlns:a16="http://schemas.microsoft.com/office/drawing/2014/main" id="{D2CD03C5-5C36-5F74-97F5-D5DB284B0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6525" y="6135688"/>
          <a:ext cx="13477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6135688"/>
                        <a:ext cx="13477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7" name="矩形 39">
            <a:extLst>
              <a:ext uri="{FF2B5EF4-FFF2-40B4-BE49-F238E27FC236}">
                <a16:creationId xmlns:a16="http://schemas.microsoft.com/office/drawing/2014/main" id="{5BE180F4-3418-9D43-866B-42CA0EF52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5" y="6135688"/>
            <a:ext cx="1598515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solidFill>
                  <a:schemeClr val="accent2"/>
                </a:solidFill>
                <a:latin typeface="+mn-ea"/>
              </a:rPr>
              <a:t>(surjective)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4608" name="图片 41" descr="图示&#10;&#10;描述已自动生成">
            <a:extLst>
              <a:ext uri="{FF2B5EF4-FFF2-40B4-BE49-F238E27FC236}">
                <a16:creationId xmlns:a16="http://schemas.microsoft.com/office/drawing/2014/main" id="{EBD2AD12-3FAB-32E9-9759-4C3E4C496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713" y="4473575"/>
            <a:ext cx="17018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C35D7A85-8EB8-02E1-7B30-73D2A5D6E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1495425" cy="593725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Note: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DE2EF-8D5D-86E7-A967-7667EF593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50" y="1516063"/>
            <a:ext cx="7886700" cy="27051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+mn-ea"/>
              </a:rPr>
              <a:t>for example</a:t>
            </a:r>
            <a:endParaRPr kumimoji="1" lang="zh-CN" altLang="en-US" dirty="0"/>
          </a:p>
        </p:txBody>
      </p:sp>
      <p:sp>
        <p:nvSpPr>
          <p:cNvPr id="25603" name="Text Box 1026">
            <a:extLst>
              <a:ext uri="{FF2B5EF4-FFF2-40B4-BE49-F238E27FC236}">
                <a16:creationId xmlns:a16="http://schemas.microsoft.com/office/drawing/2014/main" id="{4F372635-B5B4-78F5-1EB4-21F722708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3470275"/>
            <a:ext cx="3591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2400" i="1">
                <a:latin typeface="等线" panose="02010600030101010101" pitchFamily="2" charset="-122"/>
              </a:rPr>
              <a:t>X ( number</a:t>
            </a:r>
            <a:r>
              <a:rPr lang="zh-CN" altLang="en-GB" sz="2400" i="1">
                <a:latin typeface="等线" panose="02010600030101010101" pitchFamily="2" charset="-122"/>
              </a:rPr>
              <a:t>集 </a:t>
            </a:r>
            <a:r>
              <a:rPr lang="en-GB" altLang="zh-CN" sz="2400" i="1">
                <a:latin typeface="等线" panose="02010600030101010101" pitchFamily="2" charset="-122"/>
              </a:rPr>
              <a:t>or point</a:t>
            </a:r>
            <a:r>
              <a:rPr lang="zh-CN" altLang="en-GB" sz="2400" i="1">
                <a:latin typeface="等线" panose="02010600030101010101" pitchFamily="2" charset="-122"/>
              </a:rPr>
              <a:t>集 </a:t>
            </a:r>
            <a:r>
              <a:rPr lang="en-GB" altLang="zh-CN" sz="2400" i="1">
                <a:latin typeface="等线" panose="02010600030101010101" pitchFamily="2" charset="-122"/>
              </a:rPr>
              <a:t>)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25604" name="Rectangle 1027">
            <a:extLst>
              <a:ext uri="{FF2B5EF4-FFF2-40B4-BE49-F238E27FC236}">
                <a16:creationId xmlns:a16="http://schemas.microsoft.com/office/drawing/2014/main" id="{3E1AF8B6-99B0-BB1F-0928-52D10B40347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41450" y="288925"/>
            <a:ext cx="1295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25605" name="Text Box 1028">
            <a:extLst>
              <a:ext uri="{FF2B5EF4-FFF2-40B4-BE49-F238E27FC236}">
                <a16:creationId xmlns:a16="http://schemas.microsoft.com/office/drawing/2014/main" id="{C3780B84-558F-7A06-CE4E-75424FDBA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987425"/>
            <a:ext cx="55514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in not </a:t>
            </a:r>
            <a:r>
              <a:rPr lang="zh-CN" altLang="en-US" sz="2400">
                <a:latin typeface="等线" panose="02010600030101010101" pitchFamily="2" charset="-122"/>
              </a:rPr>
              <a:t>同 </a:t>
            </a:r>
            <a:r>
              <a:rPr lang="en-US" altLang="zh-CN" sz="2400">
                <a:latin typeface="等线" panose="02010600030101010101" pitchFamily="2" charset="-122"/>
              </a:rPr>
              <a:t>number</a:t>
            </a:r>
            <a:r>
              <a:rPr lang="zh-CN" altLang="en-US" sz="2400">
                <a:latin typeface="等线" panose="02010600030101010101" pitchFamily="2" charset="-122"/>
              </a:rPr>
              <a:t>学分支 </a:t>
            </a:r>
            <a:r>
              <a:rPr lang="en-US" altLang="zh-CN" sz="2400">
                <a:latin typeface="等线" panose="02010600030101010101" pitchFamily="2" charset="-122"/>
              </a:rPr>
              <a:t>in has not </a:t>
            </a:r>
            <a:r>
              <a:rPr lang="zh-CN" altLang="en-US" sz="2400">
                <a:latin typeface="等线" panose="02010600030101010101" pitchFamily="2" charset="-122"/>
              </a:rPr>
              <a:t>同</a:t>
            </a:r>
            <a:r>
              <a:rPr lang="en-US" altLang="zh-CN" sz="2400">
                <a:latin typeface="等线" panose="02010600030101010101" pitchFamily="2" charset="-122"/>
              </a:rPr>
              <a:t>'s </a:t>
            </a:r>
            <a:r>
              <a:rPr lang="zh-CN" altLang="en-US" sz="2400">
                <a:latin typeface="等线" panose="02010600030101010101" pitchFamily="2" charset="-122"/>
              </a:rPr>
              <a:t>惯 </a:t>
            </a:r>
            <a:r>
              <a:rPr lang="en-US" altLang="zh-CN" sz="2400">
                <a:latin typeface="等线" panose="02010600030101010101" pitchFamily="2" charset="-122"/>
              </a:rPr>
              <a:t>use</a:t>
            </a:r>
            <a:r>
              <a:rPr lang="zh-CN" altLang="en-US" sz="2400">
                <a:latin typeface="等线" panose="02010600030101010101" pitchFamily="2" charset="-122"/>
              </a:rPr>
              <a:t>名称</a:t>
            </a:r>
            <a:r>
              <a:rPr lang="en-US" altLang="zh-CN" sz="2400">
                <a:latin typeface="等线" panose="02010600030101010101" pitchFamily="2" charset="-122"/>
              </a:rPr>
              <a:t>.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5606" name="Text Box 1029">
            <a:extLst>
              <a:ext uri="{FF2B5EF4-FFF2-40B4-BE49-F238E27FC236}">
                <a16:creationId xmlns:a16="http://schemas.microsoft.com/office/drawing/2014/main" id="{BD9F1DAA-F4DA-0CA0-E02E-B3AA893A2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047875"/>
            <a:ext cx="14430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等线" panose="02010600030101010101" pitchFamily="2" charset="-122"/>
              </a:rPr>
              <a:t>X </a:t>
            </a:r>
            <a:r>
              <a:rPr lang="en-US" altLang="zh-CN" sz="2400">
                <a:latin typeface="等线" panose="02010600030101010101" pitchFamily="2" charset="-122"/>
              </a:rPr>
              <a:t>(≠ </a:t>
            </a:r>
            <a:r>
              <a:rPr lang="en-US" altLang="zh-CN" sz="2400">
                <a:latin typeface="等线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 sz="2400" i="1">
                <a:solidFill>
                  <a:schemeClr val="tx2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latin typeface="等线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25607" name="Text Box 1030">
            <a:extLst>
              <a:ext uri="{FF2B5EF4-FFF2-40B4-BE49-F238E27FC236}">
                <a16:creationId xmlns:a16="http://schemas.microsoft.com/office/drawing/2014/main" id="{AE855823-7F74-684F-3AEC-ACB2AE47C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450" y="2041525"/>
            <a:ext cx="204895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i="1">
                <a:latin typeface="+mn-ea"/>
              </a:rPr>
              <a:t>Y ( number</a:t>
            </a:r>
            <a:r>
              <a:rPr lang="zh-CN" altLang="en-US" sz="2400" i="1">
                <a:latin typeface="+mn-ea"/>
              </a:rPr>
              <a:t>集</a:t>
            </a:r>
            <a:r>
              <a:rPr lang="en-US" altLang="zh-CN" sz="2400" i="1">
                <a:latin typeface="+mn-ea"/>
              </a:rPr>
              <a:t>)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5608" name="Line 1038">
            <a:extLst>
              <a:ext uri="{FF2B5EF4-FFF2-40B4-BE49-F238E27FC236}">
                <a16:creationId xmlns:a16="http://schemas.microsoft.com/office/drawing/2014/main" id="{BF82309C-FE29-EF6B-F30C-472018D79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2675" y="2260600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9" name="图片 16">
            <a:extLst>
              <a:ext uri="{FF2B5EF4-FFF2-40B4-BE49-F238E27FC236}">
                <a16:creationId xmlns:a16="http://schemas.microsoft.com/office/drawing/2014/main" id="{3B25AAEA-FAD7-328E-C9FC-4121F51EA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850" y="1822450"/>
            <a:ext cx="292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10" name="Text Box 1040">
            <a:extLst>
              <a:ext uri="{FF2B5EF4-FFF2-40B4-BE49-F238E27FC236}">
                <a16:creationId xmlns:a16="http://schemas.microsoft.com/office/drawing/2014/main" id="{774F80CA-67C1-FCCC-32AA-A8BA1364E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014538"/>
            <a:ext cx="215475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GB" altLang="zh-CN" sz="1800" i="1">
                <a:latin typeface="等线" panose="02010600030101010101" pitchFamily="2" charset="-122"/>
              </a:rPr>
              <a:t>is calledX on 's </a:t>
            </a:r>
            <a:r>
              <a:rPr lang="zh-CN" altLang="en-GB" sz="1800" i="1">
                <a:latin typeface="等线" panose="02010600030101010101" pitchFamily="2" charset="-122"/>
              </a:rPr>
              <a:t>泛函</a:t>
            </a:r>
            <a:endParaRPr lang="zh-CN" altLang="en-US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5611" name="Text Box 1041">
            <a:extLst>
              <a:ext uri="{FF2B5EF4-FFF2-40B4-BE49-F238E27FC236}">
                <a16:creationId xmlns:a16="http://schemas.microsoft.com/office/drawing/2014/main" id="{085CACE1-F31D-3F0E-FF7A-5C4E8A6AB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733675"/>
            <a:ext cx="14430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等线" panose="02010600030101010101" pitchFamily="2" charset="-122"/>
              </a:rPr>
              <a:t>X</a:t>
            </a:r>
            <a:r>
              <a:rPr lang="en-US" altLang="zh-CN" sz="2400">
                <a:latin typeface="等线" panose="02010600030101010101" pitchFamily="2" charset="-122"/>
              </a:rPr>
              <a:t> (≠ </a:t>
            </a:r>
            <a:r>
              <a:rPr lang="en-US" altLang="zh-CN" sz="2400">
                <a:latin typeface="等线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 sz="2400" i="1">
                <a:solidFill>
                  <a:schemeClr val="tx2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latin typeface="等线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25612" name="Text Box 1042">
            <a:extLst>
              <a:ext uri="{FF2B5EF4-FFF2-40B4-BE49-F238E27FC236}">
                <a16:creationId xmlns:a16="http://schemas.microsoft.com/office/drawing/2014/main" id="{35C14660-0C93-69C8-6F9D-6EF3E4452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2762250"/>
            <a:ext cx="4476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等线" panose="02010600030101010101" pitchFamily="2" charset="-122"/>
              </a:rPr>
              <a:t>X </a:t>
            </a:r>
          </a:p>
        </p:txBody>
      </p:sp>
      <p:sp>
        <p:nvSpPr>
          <p:cNvPr id="25613" name="Line 1043">
            <a:extLst>
              <a:ext uri="{FF2B5EF4-FFF2-40B4-BE49-F238E27FC236}">
                <a16:creationId xmlns:a16="http://schemas.microsoft.com/office/drawing/2014/main" id="{5B92A65B-45A3-EA40-200B-48A7A110B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6338" y="2965450"/>
            <a:ext cx="9001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14" name="图片 21">
            <a:extLst>
              <a:ext uri="{FF2B5EF4-FFF2-40B4-BE49-F238E27FC236}">
                <a16:creationId xmlns:a16="http://schemas.microsoft.com/office/drawing/2014/main" id="{D66F84C1-AB95-AE8B-BD5B-460A3C29B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2559050"/>
            <a:ext cx="292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15" name="Text Box 1045">
            <a:extLst>
              <a:ext uri="{FF2B5EF4-FFF2-40B4-BE49-F238E27FC236}">
                <a16:creationId xmlns:a16="http://schemas.microsoft.com/office/drawing/2014/main" id="{AC4A1DFE-81BD-3CDA-11A4-ECF5EFC16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575" y="2736850"/>
            <a:ext cx="215475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i="1">
                <a:latin typeface="等线" panose="02010600030101010101" pitchFamily="2" charset="-122"/>
              </a:rPr>
              <a:t>is calledX on 's </a:t>
            </a:r>
            <a:r>
              <a:rPr lang="zh-CN" altLang="en-US" sz="1800" i="1">
                <a:latin typeface="等线" panose="02010600030101010101" pitchFamily="2" charset="-122"/>
              </a:rPr>
              <a:t>变换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5616" name="Text Box 1046">
            <a:extLst>
              <a:ext uri="{FF2B5EF4-FFF2-40B4-BE49-F238E27FC236}">
                <a16:creationId xmlns:a16="http://schemas.microsoft.com/office/drawing/2014/main" id="{292B6B45-C49F-888B-B826-C551A1401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75" y="3468688"/>
            <a:ext cx="4476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R </a:t>
            </a:r>
          </a:p>
        </p:txBody>
      </p:sp>
      <p:sp>
        <p:nvSpPr>
          <p:cNvPr id="25617" name="Line 1047">
            <a:extLst>
              <a:ext uri="{FF2B5EF4-FFF2-40B4-BE49-F238E27FC236}">
                <a16:creationId xmlns:a16="http://schemas.microsoft.com/office/drawing/2014/main" id="{A8F647BE-39FB-687F-DFBC-D94F9501D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5775" y="3700463"/>
            <a:ext cx="900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18" name="图片 25">
            <a:extLst>
              <a:ext uri="{FF2B5EF4-FFF2-40B4-BE49-F238E27FC236}">
                <a16:creationId xmlns:a16="http://schemas.microsoft.com/office/drawing/2014/main" id="{721E0756-11A3-5B45-15F8-C2E2B9C6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088" y="3244850"/>
            <a:ext cx="292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19" name="Text Box 1049">
            <a:extLst>
              <a:ext uri="{FF2B5EF4-FFF2-40B4-BE49-F238E27FC236}">
                <a16:creationId xmlns:a16="http://schemas.microsoft.com/office/drawing/2014/main" id="{77D0BA77-F8BF-E0A8-068B-4485C90E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263" y="3409950"/>
            <a:ext cx="38465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2000" i="1">
                <a:latin typeface="等线" panose="02010600030101010101" pitchFamily="2" charset="-122"/>
              </a:rPr>
              <a:t>is calledDefinitionin X on 's is function</a:t>
            </a:r>
            <a:endParaRPr lang="zh-CN" altLang="en-US" sz="2400" b="1">
              <a:solidFill>
                <a:schemeClr val="tx2"/>
              </a:solidFill>
              <a:latin typeface="等线" panose="02010600030101010101" pitchFamily="2" charset="-122"/>
            </a:endParaRPr>
          </a:p>
        </p:txBody>
      </p:sp>
      <p:sp>
        <p:nvSpPr>
          <p:cNvPr id="25620" name="Text Box 1050">
            <a:extLst>
              <a:ext uri="{FF2B5EF4-FFF2-40B4-BE49-F238E27FC236}">
                <a16:creationId xmlns:a16="http://schemas.microsoft.com/office/drawing/2014/main" id="{2AAD4105-656B-B235-854D-7FFB2CB61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1003300"/>
            <a:ext cx="25257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2400">
                <a:latin typeface="等线" panose="02010600030101010101" pitchFamily="2" charset="-122"/>
              </a:rPr>
              <a:t>mapping</a:t>
            </a:r>
            <a:r>
              <a:rPr lang="zh-CN" altLang="en-GB" sz="2400">
                <a:latin typeface="等线" panose="02010600030101010101" pitchFamily="2" charset="-122"/>
              </a:rPr>
              <a:t>又</a:t>
            </a:r>
            <a:r>
              <a:rPr lang="en-GB" altLang="zh-CN" sz="2400">
                <a:latin typeface="等线" panose="02010600030101010101" pitchFamily="2" charset="-122"/>
              </a:rPr>
              <a:t>is called</a:t>
            </a:r>
            <a:r>
              <a:rPr lang="zh-CN" altLang="en-GB" sz="2400">
                <a:latin typeface="等线" panose="02010600030101010101" pitchFamily="2" charset="-122"/>
              </a:rPr>
              <a:t>算子</a:t>
            </a:r>
            <a:r>
              <a:rPr lang="en-GB" altLang="zh-CN" sz="2400">
                <a:latin typeface="等线" panose="02010600030101010101" pitchFamily="2" charset="-122"/>
              </a:rPr>
              <a:t>.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pic>
        <p:nvPicPr>
          <p:cNvPr id="25621" name="图片 29">
            <a:extLst>
              <a:ext uri="{FF2B5EF4-FFF2-40B4-BE49-F238E27FC236}">
                <a16:creationId xmlns:a16="http://schemas.microsoft.com/office/drawing/2014/main" id="{D021CA34-B44D-A4D0-5DEC-C1D7FD4C1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5" y="2025650"/>
            <a:ext cx="2794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622" name="图片 30">
            <a:extLst>
              <a:ext uri="{FF2B5EF4-FFF2-40B4-BE49-F238E27FC236}">
                <a16:creationId xmlns:a16="http://schemas.microsoft.com/office/drawing/2014/main" id="{A0440A26-60CD-AECF-796A-3A0C243C4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038" y="2765425"/>
            <a:ext cx="2889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623" name="图片 31">
            <a:extLst>
              <a:ext uri="{FF2B5EF4-FFF2-40B4-BE49-F238E27FC236}">
                <a16:creationId xmlns:a16="http://schemas.microsoft.com/office/drawing/2014/main" id="{718E68FF-BBDE-AB9D-B37C-FE129B19F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3441700"/>
            <a:ext cx="2889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4DF5C76-A161-601B-E214-C694C8C2A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4963" y="85725"/>
            <a:ext cx="4095750" cy="571500"/>
          </a:xfrm>
        </p:spPr>
        <p:txBody>
          <a:bodyPr/>
          <a:lstStyle/>
          <a:p>
            <a:r>
              <a:rPr lang="en-GB" altLang="zh-CN" sz="3200" b="1">
                <a:latin typeface="等线" panose="02010600030101010101" pitchFamily="2" charset="-122"/>
                <a:ea typeface="等线" panose="02010600030101010101" pitchFamily="2" charset="-122"/>
              </a:rPr>
              <a:t>2. </a:t>
            </a:r>
            <a:r>
              <a:rPr lang="zh-CN" altLang="en-GB" sz="3200" b="1">
                <a:latin typeface="等线" panose="02010600030101010101" pitchFamily="2" charset="-122"/>
                <a:ea typeface="等线" panose="02010600030101010101" pitchFamily="2" charset="-122"/>
              </a:rPr>
              <a:t>逆</a:t>
            </a:r>
            <a:r>
              <a:rPr lang="en-GB" altLang="zh-CN" sz="3200" b="1">
                <a:latin typeface="等线" panose="02010600030101010101" pitchFamily="2" charset="-122"/>
                <a:ea typeface="等线" panose="02010600030101010101" pitchFamily="2" charset="-122"/>
              </a:rPr>
              <a:t>mapping and compositemapping</a:t>
            </a:r>
            <a:endParaRPr kumimoji="1"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899B4C06-45B8-EC9E-76AA-7A0C03F3B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0538" y="674688"/>
            <a:ext cx="3249612" cy="3984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+mn-ea"/>
              </a:rPr>
              <a:t>(1) </a:t>
            </a:r>
            <a:r>
              <a:rPr lang="zh-CN" altLang="en-US">
                <a:latin typeface="+mn-ea"/>
              </a:rPr>
              <a:t>逆</a:t>
            </a:r>
            <a:r>
              <a:rPr lang="en-US" altLang="zh-CN">
                <a:latin typeface="+mn-ea"/>
              </a:rPr>
              <a:t>mapping's Definition</a:t>
            </a:r>
            <a:endParaRPr kumimoji="1" lang="zh-CN" altLang="en-US" dirty="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E8AE75-39D7-B114-328C-C6A9BC7DEB2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5150" y="120650"/>
            <a:ext cx="426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17D695BF-BD97-9EEF-CC5C-6CB6777F7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1203325"/>
            <a:ext cx="164339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Definition: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9F9FEE62-E8F7-BDA9-1F5E-A2970249C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1233488"/>
            <a:ext cx="15263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ifmapping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6630" name="图片 7">
            <a:extLst>
              <a:ext uri="{FF2B5EF4-FFF2-40B4-BE49-F238E27FC236}">
                <a16:creationId xmlns:a16="http://schemas.microsoft.com/office/drawing/2014/main" id="{9C05B34A-2DB0-F455-3482-712768393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1303338"/>
            <a:ext cx="1828800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1" name="Text Box 7">
            <a:extLst>
              <a:ext uri="{FF2B5EF4-FFF2-40B4-BE49-F238E27FC236}">
                <a16:creationId xmlns:a16="http://schemas.microsoft.com/office/drawing/2014/main" id="{B54808B3-E1A4-A2E2-F241-1E05F2DC6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1250950"/>
            <a:ext cx="160492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is injective,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8ED89ECB-B579-F799-429F-36A7E46CE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1243013"/>
            <a:ext cx="3791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thenexistence</a:t>
            </a:r>
            <a:r>
              <a:rPr lang="zh-CN" altLang="en-US" sz="2400">
                <a:latin typeface="等线" panose="02010600030101010101" pitchFamily="2" charset="-122"/>
              </a:rPr>
              <a:t>一逆</a:t>
            </a:r>
            <a:r>
              <a:rPr lang="en-US" altLang="zh-CN" sz="2400">
                <a:latin typeface="等线" panose="02010600030101010101" pitchFamily="2" charset="-122"/>
              </a:rPr>
              <a:t>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6633" name="图片 10">
            <a:extLst>
              <a:ext uri="{FF2B5EF4-FFF2-40B4-BE49-F238E27FC236}">
                <a16:creationId xmlns:a16="http://schemas.microsoft.com/office/drawing/2014/main" id="{B716DCC1-E77F-E48C-EFC8-E1DB7B14C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808163"/>
            <a:ext cx="1995488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4" name="Text Box 10">
            <a:extLst>
              <a:ext uri="{FF2B5EF4-FFF2-40B4-BE49-F238E27FC236}">
                <a16:creationId xmlns:a16="http://schemas.microsoft.com/office/drawing/2014/main" id="{536A656C-CA5C-9CCA-17C8-ECE8EE562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363" y="1844675"/>
            <a:ext cx="492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使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67ADD418-70C4-53FA-D404-47D1E93A0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3111500"/>
            <a:ext cx="14160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>
                <a:latin typeface="+mn-ea"/>
              </a:rPr>
              <a:t>习惯 </a:t>
            </a:r>
            <a:r>
              <a:rPr lang="en-US" altLang="zh-CN" sz="2400">
                <a:latin typeface="+mn-ea"/>
              </a:rPr>
              <a:t>on ,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26636" name="图片 13">
            <a:extLst>
              <a:ext uri="{FF2B5EF4-FFF2-40B4-BE49-F238E27FC236}">
                <a16:creationId xmlns:a16="http://schemas.microsoft.com/office/drawing/2014/main" id="{ED5EA3D0-2E79-B0A0-6101-98FF8EC3B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3141663"/>
            <a:ext cx="214153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7" name="Text Box 13">
            <a:extLst>
              <a:ext uri="{FF2B5EF4-FFF2-40B4-BE49-F238E27FC236}">
                <a16:creationId xmlns:a16="http://schemas.microsoft.com/office/drawing/2014/main" id="{5385EED2-4E84-1EA2-ADC7-64997EEF2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3613150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's </a:t>
            </a:r>
            <a:r>
              <a:rPr lang="zh-CN" altLang="en-US" sz="2400">
                <a:latin typeface="等线" panose="02010600030101010101" pitchFamily="2" charset="-122"/>
              </a:rPr>
              <a:t>逆</a:t>
            </a:r>
            <a:r>
              <a:rPr lang="en-US" altLang="zh-CN" sz="2400">
                <a:latin typeface="等线" panose="02010600030101010101" pitchFamily="2" charset="-122"/>
              </a:rPr>
              <a:t>mapping denote</a:t>
            </a:r>
            <a:r>
              <a:rPr lang="zh-CN" altLang="en-US" sz="2400">
                <a:latin typeface="等线" panose="02010600030101010101" pitchFamily="2" charset="-122"/>
              </a:rPr>
              <a:t>成</a:t>
            </a:r>
          </a:p>
        </p:txBody>
      </p:sp>
      <p:pic>
        <p:nvPicPr>
          <p:cNvPr id="26638" name="图片 15">
            <a:extLst>
              <a:ext uri="{FF2B5EF4-FFF2-40B4-BE49-F238E27FC236}">
                <a16:creationId xmlns:a16="http://schemas.microsoft.com/office/drawing/2014/main" id="{C2213D08-75C7-19F7-BD71-2017F0920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4178300"/>
            <a:ext cx="28892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9" name="Text Box 15">
            <a:extLst>
              <a:ext uri="{FF2B5EF4-FFF2-40B4-BE49-F238E27FC236}">
                <a16:creationId xmlns:a16="http://schemas.microsoft.com/office/drawing/2014/main" id="{405C4FBC-D9B9-943C-6D6A-36613866F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4908550"/>
            <a:ext cx="16478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for example, 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6640" name="图片 17">
            <a:extLst>
              <a:ext uri="{FF2B5EF4-FFF2-40B4-BE49-F238E27FC236}">
                <a16:creationId xmlns:a16="http://schemas.microsoft.com/office/drawing/2014/main" id="{F7A4571C-03DC-561F-D065-18FBE168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4806950"/>
            <a:ext cx="2887662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41" name="Text Box 17">
            <a:extLst>
              <a:ext uri="{FF2B5EF4-FFF2-40B4-BE49-F238E27FC236}">
                <a16:creationId xmlns:a16="http://schemas.microsoft.com/office/drawing/2014/main" id="{56783D0E-48BE-07AC-F2CD-0FF628EA3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908550"/>
            <a:ext cx="2133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its</a:t>
            </a:r>
            <a:r>
              <a:rPr lang="zh-CN" altLang="en-US" sz="2400">
                <a:latin typeface="等线" panose="02010600030101010101" pitchFamily="2" charset="-122"/>
              </a:rPr>
              <a:t>逆</a:t>
            </a:r>
            <a:r>
              <a:rPr lang="en-US" altLang="zh-CN" sz="2400">
                <a:latin typeface="等线" panose="02010600030101010101" pitchFamily="2" charset="-122"/>
              </a:rPr>
              <a:t>mapping is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6642" name="图片 19">
            <a:extLst>
              <a:ext uri="{FF2B5EF4-FFF2-40B4-BE49-F238E27FC236}">
                <a16:creationId xmlns:a16="http://schemas.microsoft.com/office/drawing/2014/main" id="{30194520-7AB3-AE60-0DA3-B9DFF8FDC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5603875"/>
            <a:ext cx="15525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43" name="图片 20">
            <a:extLst>
              <a:ext uri="{FF2B5EF4-FFF2-40B4-BE49-F238E27FC236}">
                <a16:creationId xmlns:a16="http://schemas.microsoft.com/office/drawing/2014/main" id="{65F51450-21F4-50ED-E612-33137A9B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0" y="5613400"/>
            <a:ext cx="18542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6644" name="Group 20">
            <a:extLst>
              <a:ext uri="{FF2B5EF4-FFF2-40B4-BE49-F238E27FC236}">
                <a16:creationId xmlns:a16="http://schemas.microsoft.com/office/drawing/2014/main" id="{4D7F6DCF-778F-D2E2-9356-F62A81D3818E}"/>
              </a:ext>
            </a:extLst>
          </p:cNvPr>
          <p:cNvGrpSpPr>
            <a:grpSpLocks/>
          </p:cNvGrpSpPr>
          <p:nvPr/>
        </p:nvGrpSpPr>
        <p:grpSpPr bwMode="auto">
          <a:xfrm>
            <a:off x="7388225" y="2700338"/>
            <a:ext cx="2147482688" cy="2146844512"/>
            <a:chOff x="2024" y="1375"/>
            <a:chExt cx="8523528" cy="3561137"/>
          </a:xfrm>
        </p:grpSpPr>
        <p:sp>
          <p:nvSpPr>
            <p:cNvPr id="26668" name="Oval 21">
              <a:extLst>
                <a:ext uri="{FF2B5EF4-FFF2-40B4-BE49-F238E27FC236}">
                  <a16:creationId xmlns:a16="http://schemas.microsoft.com/office/drawing/2014/main" id="{FC2F3DF2-D3F4-F91C-5E69-30ADD6B40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1375"/>
              <a:ext cx="4824" cy="1799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6669" name="图片 50">
              <a:extLst>
                <a:ext uri="{FF2B5EF4-FFF2-40B4-BE49-F238E27FC236}">
                  <a16:creationId xmlns:a16="http://schemas.microsoft.com/office/drawing/2014/main" id="{D025D7F9-3E0E-83D3-FE4E-60157F569C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6916" y="3131038"/>
              <a:ext cx="808636" cy="431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6645" name="Group 23">
            <a:extLst>
              <a:ext uri="{FF2B5EF4-FFF2-40B4-BE49-F238E27FC236}">
                <a16:creationId xmlns:a16="http://schemas.microsoft.com/office/drawing/2014/main" id="{E89AE06B-695A-7CCD-90C2-2DF51A1CA4F6}"/>
              </a:ext>
            </a:extLst>
          </p:cNvPr>
          <p:cNvGrpSpPr>
            <a:grpSpLocks/>
          </p:cNvGrpSpPr>
          <p:nvPr/>
        </p:nvGrpSpPr>
        <p:grpSpPr bwMode="auto">
          <a:xfrm>
            <a:off x="4852988" y="2736850"/>
            <a:ext cx="2147483647" cy="2147483647"/>
            <a:chOff x="2064" y="1968"/>
            <a:chExt cx="5202099" cy="3516990"/>
          </a:xfrm>
        </p:grpSpPr>
        <p:sp>
          <p:nvSpPr>
            <p:cNvPr id="26666" name="Oval 24">
              <a:extLst>
                <a:ext uri="{FF2B5EF4-FFF2-40B4-BE49-F238E27FC236}">
                  <a16:creationId xmlns:a16="http://schemas.microsoft.com/office/drawing/2014/main" id="{0F1AD0E7-CD1A-1559-2E38-2161AA1AA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968"/>
              <a:ext cx="2413" cy="1527"/>
            </a:xfrm>
            <a:prstGeom prst="ellipse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6667" name="图片 48">
              <a:extLst>
                <a:ext uri="{FF2B5EF4-FFF2-40B4-BE49-F238E27FC236}">
                  <a16:creationId xmlns:a16="http://schemas.microsoft.com/office/drawing/2014/main" id="{E96D75B4-C3FF-5BD5-08D2-3E516EB3ED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3517" y="3167834"/>
              <a:ext cx="350646" cy="351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6646" name="Group 26">
            <a:extLst>
              <a:ext uri="{FF2B5EF4-FFF2-40B4-BE49-F238E27FC236}">
                <a16:creationId xmlns:a16="http://schemas.microsoft.com/office/drawing/2014/main" id="{595B514D-EF7A-92DC-031F-C5715A5DBAF6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2828925"/>
            <a:ext cx="2260600" cy="258763"/>
            <a:chOff x="3079" y="1920"/>
            <a:chExt cx="1675" cy="192"/>
          </a:xfrm>
        </p:grpSpPr>
        <p:sp>
          <p:nvSpPr>
            <p:cNvPr id="26663" name="Freeform 27">
              <a:extLst>
                <a:ext uri="{FF2B5EF4-FFF2-40B4-BE49-F238E27FC236}">
                  <a16:creationId xmlns:a16="http://schemas.microsoft.com/office/drawing/2014/main" id="{62887DAF-EF38-1438-1180-C6E8D67E1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20"/>
              <a:ext cx="1587" cy="144"/>
            </a:xfrm>
            <a:custGeom>
              <a:avLst/>
              <a:gdLst>
                <a:gd name="T0" fmla="*/ 0 w 1920"/>
                <a:gd name="T1" fmla="*/ 20 h 192"/>
                <a:gd name="T2" fmla="*/ 209 w 1920"/>
                <a:gd name="T3" fmla="*/ 0 h 192"/>
                <a:gd name="T4" fmla="*/ 418 w 1920"/>
                <a:gd name="T5" fmla="*/ 2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192">
                  <a:moveTo>
                    <a:pt x="0" y="192"/>
                  </a:moveTo>
                  <a:cubicBezTo>
                    <a:pt x="320" y="96"/>
                    <a:pt x="640" y="0"/>
                    <a:pt x="960" y="0"/>
                  </a:cubicBezTo>
                  <a:cubicBezTo>
                    <a:pt x="1280" y="0"/>
                    <a:pt x="1600" y="96"/>
                    <a:pt x="192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Oval 28">
              <a:extLst>
                <a:ext uri="{FF2B5EF4-FFF2-40B4-BE49-F238E27FC236}">
                  <a16:creationId xmlns:a16="http://schemas.microsoft.com/office/drawing/2014/main" id="{40739CF1-3BB2-A18B-3D3A-0F2133C86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059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6665" name="Oval 29">
              <a:extLst>
                <a:ext uri="{FF2B5EF4-FFF2-40B4-BE49-F238E27FC236}">
                  <a16:creationId xmlns:a16="http://schemas.microsoft.com/office/drawing/2014/main" id="{722572D7-A021-23C1-CDFC-EFE16066B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71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grpSp>
        <p:nvGrpSpPr>
          <p:cNvPr id="26647" name="Group 30">
            <a:extLst>
              <a:ext uri="{FF2B5EF4-FFF2-40B4-BE49-F238E27FC236}">
                <a16:creationId xmlns:a16="http://schemas.microsoft.com/office/drawing/2014/main" id="{587E4A36-BE4C-7254-1247-3049F4CC1769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3063875"/>
            <a:ext cx="2322513" cy="260350"/>
            <a:chOff x="3079" y="2095"/>
            <a:chExt cx="1721" cy="192"/>
          </a:xfrm>
        </p:grpSpPr>
        <p:sp>
          <p:nvSpPr>
            <p:cNvPr id="26660" name="Freeform 31">
              <a:extLst>
                <a:ext uri="{FF2B5EF4-FFF2-40B4-BE49-F238E27FC236}">
                  <a16:creationId xmlns:a16="http://schemas.microsoft.com/office/drawing/2014/main" id="{194D8A05-111D-0DEE-1B97-2D7304D5D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2095"/>
              <a:ext cx="1587" cy="113"/>
            </a:xfrm>
            <a:custGeom>
              <a:avLst/>
              <a:gdLst>
                <a:gd name="T0" fmla="*/ 0 w 1920"/>
                <a:gd name="T1" fmla="*/ 3 h 192"/>
                <a:gd name="T2" fmla="*/ 209 w 1920"/>
                <a:gd name="T3" fmla="*/ 0 h 192"/>
                <a:gd name="T4" fmla="*/ 418 w 1920"/>
                <a:gd name="T5" fmla="*/ 3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192">
                  <a:moveTo>
                    <a:pt x="0" y="192"/>
                  </a:moveTo>
                  <a:cubicBezTo>
                    <a:pt x="320" y="96"/>
                    <a:pt x="640" y="0"/>
                    <a:pt x="960" y="0"/>
                  </a:cubicBezTo>
                  <a:cubicBezTo>
                    <a:pt x="1280" y="0"/>
                    <a:pt x="1600" y="96"/>
                    <a:pt x="192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Oval 32">
              <a:extLst>
                <a:ext uri="{FF2B5EF4-FFF2-40B4-BE49-F238E27FC236}">
                  <a16:creationId xmlns:a16="http://schemas.microsoft.com/office/drawing/2014/main" id="{CBA71A79-BEEA-04BA-C165-FE474D477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208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6662" name="Oval 33">
              <a:extLst>
                <a:ext uri="{FF2B5EF4-FFF2-40B4-BE49-F238E27FC236}">
                  <a16:creationId xmlns:a16="http://schemas.microsoft.com/office/drawing/2014/main" id="{EBD3C546-E504-4C5C-932C-90E8AABBF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246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pic>
        <p:nvPicPr>
          <p:cNvPr id="26648" name="图片 25">
            <a:extLst>
              <a:ext uri="{FF2B5EF4-FFF2-40B4-BE49-F238E27FC236}">
                <a16:creationId xmlns:a16="http://schemas.microsoft.com/office/drawing/2014/main" id="{FB68DB26-18C8-F72F-5824-03109C98B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2482850"/>
            <a:ext cx="24765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49" name="Freeform 35">
            <a:extLst>
              <a:ext uri="{FF2B5EF4-FFF2-40B4-BE49-F238E27FC236}">
                <a16:creationId xmlns:a16="http://schemas.microsoft.com/office/drawing/2014/main" id="{EE142BDF-0EC9-DFC6-B5B8-CE3D0B9A227C}"/>
              </a:ext>
            </a:extLst>
          </p:cNvPr>
          <p:cNvSpPr>
            <a:spLocks/>
          </p:cNvSpPr>
          <p:nvPr/>
        </p:nvSpPr>
        <p:spPr bwMode="auto">
          <a:xfrm>
            <a:off x="5468938" y="3346450"/>
            <a:ext cx="2141537" cy="193675"/>
          </a:xfrm>
          <a:custGeom>
            <a:avLst/>
            <a:gdLst>
              <a:gd name="T0" fmla="*/ 0 w 2160"/>
              <a:gd name="T1" fmla="*/ 0 h 144"/>
              <a:gd name="T2" fmla="*/ 2147483646 w 2160"/>
              <a:gd name="T3" fmla="*/ 2147483646 h 144"/>
              <a:gd name="T4" fmla="*/ 2147483646 w 2160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144">
                <a:moveTo>
                  <a:pt x="0" y="0"/>
                </a:moveTo>
                <a:cubicBezTo>
                  <a:pt x="324" y="72"/>
                  <a:pt x="648" y="144"/>
                  <a:pt x="1008" y="144"/>
                </a:cubicBezTo>
                <a:cubicBezTo>
                  <a:pt x="1368" y="144"/>
                  <a:pt x="1764" y="72"/>
                  <a:pt x="216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50" name="图片 27">
            <a:extLst>
              <a:ext uri="{FF2B5EF4-FFF2-40B4-BE49-F238E27FC236}">
                <a16:creationId xmlns:a16="http://schemas.microsoft.com/office/drawing/2014/main" id="{86388D09-122E-25E4-13BD-D3DBD2E98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3108325"/>
            <a:ext cx="46513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51" name="图片 28">
            <a:extLst>
              <a:ext uri="{FF2B5EF4-FFF2-40B4-BE49-F238E27FC236}">
                <a16:creationId xmlns:a16="http://schemas.microsoft.com/office/drawing/2014/main" id="{023F0ABD-4017-5D99-61EB-6FF421555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1820863"/>
            <a:ext cx="3059112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52" name="Text Box 38">
            <a:extLst>
              <a:ext uri="{FF2B5EF4-FFF2-40B4-BE49-F238E27FC236}">
                <a16:creationId xmlns:a16="http://schemas.microsoft.com/office/drawing/2014/main" id="{B12EC1F9-DA00-3D92-44EF-CFC69E2FC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1575" y="1876425"/>
            <a:ext cx="8547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等线" panose="02010600030101010101" pitchFamily="2" charset="-122"/>
              </a:rPr>
              <a:t>where</a:t>
            </a:r>
            <a:endParaRPr lang="zh-CN" altLang="en-US" sz="2000">
              <a:latin typeface="等线" panose="02010600030101010101" pitchFamily="2" charset="-122"/>
            </a:endParaRPr>
          </a:p>
        </p:txBody>
      </p:sp>
      <p:pic>
        <p:nvPicPr>
          <p:cNvPr id="26653" name="图片 30">
            <a:extLst>
              <a:ext uri="{FF2B5EF4-FFF2-40B4-BE49-F238E27FC236}">
                <a16:creationId xmlns:a16="http://schemas.microsoft.com/office/drawing/2014/main" id="{2E14ABE5-FD91-1F99-E1EE-AB236EB25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1892300"/>
            <a:ext cx="1344612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54" name="Text Box 40">
            <a:extLst>
              <a:ext uri="{FF2B5EF4-FFF2-40B4-BE49-F238E27FC236}">
                <a16:creationId xmlns:a16="http://schemas.microsoft.com/office/drawing/2014/main" id="{023453D5-08DD-BFD7-F480-6DDB08B37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465388"/>
            <a:ext cx="2220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 </a:t>
            </a:r>
            <a:r>
              <a:rPr lang="en-US" altLang="zh-CN" sz="2400">
                <a:latin typeface="等线" panose="02010600030101010101" pitchFamily="2" charset="-122"/>
              </a:rPr>
              <a:t>thismapping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6655" name="图片 32">
            <a:extLst>
              <a:ext uri="{FF2B5EF4-FFF2-40B4-BE49-F238E27FC236}">
                <a16:creationId xmlns:a16="http://schemas.microsoft.com/office/drawing/2014/main" id="{C199CAE7-46CF-3431-69B4-4C53CC53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2451100"/>
            <a:ext cx="466725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56" name="Text Box 42">
            <a:extLst>
              <a:ext uri="{FF2B5EF4-FFF2-40B4-BE49-F238E27FC236}">
                <a16:creationId xmlns:a16="http://schemas.microsoft.com/office/drawing/2014/main" id="{ABA93ACB-BDCC-8125-11AB-572F73D09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2495550"/>
            <a:ext cx="23839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is 's </a:t>
            </a:r>
            <a:r>
              <a:rPr lang="zh-CN" altLang="en-US" sz="2400">
                <a:latin typeface="等线" panose="02010600030101010101" pitchFamily="2" charset="-122"/>
              </a:rPr>
              <a:t>逆</a:t>
            </a:r>
            <a:r>
              <a:rPr lang="en-US" altLang="zh-CN" sz="2400">
                <a:latin typeface="等线" panose="02010600030101010101" pitchFamily="2" charset="-122"/>
              </a:rPr>
              <a:t>mapping .</a:t>
            </a:r>
          </a:p>
        </p:txBody>
      </p:sp>
      <p:pic>
        <p:nvPicPr>
          <p:cNvPr id="26657" name="图片 51">
            <a:extLst>
              <a:ext uri="{FF2B5EF4-FFF2-40B4-BE49-F238E27FC236}">
                <a16:creationId xmlns:a16="http://schemas.microsoft.com/office/drawing/2014/main" id="{7FC91008-6D28-0613-397F-4D1A14ACA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2578100"/>
            <a:ext cx="24765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26658" name="对象 52">
            <a:extLst>
              <a:ext uri="{FF2B5EF4-FFF2-40B4-BE49-F238E27FC236}">
                <a16:creationId xmlns:a16="http://schemas.microsoft.com/office/drawing/2014/main" id="{9CD120A7-CC8D-5A7E-5C2F-A0DD7130A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5238" y="2979738"/>
          <a:ext cx="4206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0" imgH="0" progId="">
                  <p:embed/>
                </p:oleObj>
              </mc:Choice>
              <mc:Fallback>
                <p:oleObj r:id="rId15" imgW="0" imgH="0" progId="">
                  <p:embed/>
                  <p:pic>
                    <p:nvPicPr>
                      <p:cNvPr id="0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2979738"/>
                        <a:ext cx="4206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5" name="Object 22">
            <a:extLst>
              <a:ext uri="{FF2B5EF4-FFF2-40B4-BE49-F238E27FC236}">
                <a16:creationId xmlns:a16="http://schemas.microsoft.com/office/drawing/2014/main" id="{B761A366-9BCB-A873-5487-07724C3BF2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8425" y="2987675"/>
          <a:ext cx="808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8425" y="2987675"/>
                        <a:ext cx="8080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77FF0930-8B7A-6273-3E57-5BE9046C4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2790825" cy="471488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latin typeface="+mn-ea"/>
                <a:ea typeface="+mn-ea"/>
              </a:rPr>
              <a:t>(2) compositemapping</a:t>
            </a:r>
            <a:endParaRPr kumimoji="1" lang="zh-CN" altLang="en-US" sz="3200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F3F013-8CE4-2229-BC3A-9BBAFD27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2513"/>
            <a:ext cx="847725" cy="3603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chemeClr val="tx2"/>
                </a:solidFill>
                <a:latin typeface="+mn-ea"/>
              </a:rPr>
              <a:t>引</a:t>
            </a:r>
            <a:r>
              <a:rPr lang="en-US" altLang="zh-CN" sz="2400" b="1">
                <a:solidFill>
                  <a:schemeClr val="tx2"/>
                </a:solidFill>
                <a:latin typeface="+mn-ea"/>
              </a:rPr>
              <a:t>Example</a:t>
            </a:r>
            <a:endParaRPr kumimoji="1" lang="zh-CN" altLang="en-US" dirty="0"/>
          </a:p>
        </p:txBody>
      </p:sp>
      <p:pic>
        <p:nvPicPr>
          <p:cNvPr id="27652" name="图片 4" descr="图表, 形状&#10;&#10;描述已自动生成">
            <a:extLst>
              <a:ext uri="{FF2B5EF4-FFF2-40B4-BE49-F238E27FC236}">
                <a16:creationId xmlns:a16="http://schemas.microsoft.com/office/drawing/2014/main" id="{13924098-06B6-AD1E-52A0-CCA16C56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250950"/>
            <a:ext cx="5562600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6D0DCDD9-FA15-B087-F999-D1186D6C7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82575"/>
            <a:ext cx="1112838" cy="442913"/>
          </a:xfrm>
        </p:spPr>
        <p:txBody>
          <a:bodyPr/>
          <a:lstStyle/>
          <a:p>
            <a:pPr>
              <a:defRPr/>
            </a:pPr>
            <a:r>
              <a:rPr lang="en-US" altLang="zh-CN" sz="2800">
                <a:latin typeface="+mn-ea"/>
                <a:ea typeface="+mn-ea"/>
              </a:rPr>
              <a:t>Definition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5D558167-5CD0-D2E1-C596-AE4C9F82BE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9713" y="254000"/>
            <a:ext cx="2035175" cy="4429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Let has mapping</a:t>
            </a:r>
            <a:r>
              <a:rPr lang="zh-CN" altLang="en-US" sz="2400"/>
              <a:t>链</a:t>
            </a:r>
            <a:endParaRPr kumimoji="1" lang="zh-CN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DE93351-E808-3738-6EAD-80A8D55ADEF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33400" y="107950"/>
            <a:ext cx="1143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28676" name="图片 4">
            <a:extLst>
              <a:ext uri="{FF2B5EF4-FFF2-40B4-BE49-F238E27FC236}">
                <a16:creationId xmlns:a16="http://schemas.microsoft.com/office/drawing/2014/main" id="{B604EF74-764D-8BE3-B8D1-E9AA5DAE1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787400"/>
            <a:ext cx="106838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677" name="Group 4">
            <a:extLst>
              <a:ext uri="{FF2B5EF4-FFF2-40B4-BE49-F238E27FC236}">
                <a16:creationId xmlns:a16="http://schemas.microsoft.com/office/drawing/2014/main" id="{76CC1077-C80B-1364-E342-BE6BD2942AE9}"/>
              </a:ext>
            </a:extLst>
          </p:cNvPr>
          <p:cNvGrpSpPr>
            <a:grpSpLocks/>
          </p:cNvGrpSpPr>
          <p:nvPr/>
        </p:nvGrpSpPr>
        <p:grpSpPr bwMode="auto">
          <a:xfrm>
            <a:off x="2847975" y="-1268413"/>
            <a:ext cx="1219200" cy="0"/>
            <a:chOff x="1440" y="1319"/>
            <a:chExt cx="768" cy="159"/>
          </a:xfrm>
        </p:grpSpPr>
        <p:sp>
          <p:nvSpPr>
            <p:cNvPr id="2" name="Line 5">
              <a:extLst>
                <a:ext uri="{FF2B5EF4-FFF2-40B4-BE49-F238E27FC236}">
                  <a16:creationId xmlns:a16="http://schemas.microsoft.com/office/drawing/2014/main" id="{4539DA72-17C5-FE65-33EC-B3C5A073C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5" name="Line 6">
              <a:extLst>
                <a:ext uri="{FF2B5EF4-FFF2-40B4-BE49-F238E27FC236}">
                  <a16:creationId xmlns:a16="http://schemas.microsoft.com/office/drawing/2014/main" id="{7737EED7-7639-92BA-FD86-3B7CE3631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19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8678" name="图片 6">
            <a:extLst>
              <a:ext uri="{FF2B5EF4-FFF2-40B4-BE49-F238E27FC236}">
                <a16:creationId xmlns:a16="http://schemas.microsoft.com/office/drawing/2014/main" id="{04D25C38-E9FD-3B91-E331-FC8120CB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619125"/>
            <a:ext cx="2667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79" name="图片 7">
            <a:extLst>
              <a:ext uri="{FF2B5EF4-FFF2-40B4-BE49-F238E27FC236}">
                <a16:creationId xmlns:a16="http://schemas.microsoft.com/office/drawing/2014/main" id="{D3D844F5-D792-EB35-2EBC-AD350CBFF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739775"/>
            <a:ext cx="2386013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0" name="图片 8">
            <a:extLst>
              <a:ext uri="{FF2B5EF4-FFF2-40B4-BE49-F238E27FC236}">
                <a16:creationId xmlns:a16="http://schemas.microsoft.com/office/drawing/2014/main" id="{743DBEE5-F837-52C7-8C5C-3EEAB80BF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322388"/>
            <a:ext cx="111125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681" name="Group 10">
            <a:extLst>
              <a:ext uri="{FF2B5EF4-FFF2-40B4-BE49-F238E27FC236}">
                <a16:creationId xmlns:a16="http://schemas.microsoft.com/office/drawing/2014/main" id="{A4BA9F55-8131-F44A-DD46-02BE496B2986}"/>
              </a:ext>
            </a:extLst>
          </p:cNvPr>
          <p:cNvGrpSpPr>
            <a:grpSpLocks/>
          </p:cNvGrpSpPr>
          <p:nvPr/>
        </p:nvGrpSpPr>
        <p:grpSpPr bwMode="auto">
          <a:xfrm>
            <a:off x="2847975" y="-735013"/>
            <a:ext cx="1219200" cy="0"/>
            <a:chOff x="1440" y="1319"/>
            <a:chExt cx="768" cy="159"/>
          </a:xfrm>
        </p:grpSpPr>
        <p:sp>
          <p:nvSpPr>
            <p:cNvPr id="28742" name="Line 11">
              <a:extLst>
                <a:ext uri="{FF2B5EF4-FFF2-40B4-BE49-F238E27FC236}">
                  <a16:creationId xmlns:a16="http://schemas.microsoft.com/office/drawing/2014/main" id="{A3A949A5-D9E3-0832-E877-CE7907404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3" name="Line 12">
              <a:extLst>
                <a:ext uri="{FF2B5EF4-FFF2-40B4-BE49-F238E27FC236}">
                  <a16:creationId xmlns:a16="http://schemas.microsoft.com/office/drawing/2014/main" id="{C7B7073A-2625-AADF-F695-2E3E94E46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19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8682" name="图片 10">
            <a:extLst>
              <a:ext uri="{FF2B5EF4-FFF2-40B4-BE49-F238E27FC236}">
                <a16:creationId xmlns:a16="http://schemas.microsoft.com/office/drawing/2014/main" id="{CC69CDE0-9EB0-7780-90B8-4D200D792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00" y="1063625"/>
            <a:ext cx="292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3" name="图片 11">
            <a:extLst>
              <a:ext uri="{FF2B5EF4-FFF2-40B4-BE49-F238E27FC236}">
                <a16:creationId xmlns:a16="http://schemas.microsoft.com/office/drawing/2014/main" id="{5B24DE9B-9344-A70D-8121-47C2EE973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22388"/>
            <a:ext cx="12065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84" name="Text Box 15">
            <a:extLst>
              <a:ext uri="{FF2B5EF4-FFF2-40B4-BE49-F238E27FC236}">
                <a16:creationId xmlns:a16="http://schemas.microsoft.com/office/drawing/2014/main" id="{BE284445-0C80-DCAD-6148-CC3D9B58F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778000"/>
            <a:ext cx="121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</a:t>
            </a:r>
            <a:r>
              <a:rPr lang="zh-CN" altLang="en-US" sz="2400">
                <a:latin typeface="等线" panose="02010600030101010101" pitchFamily="2" charset="-122"/>
              </a:rPr>
              <a:t>当</a:t>
            </a:r>
          </a:p>
        </p:txBody>
      </p:sp>
      <p:pic>
        <p:nvPicPr>
          <p:cNvPr id="28685" name="图片 13">
            <a:extLst>
              <a:ext uri="{FF2B5EF4-FFF2-40B4-BE49-F238E27FC236}">
                <a16:creationId xmlns:a16="http://schemas.microsoft.com/office/drawing/2014/main" id="{0D6953BB-249F-C104-4CDC-43DC8C13C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1846263"/>
            <a:ext cx="1412875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Text Box 17">
            <a:extLst>
              <a:ext uri="{FF2B5EF4-FFF2-40B4-BE49-F238E27FC236}">
                <a16:creationId xmlns:a16="http://schemas.microsoft.com/office/drawing/2014/main" id="{20E9019D-F58C-D204-0D7B-BBE0DA1B1903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00" y="1778000"/>
            <a:ext cx="49657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7" name="图片 15">
            <a:extLst>
              <a:ext uri="{FF2B5EF4-FFF2-40B4-BE49-F238E27FC236}">
                <a16:creationId xmlns:a16="http://schemas.microsoft.com/office/drawing/2014/main" id="{9C73E988-0865-6C3D-89D8-AFBAC6764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490788"/>
            <a:ext cx="1706563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8" name="图片 16">
            <a:extLst>
              <a:ext uri="{FF2B5EF4-FFF2-40B4-BE49-F238E27FC236}">
                <a16:creationId xmlns:a16="http://schemas.microsoft.com/office/drawing/2014/main" id="{A0C88D8D-5145-439F-F522-B2B6398A2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5" y="2484438"/>
            <a:ext cx="21653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89" name="Text Box 21">
            <a:extLst>
              <a:ext uri="{FF2B5EF4-FFF2-40B4-BE49-F238E27FC236}">
                <a16:creationId xmlns:a16="http://schemas.microsoft.com/office/drawing/2014/main" id="{AC060AA3-6FA9-FCB4-C48A-79CE4665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63800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denoted by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8690" name="图片 19">
            <a:extLst>
              <a:ext uri="{FF2B5EF4-FFF2-40B4-BE49-F238E27FC236}">
                <a16:creationId xmlns:a16="http://schemas.microsoft.com/office/drawing/2014/main" id="{8D96D8E7-17EF-B802-0298-88472F2D6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1314450"/>
            <a:ext cx="1617663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91" name="Text Box 24">
            <a:extLst>
              <a:ext uri="{FF2B5EF4-FFF2-40B4-BE49-F238E27FC236}">
                <a16:creationId xmlns:a16="http://schemas.microsoft.com/office/drawing/2014/main" id="{AB04142F-562F-5D14-AF41-E2B3272DA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1774825"/>
            <a:ext cx="105028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8692" name="Text Box 25">
            <a:extLst>
              <a:ext uri="{FF2B5EF4-FFF2-40B4-BE49-F238E27FC236}">
                <a16:creationId xmlns:a16="http://schemas.microsoft.com/office/drawing/2014/main" id="{F3E4D920-85C8-11E1-812C-0F15E943E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438" y="2436813"/>
            <a:ext cx="465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or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grpSp>
        <p:nvGrpSpPr>
          <p:cNvPr id="28693" name="Group 26">
            <a:extLst>
              <a:ext uri="{FF2B5EF4-FFF2-40B4-BE49-F238E27FC236}">
                <a16:creationId xmlns:a16="http://schemas.microsoft.com/office/drawing/2014/main" id="{4FB38348-244B-0906-DD4A-E12AFE5A52F4}"/>
              </a:ext>
            </a:extLst>
          </p:cNvPr>
          <p:cNvGrpSpPr>
            <a:grpSpLocks/>
          </p:cNvGrpSpPr>
          <p:nvPr/>
        </p:nvGrpSpPr>
        <p:grpSpPr bwMode="auto">
          <a:xfrm>
            <a:off x="5689600" y="3194050"/>
            <a:ext cx="2147482688" cy="2147125500"/>
            <a:chOff x="1727" y="1802"/>
            <a:chExt cx="7542073" cy="3925673"/>
          </a:xfrm>
        </p:grpSpPr>
        <p:sp>
          <p:nvSpPr>
            <p:cNvPr id="28744" name="Oval 27">
              <a:extLst>
                <a:ext uri="{FF2B5EF4-FFF2-40B4-BE49-F238E27FC236}">
                  <a16:creationId xmlns:a16="http://schemas.microsoft.com/office/drawing/2014/main" id="{E2D656BF-2386-EA93-ABFE-E473DE244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7" y="1802"/>
              <a:ext cx="9339" cy="3666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41" name="图片 65">
              <a:extLst>
                <a:ext uri="{FF2B5EF4-FFF2-40B4-BE49-F238E27FC236}">
                  <a16:creationId xmlns:a16="http://schemas.microsoft.com/office/drawing/2014/main" id="{D162DDD4-C750-DC7B-B608-4D38F8C6B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9650" y="3524250"/>
              <a:ext cx="145415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8694" name="Group 29">
            <a:extLst>
              <a:ext uri="{FF2B5EF4-FFF2-40B4-BE49-F238E27FC236}">
                <a16:creationId xmlns:a16="http://schemas.microsoft.com/office/drawing/2014/main" id="{8A7017C7-B8F2-EDA5-7027-DF8E5DADDE55}"/>
              </a:ext>
            </a:extLst>
          </p:cNvPr>
          <p:cNvGrpSpPr>
            <a:grpSpLocks/>
          </p:cNvGrpSpPr>
          <p:nvPr/>
        </p:nvGrpSpPr>
        <p:grpSpPr bwMode="auto">
          <a:xfrm>
            <a:off x="936625" y="515938"/>
            <a:ext cx="2147483647" cy="2147483647"/>
            <a:chOff x="4015" y="3287"/>
            <a:chExt cx="7400085" cy="4422663"/>
          </a:xfrm>
        </p:grpSpPr>
        <p:sp>
          <p:nvSpPr>
            <p:cNvPr id="28738" name="Oval 30">
              <a:extLst>
                <a:ext uri="{FF2B5EF4-FFF2-40B4-BE49-F238E27FC236}">
                  <a16:creationId xmlns:a16="http://schemas.microsoft.com/office/drawing/2014/main" id="{F0013252-354F-685B-B249-0CA9E3825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3287"/>
              <a:ext cx="31" cy="3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39" name="图片 63">
              <a:extLst>
                <a:ext uri="{FF2B5EF4-FFF2-40B4-BE49-F238E27FC236}">
                  <a16:creationId xmlns:a16="http://schemas.microsoft.com/office/drawing/2014/main" id="{48DD42E6-303C-DF5C-D5DC-E5BBCF0EF0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079875"/>
              <a:ext cx="1155700" cy="34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28695" name="图片 25">
            <a:extLst>
              <a:ext uri="{FF2B5EF4-FFF2-40B4-BE49-F238E27FC236}">
                <a16:creationId xmlns:a16="http://schemas.microsoft.com/office/drawing/2014/main" id="{A415EE49-7E03-38AB-07F7-E2E126D5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4543425"/>
            <a:ext cx="1296987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696" name="Group 33">
            <a:extLst>
              <a:ext uri="{FF2B5EF4-FFF2-40B4-BE49-F238E27FC236}">
                <a16:creationId xmlns:a16="http://schemas.microsoft.com/office/drawing/2014/main" id="{C60C4119-18D0-7676-8B05-08FE14B5C7F4}"/>
              </a:ext>
            </a:extLst>
          </p:cNvPr>
          <p:cNvGrpSpPr>
            <a:grpSpLocks/>
          </p:cNvGrpSpPr>
          <p:nvPr/>
        </p:nvGrpSpPr>
        <p:grpSpPr bwMode="auto">
          <a:xfrm>
            <a:off x="3349625" y="3228975"/>
            <a:ext cx="2147482688" cy="2147483647"/>
            <a:chOff x="1281" y="2114"/>
            <a:chExt cx="4187338" cy="3600141"/>
          </a:xfrm>
        </p:grpSpPr>
        <p:sp>
          <p:nvSpPr>
            <p:cNvPr id="28736" name="Oval 34">
              <a:extLst>
                <a:ext uri="{FF2B5EF4-FFF2-40B4-BE49-F238E27FC236}">
                  <a16:creationId xmlns:a16="http://schemas.microsoft.com/office/drawing/2014/main" id="{5B0A465E-D087-EE70-413D-15CFB80AB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1" y="2114"/>
              <a:ext cx="2658" cy="1955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37" name="图片 61">
              <a:extLst>
                <a:ext uri="{FF2B5EF4-FFF2-40B4-BE49-F238E27FC236}">
                  <a16:creationId xmlns:a16="http://schemas.microsoft.com/office/drawing/2014/main" id="{18B5E7F3-2777-8EDA-CCBB-19B475C8A1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9681" y="3116985"/>
              <a:ext cx="388938" cy="485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8697" name="Oval 36">
            <a:extLst>
              <a:ext uri="{FF2B5EF4-FFF2-40B4-BE49-F238E27FC236}">
                <a16:creationId xmlns:a16="http://schemas.microsoft.com/office/drawing/2014/main" id="{87F31863-BFCF-5147-2B23-69DD2D289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3725863"/>
            <a:ext cx="946150" cy="59055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pSp>
        <p:nvGrpSpPr>
          <p:cNvPr id="28698" name="Group 37">
            <a:extLst>
              <a:ext uri="{FF2B5EF4-FFF2-40B4-BE49-F238E27FC236}">
                <a16:creationId xmlns:a16="http://schemas.microsoft.com/office/drawing/2014/main" id="{5A7D3609-5C05-C630-8079-5B298A71C70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746500"/>
            <a:ext cx="2147483647" cy="2147060413"/>
            <a:chOff x="53" y="3659"/>
            <a:chExt cx="1766626" cy="4188686"/>
          </a:xfrm>
        </p:grpSpPr>
        <p:sp>
          <p:nvSpPr>
            <p:cNvPr id="28734" name="Oval 38">
              <a:extLst>
                <a:ext uri="{FF2B5EF4-FFF2-40B4-BE49-F238E27FC236}">
                  <a16:creationId xmlns:a16="http://schemas.microsoft.com/office/drawing/2014/main" id="{ABD35DCA-54F2-E429-1CFB-D99990D6D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" y="3659"/>
              <a:ext cx="1008" cy="2261"/>
            </a:xfrm>
            <a:prstGeom prst="ellipse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35" name="图片 59">
              <a:extLst>
                <a:ext uri="{FF2B5EF4-FFF2-40B4-BE49-F238E27FC236}">
                  <a16:creationId xmlns:a16="http://schemas.microsoft.com/office/drawing/2014/main" id="{7126B203-F113-5083-2446-43391CE59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109" y="3841221"/>
              <a:ext cx="349570" cy="351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8699" name="Group 40">
            <a:extLst>
              <a:ext uri="{FF2B5EF4-FFF2-40B4-BE49-F238E27FC236}">
                <a16:creationId xmlns:a16="http://schemas.microsoft.com/office/drawing/2014/main" id="{6CFB2542-D553-6BDD-4285-9E1604D8B279}"/>
              </a:ext>
            </a:extLst>
          </p:cNvPr>
          <p:cNvGrpSpPr>
            <a:grpSpLocks/>
          </p:cNvGrpSpPr>
          <p:nvPr/>
        </p:nvGrpSpPr>
        <p:grpSpPr bwMode="auto">
          <a:xfrm>
            <a:off x="1627188" y="1336675"/>
            <a:ext cx="2147483647" cy="2147482688"/>
            <a:chOff x="775" y="3264"/>
            <a:chExt cx="1685389" cy="4589374"/>
          </a:xfrm>
        </p:grpSpPr>
        <p:sp>
          <p:nvSpPr>
            <p:cNvPr id="28732" name="Oval 41">
              <a:extLst>
                <a:ext uri="{FF2B5EF4-FFF2-40B4-BE49-F238E27FC236}">
                  <a16:creationId xmlns:a16="http://schemas.microsoft.com/office/drawing/2014/main" id="{8E8533F0-C585-6F3F-2C85-6C11FB26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3264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33" name="图片 57">
              <a:extLst>
                <a:ext uri="{FF2B5EF4-FFF2-40B4-BE49-F238E27FC236}">
                  <a16:creationId xmlns:a16="http://schemas.microsoft.com/office/drawing/2014/main" id="{3F6E528F-B531-AC79-1D43-428A54AFA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638" y="4294188"/>
              <a:ext cx="268526" cy="298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8700" name="Freeform 43">
            <a:extLst>
              <a:ext uri="{FF2B5EF4-FFF2-40B4-BE49-F238E27FC236}">
                <a16:creationId xmlns:a16="http://schemas.microsoft.com/office/drawing/2014/main" id="{BBC67CCA-ADC6-E6BE-A6B1-8200D6D8FFD8}"/>
              </a:ext>
            </a:extLst>
          </p:cNvPr>
          <p:cNvSpPr>
            <a:spLocks/>
          </p:cNvSpPr>
          <p:nvPr/>
        </p:nvSpPr>
        <p:spPr bwMode="auto">
          <a:xfrm rot="-784631">
            <a:off x="1676400" y="3551238"/>
            <a:ext cx="2201863" cy="388937"/>
          </a:xfrm>
          <a:custGeom>
            <a:avLst/>
            <a:gdLst>
              <a:gd name="T0" fmla="*/ 0 w 768"/>
              <a:gd name="T1" fmla="*/ 2147483646 h 352"/>
              <a:gd name="T2" fmla="*/ 2147483646 w 768"/>
              <a:gd name="T3" fmla="*/ 2147483646 h 352"/>
              <a:gd name="T4" fmla="*/ 2147483646 w 768"/>
              <a:gd name="T5" fmla="*/ 2147483646 h 3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8" h="352">
                <a:moveTo>
                  <a:pt x="0" y="352"/>
                </a:moveTo>
                <a:cubicBezTo>
                  <a:pt x="128" y="192"/>
                  <a:pt x="256" y="32"/>
                  <a:pt x="384" y="16"/>
                </a:cubicBezTo>
                <a:cubicBezTo>
                  <a:pt x="512" y="0"/>
                  <a:pt x="640" y="128"/>
                  <a:pt x="768" y="2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1" name="Freeform 44">
            <a:extLst>
              <a:ext uri="{FF2B5EF4-FFF2-40B4-BE49-F238E27FC236}">
                <a16:creationId xmlns:a16="http://schemas.microsoft.com/office/drawing/2014/main" id="{8D857033-354A-58B8-2008-B10892018EAD}"/>
              </a:ext>
            </a:extLst>
          </p:cNvPr>
          <p:cNvSpPr>
            <a:spLocks/>
          </p:cNvSpPr>
          <p:nvPr/>
        </p:nvSpPr>
        <p:spPr bwMode="auto">
          <a:xfrm>
            <a:off x="4008438" y="3313113"/>
            <a:ext cx="2136775" cy="777875"/>
          </a:xfrm>
          <a:custGeom>
            <a:avLst/>
            <a:gdLst>
              <a:gd name="T0" fmla="*/ 0 w 1920"/>
              <a:gd name="T1" fmla="*/ 2147483646 h 480"/>
              <a:gd name="T2" fmla="*/ 2147483646 w 1920"/>
              <a:gd name="T3" fmla="*/ 2147483646 h 480"/>
              <a:gd name="T4" fmla="*/ 2147483646 w 1920"/>
              <a:gd name="T5" fmla="*/ 2147483646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0" h="480">
                <a:moveTo>
                  <a:pt x="0" y="192"/>
                </a:moveTo>
                <a:cubicBezTo>
                  <a:pt x="368" y="96"/>
                  <a:pt x="736" y="0"/>
                  <a:pt x="1056" y="48"/>
                </a:cubicBezTo>
                <a:cubicBezTo>
                  <a:pt x="1376" y="96"/>
                  <a:pt x="1648" y="288"/>
                  <a:pt x="192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8702" name="Group 45">
            <a:extLst>
              <a:ext uri="{FF2B5EF4-FFF2-40B4-BE49-F238E27FC236}">
                <a16:creationId xmlns:a16="http://schemas.microsoft.com/office/drawing/2014/main" id="{10655257-26CB-D989-ABD9-04304842D929}"/>
              </a:ext>
            </a:extLst>
          </p:cNvPr>
          <p:cNvGrpSpPr>
            <a:grpSpLocks/>
          </p:cNvGrpSpPr>
          <p:nvPr/>
        </p:nvGrpSpPr>
        <p:grpSpPr bwMode="auto">
          <a:xfrm>
            <a:off x="1728788" y="1279525"/>
            <a:ext cx="2147482687" cy="2147483647"/>
            <a:chOff x="2400" y="2832"/>
            <a:chExt cx="4718825" cy="4097681"/>
          </a:xfrm>
        </p:grpSpPr>
        <p:sp>
          <p:nvSpPr>
            <p:cNvPr id="28730" name="Oval 46">
              <a:extLst>
                <a:ext uri="{FF2B5EF4-FFF2-40B4-BE49-F238E27FC236}">
                  <a16:creationId xmlns:a16="http://schemas.microsoft.com/office/drawing/2014/main" id="{A34F6D5D-C15E-5DC7-30CF-E6845B08D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832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pic>
          <p:nvPicPr>
            <p:cNvPr id="28731" name="图片 55">
              <a:extLst>
                <a:ext uri="{FF2B5EF4-FFF2-40B4-BE49-F238E27FC236}">
                  <a16:creationId xmlns:a16="http://schemas.microsoft.com/office/drawing/2014/main" id="{363C390D-B5F9-3A7C-089B-08CEE6B18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3775" y="3668713"/>
              <a:ext cx="1187450" cy="431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8703" name="Freeform 48">
            <a:extLst>
              <a:ext uri="{FF2B5EF4-FFF2-40B4-BE49-F238E27FC236}">
                <a16:creationId xmlns:a16="http://schemas.microsoft.com/office/drawing/2014/main" id="{3BE2351D-B677-2070-E1CB-32CB68F8EEBA}"/>
              </a:ext>
            </a:extLst>
          </p:cNvPr>
          <p:cNvSpPr>
            <a:spLocks/>
          </p:cNvSpPr>
          <p:nvPr/>
        </p:nvSpPr>
        <p:spPr bwMode="auto">
          <a:xfrm>
            <a:off x="1741488" y="4198938"/>
            <a:ext cx="4338637" cy="735012"/>
          </a:xfrm>
          <a:custGeom>
            <a:avLst/>
            <a:gdLst>
              <a:gd name="T0" fmla="*/ 0 w 3600"/>
              <a:gd name="T1" fmla="*/ 2147483646 h 592"/>
              <a:gd name="T2" fmla="*/ 2147483646 w 3600"/>
              <a:gd name="T3" fmla="*/ 2147483646 h 592"/>
              <a:gd name="T4" fmla="*/ 2147483646 w 3600"/>
              <a:gd name="T5" fmla="*/ 0 h 5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600" h="592">
                <a:moveTo>
                  <a:pt x="0" y="96"/>
                </a:moveTo>
                <a:cubicBezTo>
                  <a:pt x="636" y="344"/>
                  <a:pt x="1272" y="592"/>
                  <a:pt x="1872" y="576"/>
                </a:cubicBezTo>
                <a:cubicBezTo>
                  <a:pt x="2472" y="560"/>
                  <a:pt x="3036" y="280"/>
                  <a:pt x="360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704" name="图片 34">
            <a:extLst>
              <a:ext uri="{FF2B5EF4-FFF2-40B4-BE49-F238E27FC236}">
                <a16:creationId xmlns:a16="http://schemas.microsoft.com/office/drawing/2014/main" id="{97D6F9F0-1BF1-8A30-48DF-95E42499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3476625"/>
            <a:ext cx="296862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705" name="图片 35">
            <a:extLst>
              <a:ext uri="{FF2B5EF4-FFF2-40B4-BE49-F238E27FC236}">
                <a16:creationId xmlns:a16="http://schemas.microsoft.com/office/drawing/2014/main" id="{14F067C5-541F-575D-57F7-9E407C133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575" y="2968625"/>
            <a:ext cx="3238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706" name="图片 36">
            <a:extLst>
              <a:ext uri="{FF2B5EF4-FFF2-40B4-BE49-F238E27FC236}">
                <a16:creationId xmlns:a16="http://schemas.microsoft.com/office/drawing/2014/main" id="{6E5B0C1B-E482-C456-C805-72A99F615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4956175"/>
            <a:ext cx="7556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8707" name="Group 52">
            <a:extLst>
              <a:ext uri="{FF2B5EF4-FFF2-40B4-BE49-F238E27FC236}">
                <a16:creationId xmlns:a16="http://schemas.microsoft.com/office/drawing/2014/main" id="{B76AF778-0C2A-40E6-0391-EF231924E8DC}"/>
              </a:ext>
            </a:extLst>
          </p:cNvPr>
          <p:cNvGrpSpPr>
            <a:grpSpLocks/>
          </p:cNvGrpSpPr>
          <p:nvPr/>
        </p:nvGrpSpPr>
        <p:grpSpPr bwMode="auto">
          <a:xfrm>
            <a:off x="-1243228400" y="-2147483648"/>
            <a:ext cx="2147483647" cy="2147483647"/>
            <a:chOff x="1920" y="3216"/>
            <a:chExt cx="3293698" cy="4744997"/>
          </a:xfrm>
        </p:grpSpPr>
        <p:pic>
          <p:nvPicPr>
            <p:cNvPr id="28725" name="图片 49">
              <a:extLst>
                <a:ext uri="{FF2B5EF4-FFF2-40B4-BE49-F238E27FC236}">
                  <a16:creationId xmlns:a16="http://schemas.microsoft.com/office/drawing/2014/main" id="{37F3067A-5078-D6BD-8B11-0A263D03F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317570"/>
              <a:ext cx="781018" cy="430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8726" name="Group 54">
              <a:extLst>
                <a:ext uri="{FF2B5EF4-FFF2-40B4-BE49-F238E27FC236}">
                  <a16:creationId xmlns:a16="http://schemas.microsoft.com/office/drawing/2014/main" id="{373AE893-F66D-EC51-7090-36C33BD4D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3216"/>
              <a:ext cx="487" cy="391"/>
              <a:chOff x="3840" y="2393"/>
              <a:chExt cx="487" cy="391"/>
            </a:xfrm>
          </p:grpSpPr>
          <p:sp>
            <p:nvSpPr>
              <p:cNvPr id="28727" name="Line 55">
                <a:extLst>
                  <a:ext uri="{FF2B5EF4-FFF2-40B4-BE49-F238E27FC236}">
                    <a16:creationId xmlns:a16="http://schemas.microsoft.com/office/drawing/2014/main" id="{05C9F9A2-4EF2-2191-6FAE-487F2967C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496"/>
                <a:ext cx="28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8" name="Line 56">
                <a:extLst>
                  <a:ext uri="{FF2B5EF4-FFF2-40B4-BE49-F238E27FC236}">
                    <a16:creationId xmlns:a16="http://schemas.microsoft.com/office/drawing/2014/main" id="{811ED0C4-AD65-27C2-7961-E4C2119F3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393"/>
                <a:ext cx="295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9" name="Line 57">
                <a:extLst>
                  <a:ext uri="{FF2B5EF4-FFF2-40B4-BE49-F238E27FC236}">
                    <a16:creationId xmlns:a16="http://schemas.microsoft.com/office/drawing/2014/main" id="{DE02CFD0-E705-5972-D8CC-FCB11A831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2" y="2496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708" name="Text Box 65">
            <a:extLst>
              <a:ext uri="{FF2B5EF4-FFF2-40B4-BE49-F238E27FC236}">
                <a16:creationId xmlns:a16="http://schemas.microsoft.com/office/drawing/2014/main" id="{578BCA87-F3BF-B693-45C2-6B2CDC85B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57900"/>
            <a:ext cx="43172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bg1"/>
                </a:solidFill>
                <a:latin typeface="等线" panose="02010600030101010101" pitchFamily="2" charset="-122"/>
              </a:rPr>
              <a:t>Note: </a:t>
            </a:r>
            <a:r>
              <a:rPr lang="zh-CN" altLang="en-US" sz="1800">
                <a:solidFill>
                  <a:schemeClr val="bg1"/>
                </a:solidFill>
                <a:latin typeface="等线" panose="02010600030101010101" pitchFamily="2" charset="-122"/>
              </a:rPr>
              <a:t>构成</a:t>
            </a:r>
            <a:r>
              <a:rPr lang="en-US" altLang="zh-CN" sz="1800">
                <a:solidFill>
                  <a:schemeClr val="bg1"/>
                </a:solidFill>
                <a:latin typeface="等线" panose="02010600030101010101" pitchFamily="2" charset="-122"/>
              </a:rPr>
              <a:t>compositemapping's condition</a:t>
            </a:r>
            <a:endParaRPr lang="zh-CN" altLang="en-US" sz="1800">
              <a:solidFill>
                <a:schemeClr val="bg1"/>
              </a:solidFill>
              <a:latin typeface="等线" panose="02010600030101010101" pitchFamily="2" charset="-122"/>
            </a:endParaRPr>
          </a:p>
        </p:txBody>
      </p:sp>
      <p:pic>
        <p:nvPicPr>
          <p:cNvPr id="28709" name="图片 46">
            <a:extLst>
              <a:ext uri="{FF2B5EF4-FFF2-40B4-BE49-F238E27FC236}">
                <a16:creationId xmlns:a16="http://schemas.microsoft.com/office/drawing/2014/main" id="{8A6A6AF2-5210-3B12-92DC-5E9073A6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3" y="5657850"/>
            <a:ext cx="142875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710" name="Text Box 67">
            <a:extLst>
              <a:ext uri="{FF2B5EF4-FFF2-40B4-BE49-F238E27FC236}">
                <a16:creationId xmlns:a16="http://schemas.microsoft.com/office/drawing/2014/main" id="{D91A6D4F-3C7C-25EC-A276-7A9C30925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5599113"/>
            <a:ext cx="1552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not can</a:t>
            </a:r>
            <a:r>
              <a:rPr lang="zh-CN" altLang="en-US" sz="2400">
                <a:latin typeface="等线" panose="02010600030101010101" pitchFamily="2" charset="-122"/>
              </a:rPr>
              <a:t>少</a:t>
            </a:r>
            <a:r>
              <a:rPr lang="en-US" altLang="zh-CN" sz="2400">
                <a:latin typeface="等线" panose="02010600030101010101" pitchFamily="2" charset="-122"/>
              </a:rPr>
              <a:t>.</a:t>
            </a:r>
          </a:p>
        </p:txBody>
      </p:sp>
      <p:sp>
        <p:nvSpPr>
          <p:cNvPr id="28711" name="Text Box 68">
            <a:extLst>
              <a:ext uri="{FF2B5EF4-FFF2-40B4-BE49-F238E27FC236}">
                <a16:creationId xmlns:a16="http://schemas.microsoft.com/office/drawing/2014/main" id="{2AF11C45-63BC-CD89-A4B2-5A562F57C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251575"/>
            <a:ext cx="7005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以 </a:t>
            </a:r>
            <a:r>
              <a:rPr lang="en-US" altLang="zh-CN" sz="2400">
                <a:latin typeface="等线" panose="02010600030101010101" pitchFamily="2" charset="-122"/>
              </a:rPr>
              <a:t>on Definition also can</a:t>
            </a:r>
            <a:r>
              <a:rPr lang="zh-CN" altLang="en-US" sz="2400">
                <a:latin typeface="等线" panose="02010600030101010101" pitchFamily="2" charset="-122"/>
              </a:rPr>
              <a:t>推广 </a:t>
            </a:r>
            <a:r>
              <a:rPr lang="en-US" altLang="zh-CN" sz="2400">
                <a:latin typeface="等线" panose="02010600030101010101" pitchFamily="2" charset="-122"/>
              </a:rPr>
              <a:t>to </a:t>
            </a:r>
            <a:r>
              <a:rPr lang="zh-CN" altLang="en-US" sz="2400">
                <a:latin typeface="等线" panose="02010600030101010101" pitchFamily="2" charset="-122"/>
              </a:rPr>
              <a:t>多 </a:t>
            </a:r>
            <a:r>
              <a:rPr lang="en-US" altLang="zh-CN" sz="2400">
                <a:latin typeface="等线" panose="02010600030101010101" pitchFamily="2" charset="-122"/>
              </a:rPr>
              <a:t>mapping's case.</a:t>
            </a:r>
          </a:p>
        </p:txBody>
      </p:sp>
      <p:sp>
        <p:nvSpPr>
          <p:cNvPr id="28712" name="Line 5">
            <a:extLst>
              <a:ext uri="{FF2B5EF4-FFF2-40B4-BE49-F238E27FC236}">
                <a16:creationId xmlns:a16="http://schemas.microsoft.com/office/drawing/2014/main" id="{ED3F7F00-BAC9-3101-A90A-C9645B484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93662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3" name="Line 5">
            <a:extLst>
              <a:ext uri="{FF2B5EF4-FFF2-40B4-BE49-F238E27FC236}">
                <a16:creationId xmlns:a16="http://schemas.microsoft.com/office/drawing/2014/main" id="{CB4A0729-9271-39EC-5629-87114F74B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47002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14" name="对象 72">
            <a:extLst>
              <a:ext uri="{FF2B5EF4-FFF2-40B4-BE49-F238E27FC236}">
                <a16:creationId xmlns:a16="http://schemas.microsoft.com/office/drawing/2014/main" id="{B13FA7EC-D24E-F958-C979-546234D05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037013"/>
          <a:ext cx="458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0" imgH="0" progId="">
                  <p:embed/>
                </p:oleObj>
              </mc:Choice>
              <mc:Fallback>
                <p:oleObj r:id="rId24" imgW="0" imgH="0" progId="">
                  <p:embed/>
                  <p:pic>
                    <p:nvPicPr>
                      <p:cNvPr id="0" name="对象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7013"/>
                        <a:ext cx="4587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5" name="对象 73">
            <a:extLst>
              <a:ext uri="{FF2B5EF4-FFF2-40B4-BE49-F238E27FC236}">
                <a16:creationId xmlns:a16="http://schemas.microsoft.com/office/drawing/2014/main" id="{D0BAC0F6-9AA7-5FD9-91E0-9D134049C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8" y="4232275"/>
          <a:ext cx="2936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0" imgH="0" progId="">
                  <p:embed/>
                </p:oleObj>
              </mc:Choice>
              <mc:Fallback>
                <p:oleObj r:id="rId26" imgW="0" imgH="0" progId="">
                  <p:embed/>
                  <p:pic>
                    <p:nvPicPr>
                      <p:cNvPr id="0" name="对象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4232275"/>
                        <a:ext cx="2936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6" name="Object 53">
            <a:extLst>
              <a:ext uri="{FF2B5EF4-FFF2-40B4-BE49-F238E27FC236}">
                <a16:creationId xmlns:a16="http://schemas.microsoft.com/office/drawing/2014/main" id="{9F397E4F-843B-44CF-F51D-D7BC8D025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2875" y="4316413"/>
          <a:ext cx="6381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4316413"/>
                        <a:ext cx="6381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7" name="Line 55">
            <a:extLst>
              <a:ext uri="{FF2B5EF4-FFF2-40B4-BE49-F238E27FC236}">
                <a16:creationId xmlns:a16="http://schemas.microsoft.com/office/drawing/2014/main" id="{20898CDB-4498-E243-714E-68FDF991DD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4051300"/>
            <a:ext cx="496888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718" name="对象 76">
            <a:extLst>
              <a:ext uri="{FF2B5EF4-FFF2-40B4-BE49-F238E27FC236}">
                <a16:creationId xmlns:a16="http://schemas.microsoft.com/office/drawing/2014/main" id="{E8650D21-2D5E-9268-9931-5651D6D818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4900" y="3863975"/>
          <a:ext cx="7826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0" imgH="0" progId="">
                  <p:embed/>
                </p:oleObj>
              </mc:Choice>
              <mc:Fallback>
                <p:oleObj r:id="rId30" imgW="0" imgH="0" progId="">
                  <p:embed/>
                  <p:pic>
                    <p:nvPicPr>
                      <p:cNvPr id="0" name="对象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863975"/>
                        <a:ext cx="78263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9" name="对象 77">
            <a:extLst>
              <a:ext uri="{FF2B5EF4-FFF2-40B4-BE49-F238E27FC236}">
                <a16:creationId xmlns:a16="http://schemas.microsoft.com/office/drawing/2014/main" id="{528AFD58-0E66-DB87-05F8-331A5095D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0800" y="3284538"/>
          <a:ext cx="4238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0" imgH="0" progId="">
                  <p:embed/>
                </p:oleObj>
              </mc:Choice>
              <mc:Fallback>
                <p:oleObj r:id="rId32" imgW="0" imgH="0" progId="">
                  <p:embed/>
                  <p:pic>
                    <p:nvPicPr>
                      <p:cNvPr id="0" name="对象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3284538"/>
                        <a:ext cx="423863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0" name="Object 28">
            <a:extLst>
              <a:ext uri="{FF2B5EF4-FFF2-40B4-BE49-F238E27FC236}">
                <a16:creationId xmlns:a16="http://schemas.microsoft.com/office/drawing/2014/main" id="{AF8B8051-7D6B-D1D5-4C09-405A92888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0450" y="3465513"/>
          <a:ext cx="944563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450" y="3465513"/>
                        <a:ext cx="944563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" name="Group 29">
            <a:extLst>
              <a:ext uri="{FF2B5EF4-FFF2-40B4-BE49-F238E27FC236}">
                <a16:creationId xmlns:a16="http://schemas.microsoft.com/office/drawing/2014/main" id="{2DD174BD-5C82-2B5D-1D4D-36762CB0FC09}"/>
              </a:ext>
            </a:extLst>
          </p:cNvPr>
          <p:cNvGrpSpPr>
            <a:grpSpLocks/>
          </p:cNvGrpSpPr>
          <p:nvPr/>
        </p:nvGrpSpPr>
        <p:grpSpPr bwMode="auto">
          <a:xfrm>
            <a:off x="6276975" y="4092575"/>
            <a:ext cx="1258888" cy="346075"/>
            <a:chOff x="4015" y="3190"/>
            <a:chExt cx="793" cy="218"/>
          </a:xfrm>
        </p:grpSpPr>
        <p:sp>
          <p:nvSpPr>
            <p:cNvPr id="28723" name="Oval 30">
              <a:extLst>
                <a:ext uri="{FF2B5EF4-FFF2-40B4-BE49-F238E27FC236}">
                  <a16:creationId xmlns:a16="http://schemas.microsoft.com/office/drawing/2014/main" id="{2ABAC717-524E-BDB8-77BD-BA58DD0F8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3287"/>
              <a:ext cx="31" cy="3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graphicFrame>
          <p:nvGraphicFramePr>
            <p:cNvPr id="28724" name="Object 31">
              <a:extLst>
                <a:ext uri="{FF2B5EF4-FFF2-40B4-BE49-F238E27FC236}">
                  <a16:creationId xmlns:a16="http://schemas.microsoft.com/office/drawing/2014/main" id="{EF51FD24-F64F-63ED-9E07-10D5139FB5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3190"/>
            <a:ext cx="72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190"/>
                          <a:ext cx="728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22" name="矩形 82">
            <a:extLst>
              <a:ext uri="{FF2B5EF4-FFF2-40B4-BE49-F238E27FC236}">
                <a16:creationId xmlns:a16="http://schemas.microsoft.com/office/drawing/2014/main" id="{45757B50-6FD6-8E34-B43D-0DDFCA6F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622925"/>
            <a:ext cx="5397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Note: </a:t>
            </a:r>
            <a:r>
              <a:rPr lang="zh-CN" altLang="en-US" sz="2400">
                <a:solidFill>
                  <a:srgbClr val="FF0000"/>
                </a:solidFill>
              </a:rPr>
              <a:t>构成</a:t>
            </a:r>
            <a:r>
              <a:rPr lang="en-US" altLang="zh-CN" sz="2400">
                <a:solidFill>
                  <a:srgbClr val="FF0000"/>
                </a:solidFill>
              </a:rPr>
              <a:t>compositemapping's condition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161D5CFD-C683-E10C-F51D-932F757CF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206375"/>
            <a:ext cx="2130425" cy="652463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II. function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16A85-64B6-BBE6-3A85-07FB09BF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8" y="933450"/>
            <a:ext cx="2511425" cy="3794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+mn-ea"/>
              </a:rPr>
              <a:t>1. function's concept</a:t>
            </a:r>
            <a:endParaRPr lang="zh-CN" altLang="en-US" dirty="0">
              <a:latin typeface="+mn-ea"/>
            </a:endParaRPr>
          </a:p>
        </p:txBody>
      </p:sp>
      <p:sp>
        <p:nvSpPr>
          <p:cNvPr id="29699" name="AutoShape 2">
            <a:extLst>
              <a:ext uri="{FF2B5EF4-FFF2-40B4-BE49-F238E27FC236}">
                <a16:creationId xmlns:a16="http://schemas.microsoft.com/office/drawing/2014/main" id="{7F35EFF5-8924-3FA5-6BA5-D982A5912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2190750"/>
            <a:ext cx="1447800" cy="533400"/>
          </a:xfrm>
          <a:prstGeom prst="wedgeRectCallout">
            <a:avLst>
              <a:gd name="adj1" fmla="val -92106"/>
              <a:gd name="adj2" fmla="val 7202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domain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1354562-CB21-F360-3DD8-72EE5A3902F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1975" y="120650"/>
            <a:ext cx="2286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3200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B7563EA0-F827-6381-1A97-3D6198461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85090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zh-CN" sz="1800">
              <a:latin typeface="等线" panose="02010600030101010101" pitchFamily="2" charset="-122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2122CEE6-D193-2849-F106-7ED873660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435100"/>
            <a:ext cx="218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Definition. Let number</a:t>
            </a:r>
            <a:r>
              <a:rPr lang="zh-CN" altLang="en-US" sz="2400" b="1">
                <a:solidFill>
                  <a:schemeClr val="tx2"/>
                </a:solidFill>
                <a:latin typeface="等线" panose="02010600030101010101" pitchFamily="2" charset="-122"/>
              </a:rPr>
              <a:t>集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9703" name="图片 8">
            <a:extLst>
              <a:ext uri="{FF2B5EF4-FFF2-40B4-BE49-F238E27FC236}">
                <a16:creationId xmlns:a16="http://schemas.microsoft.com/office/drawing/2014/main" id="{D5E2DE29-4ED5-0216-CF39-EA5AEA97A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1517650"/>
            <a:ext cx="968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4" name="Text Box 8">
            <a:extLst>
              <a:ext uri="{FF2B5EF4-FFF2-40B4-BE49-F238E27FC236}">
                <a16:creationId xmlns:a16="http://schemas.microsoft.com/office/drawing/2014/main" id="{2B77D65E-F4A7-62B5-8E9E-F54D37B1B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420813"/>
            <a:ext cx="22701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</a:t>
            </a:r>
            <a:r>
              <a:rPr lang="zh-CN" altLang="en-US" sz="2400">
                <a:latin typeface="等线" panose="02010600030101010101" pitchFamily="2" charset="-122"/>
              </a:rPr>
              <a:t>称</a:t>
            </a:r>
            <a:r>
              <a:rPr lang="en-US" altLang="zh-CN" sz="2400">
                <a:latin typeface="等线" panose="02010600030101010101" pitchFamily="2" charset="-122"/>
              </a:rPr>
              <a:t>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9705" name="图片 10">
            <a:extLst>
              <a:ext uri="{FF2B5EF4-FFF2-40B4-BE49-F238E27FC236}">
                <a16:creationId xmlns:a16="http://schemas.microsoft.com/office/drawing/2014/main" id="{B571FA33-6CEF-E22C-9827-6119DAD0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77963"/>
            <a:ext cx="1414462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6" name="Text Box 10">
            <a:extLst>
              <a:ext uri="{FF2B5EF4-FFF2-40B4-BE49-F238E27FC236}">
                <a16:creationId xmlns:a16="http://schemas.microsoft.com/office/drawing/2014/main" id="{EA1817B8-6438-2D90-40DA-9A11A8C6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382713"/>
            <a:ext cx="19848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is Definitionin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9707" name="Text Box 12">
            <a:extLst>
              <a:ext uri="{FF2B5EF4-FFF2-40B4-BE49-F238E27FC236}">
                <a16:creationId xmlns:a16="http://schemas.microsoft.com/office/drawing/2014/main" id="{2713199A-CE7D-F47C-0EF5-5918F6CB0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1989138"/>
            <a:ext cx="14013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denote is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29708" name="图片 14">
            <a:extLst>
              <a:ext uri="{FF2B5EF4-FFF2-40B4-BE49-F238E27FC236}">
                <a16:creationId xmlns:a16="http://schemas.microsoft.com/office/drawing/2014/main" id="{82443573-D5EA-483E-E625-3011D735C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3" y="2606675"/>
            <a:ext cx="265112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Text Box 14">
            <a:extLst>
              <a:ext uri="{FF2B5EF4-FFF2-40B4-BE49-F238E27FC236}">
                <a16:creationId xmlns:a16="http://schemas.microsoft.com/office/drawing/2014/main" id="{3700490A-9DA3-DEEA-2970-C084B4B48CB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85519" y="4070083"/>
            <a:ext cx="1828001" cy="400110"/>
          </a:xfrm>
          <a:prstGeom prst="rect">
            <a:avLst/>
          </a:prstGeom>
          <a:blipFill>
            <a:blip r:embed="rId5"/>
            <a:stretch>
              <a:fillRect l="-690" t="-9375" b="-28125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2400">
                <a:noFill/>
              </a:rPr>
              <a:t> </a:t>
            </a:r>
          </a:p>
        </p:txBody>
      </p:sp>
      <p:sp>
        <p:nvSpPr>
          <p:cNvPr id="29710" name="Text Box 15">
            <a:extLst>
              <a:ext uri="{FF2B5EF4-FFF2-40B4-BE49-F238E27FC236}">
                <a16:creationId xmlns:a16="http://schemas.microsoft.com/office/drawing/2014/main" id="{98B35510-DFBD-C2B5-A455-5156DCAF8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4610100"/>
            <a:ext cx="16017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function</a:t>
            </a: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form:</a:t>
            </a:r>
          </a:p>
        </p:txBody>
      </p:sp>
      <p:pic>
        <p:nvPicPr>
          <p:cNvPr id="29711" name="图片 17">
            <a:extLst>
              <a:ext uri="{FF2B5EF4-FFF2-40B4-BE49-F238E27FC236}">
                <a16:creationId xmlns:a16="http://schemas.microsoft.com/office/drawing/2014/main" id="{4D6686EF-4245-04EF-066C-82EC11B4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5257800"/>
            <a:ext cx="45720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12" name="图片 18">
            <a:extLst>
              <a:ext uri="{FF2B5EF4-FFF2-40B4-BE49-F238E27FC236}">
                <a16:creationId xmlns:a16="http://schemas.microsoft.com/office/drawing/2014/main" id="{1194AD9E-4A20-0FB1-47C6-764E8FC1D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75" y="5289550"/>
            <a:ext cx="8509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13" name="图片 19">
            <a:extLst>
              <a:ext uri="{FF2B5EF4-FFF2-40B4-BE49-F238E27FC236}">
                <a16:creationId xmlns:a16="http://schemas.microsoft.com/office/drawing/2014/main" id="{AB69F3AF-90FF-4E8A-CC0F-0D4432F5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5257800"/>
            <a:ext cx="14859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14" name="Line 19">
            <a:extLst>
              <a:ext uri="{FF2B5EF4-FFF2-40B4-BE49-F238E27FC236}">
                <a16:creationId xmlns:a16="http://schemas.microsoft.com/office/drawing/2014/main" id="{43BD8F66-9980-C49E-CFBC-9C453BA24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516255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5" name="Line 20">
            <a:extLst>
              <a:ext uri="{FF2B5EF4-FFF2-40B4-BE49-F238E27FC236}">
                <a16:creationId xmlns:a16="http://schemas.microsoft.com/office/drawing/2014/main" id="{879074D0-ABC9-5B8B-0E06-115F7E0CE7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0775" y="371475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9716" name="图片 22">
            <a:extLst>
              <a:ext uri="{FF2B5EF4-FFF2-40B4-BE49-F238E27FC236}">
                <a16:creationId xmlns:a16="http://schemas.microsoft.com/office/drawing/2014/main" id="{9B672914-35C5-FD7D-B200-31AE58C22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5226050"/>
            <a:ext cx="2286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17" name="图片 23">
            <a:extLst>
              <a:ext uri="{FF2B5EF4-FFF2-40B4-BE49-F238E27FC236}">
                <a16:creationId xmlns:a16="http://schemas.microsoft.com/office/drawing/2014/main" id="{DBE6CEB4-6E83-70E3-B268-5C498E08C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3625850"/>
            <a:ext cx="2413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18" name="图片 24">
            <a:extLst>
              <a:ext uri="{FF2B5EF4-FFF2-40B4-BE49-F238E27FC236}">
                <a16:creationId xmlns:a16="http://schemas.microsoft.com/office/drawing/2014/main" id="{7650EF3A-4433-913E-50FB-1B5E0133B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25" y="5694363"/>
            <a:ext cx="16891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19" name="图片 25">
            <a:extLst>
              <a:ext uri="{FF2B5EF4-FFF2-40B4-BE49-F238E27FC236}">
                <a16:creationId xmlns:a16="http://schemas.microsoft.com/office/drawing/2014/main" id="{EF30F90B-C754-054B-EEFB-B1619E436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5" y="5226050"/>
            <a:ext cx="2286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20" name="图片 26">
            <a:extLst>
              <a:ext uri="{FF2B5EF4-FFF2-40B4-BE49-F238E27FC236}">
                <a16:creationId xmlns:a16="http://schemas.microsoft.com/office/drawing/2014/main" id="{EEC4FA0E-100B-202B-EC5D-366085A79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075" y="5162550"/>
            <a:ext cx="215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21" name="Line 26">
            <a:extLst>
              <a:ext uri="{FF2B5EF4-FFF2-40B4-BE49-F238E27FC236}">
                <a16:creationId xmlns:a16="http://schemas.microsoft.com/office/drawing/2014/main" id="{F31E54DF-DA36-4834-1134-E81C51661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7975" y="4781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2" name="Line 27">
            <a:extLst>
              <a:ext uri="{FF2B5EF4-FFF2-40B4-BE49-F238E27FC236}">
                <a16:creationId xmlns:a16="http://schemas.microsoft.com/office/drawing/2014/main" id="{EDF28BD9-EDEB-077D-5CE0-B27E5B566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9575" y="386715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9723" name="图片 29">
            <a:extLst>
              <a:ext uri="{FF2B5EF4-FFF2-40B4-BE49-F238E27FC236}">
                <a16:creationId xmlns:a16="http://schemas.microsoft.com/office/drawing/2014/main" id="{CC11B2C3-D1DD-082A-6DA5-375095C0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5226050"/>
            <a:ext cx="2286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24" name="Line 29">
            <a:extLst>
              <a:ext uri="{FF2B5EF4-FFF2-40B4-BE49-F238E27FC236}">
                <a16:creationId xmlns:a16="http://schemas.microsoft.com/office/drawing/2014/main" id="{395681D4-CCAF-D534-82C2-A5AEECB250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7575" y="40957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5" name="Line 30">
            <a:extLst>
              <a:ext uri="{FF2B5EF4-FFF2-40B4-BE49-F238E27FC236}">
                <a16:creationId xmlns:a16="http://schemas.microsoft.com/office/drawing/2014/main" id="{8BE3B325-9526-19A0-0A7B-81C893989E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8075" y="4102100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9726" name="图片 32">
            <a:extLst>
              <a:ext uri="{FF2B5EF4-FFF2-40B4-BE49-F238E27FC236}">
                <a16:creationId xmlns:a16="http://schemas.microsoft.com/office/drawing/2014/main" id="{BFFE5D2F-6141-E35C-3F62-06D3A9F5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4006850"/>
            <a:ext cx="2413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9727" name="Group 32">
            <a:extLst>
              <a:ext uri="{FF2B5EF4-FFF2-40B4-BE49-F238E27FC236}">
                <a16:creationId xmlns:a16="http://schemas.microsoft.com/office/drawing/2014/main" id="{F19A3C0B-3DC9-2D61-6213-A88BAA4D75A2}"/>
              </a:ext>
            </a:extLst>
          </p:cNvPr>
          <p:cNvGrpSpPr>
            <a:grpSpLocks/>
          </p:cNvGrpSpPr>
          <p:nvPr/>
        </p:nvGrpSpPr>
        <p:grpSpPr bwMode="auto">
          <a:xfrm>
            <a:off x="261938" y="5110163"/>
            <a:ext cx="0" cy="76200"/>
            <a:chOff x="4032" y="3456"/>
            <a:chExt cx="864" cy="48"/>
          </a:xfrm>
        </p:grpSpPr>
        <p:sp>
          <p:nvSpPr>
            <p:cNvPr id="29733" name="Line 33">
              <a:extLst>
                <a:ext uri="{FF2B5EF4-FFF2-40B4-BE49-F238E27FC236}">
                  <a16:creationId xmlns:a16="http://schemas.microsoft.com/office/drawing/2014/main" id="{B2EB04EF-F4BF-D5F3-2C39-98DC3C0A6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45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34">
              <a:extLst>
                <a:ext uri="{FF2B5EF4-FFF2-40B4-BE49-F238E27FC236}">
                  <a16:creationId xmlns:a16="http://schemas.microsoft.com/office/drawing/2014/main" id="{65314599-62CD-5E34-6D54-F44D10C6F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45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9728" name="图片 34">
            <a:extLst>
              <a:ext uri="{FF2B5EF4-FFF2-40B4-BE49-F238E27FC236}">
                <a16:creationId xmlns:a16="http://schemas.microsoft.com/office/drawing/2014/main" id="{35B2E0E5-C591-0F0C-CAD3-E35A86143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63" y="5897563"/>
            <a:ext cx="17526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29" name="Freeform 36">
            <a:extLst>
              <a:ext uri="{FF2B5EF4-FFF2-40B4-BE49-F238E27FC236}">
                <a16:creationId xmlns:a16="http://schemas.microsoft.com/office/drawing/2014/main" id="{CB780A2F-F9BF-6D78-E4EA-BD0441147210}"/>
              </a:ext>
            </a:extLst>
          </p:cNvPr>
          <p:cNvSpPr>
            <a:spLocks/>
          </p:cNvSpPr>
          <p:nvPr/>
        </p:nvSpPr>
        <p:spPr bwMode="auto">
          <a:xfrm>
            <a:off x="6657975" y="3829050"/>
            <a:ext cx="1371600" cy="952500"/>
          </a:xfrm>
          <a:custGeom>
            <a:avLst/>
            <a:gdLst>
              <a:gd name="T0" fmla="*/ 0 w 864"/>
              <a:gd name="T1" fmla="*/ 2147483646 h 600"/>
              <a:gd name="T2" fmla="*/ 2147483646 w 864"/>
              <a:gd name="T3" fmla="*/ 2147483646 h 600"/>
              <a:gd name="T4" fmla="*/ 2147483646 w 864"/>
              <a:gd name="T5" fmla="*/ 2147483646 h 600"/>
              <a:gd name="T6" fmla="*/ 2147483646 w 864"/>
              <a:gd name="T7" fmla="*/ 2147483646 h 600"/>
              <a:gd name="T8" fmla="*/ 2147483646 w 864"/>
              <a:gd name="T9" fmla="*/ 2147483646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4" h="600">
                <a:moveTo>
                  <a:pt x="0" y="600"/>
                </a:moveTo>
                <a:cubicBezTo>
                  <a:pt x="40" y="372"/>
                  <a:pt x="80" y="144"/>
                  <a:pt x="144" y="72"/>
                </a:cubicBezTo>
                <a:cubicBezTo>
                  <a:pt x="208" y="0"/>
                  <a:pt x="296" y="96"/>
                  <a:pt x="384" y="168"/>
                </a:cubicBezTo>
                <a:cubicBezTo>
                  <a:pt x="472" y="240"/>
                  <a:pt x="592" y="528"/>
                  <a:pt x="672" y="504"/>
                </a:cubicBezTo>
                <a:cubicBezTo>
                  <a:pt x="752" y="480"/>
                  <a:pt x="808" y="252"/>
                  <a:pt x="864" y="24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0" name="AutoShape 44">
            <a:extLst>
              <a:ext uri="{FF2B5EF4-FFF2-40B4-BE49-F238E27FC236}">
                <a16:creationId xmlns:a16="http://schemas.microsoft.com/office/drawing/2014/main" id="{08191CBE-CFC9-5FB6-1D78-C1F2C6F3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3181350"/>
            <a:ext cx="1447800" cy="533400"/>
          </a:xfrm>
          <a:prstGeom prst="wedgeRectCallout">
            <a:avLst>
              <a:gd name="adj1" fmla="val -60528"/>
              <a:gd name="adj2" fmla="val -8512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independent variable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9731" name="AutoShape 45">
            <a:extLst>
              <a:ext uri="{FF2B5EF4-FFF2-40B4-BE49-F238E27FC236}">
                <a16:creationId xmlns:a16="http://schemas.microsoft.com/office/drawing/2014/main" id="{B4C380A9-328C-F862-6352-AB073431E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3321050"/>
            <a:ext cx="1447800" cy="533400"/>
          </a:xfrm>
          <a:prstGeom prst="wedgeRectCallout">
            <a:avLst>
              <a:gd name="adj1" fmla="val 56579"/>
              <a:gd name="adj2" fmla="val -92264"/>
            </a:avLst>
          </a:prstGeom>
          <a:gradFill rotWithShape="0">
            <a:gsLst>
              <a:gs pos="0">
                <a:srgbClr val="FFFF00"/>
              </a:gs>
              <a:gs pos="67999">
                <a:srgbClr val="FFFF00"/>
              </a:gs>
              <a:gs pos="73000">
                <a:srgbClr val="FFFF00"/>
              </a:gs>
              <a:gs pos="83000">
                <a:srgbClr val="FFFF00"/>
              </a:gs>
              <a:gs pos="89999">
                <a:srgbClr val="FFFF00"/>
              </a:gs>
              <a:gs pos="100000">
                <a:srgbClr val="FFFF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dependent variable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003321-1E2E-61E2-BBEA-F56DA02ED024}"/>
              </a:ext>
            </a:extLst>
          </p:cNvPr>
          <p:cNvSpPr txBox="1"/>
          <p:nvPr/>
        </p:nvSpPr>
        <p:spPr>
          <a:xfrm>
            <a:off x="485775" y="1989138"/>
            <a:ext cx="23423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latin typeface="+mn-ea"/>
              </a:rPr>
              <a:t>D on 's function,</a:t>
            </a:r>
            <a:endParaRPr kumimoji="1"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4FF90-BB19-AC27-A27A-91FAFCE2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8" y="1120775"/>
            <a:ext cx="1360487" cy="539750"/>
          </a:xfrm>
        </p:spPr>
        <p:txBody>
          <a:bodyPr/>
          <a:lstStyle/>
          <a:p>
            <a:pPr>
              <a:defRPr/>
            </a:pPr>
            <a:r>
              <a:rPr kumimoji="1" lang="en-US" altLang="zh-CN" sz="2400">
                <a:latin typeface="+mn-ea"/>
                <a:ea typeface="+mn-ea"/>
              </a:rPr>
              <a:t>domain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FF222247-3D7D-FD76-E818-B61AF1267C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43650" y="1247775"/>
            <a:ext cx="1609725" cy="4127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+mn-ea"/>
              </a:rPr>
              <a:t>(range)</a:t>
            </a:r>
            <a:endParaRPr kumimoji="1" lang="zh-CN" altLang="en-US" dirty="0">
              <a:latin typeface="+mn-ea"/>
            </a:endParaRPr>
          </a:p>
        </p:txBody>
      </p:sp>
      <p:grpSp>
        <p:nvGrpSpPr>
          <p:cNvPr id="30723" name="Group 2">
            <a:extLst>
              <a:ext uri="{FF2B5EF4-FFF2-40B4-BE49-F238E27FC236}">
                <a16:creationId xmlns:a16="http://schemas.microsoft.com/office/drawing/2014/main" id="{10CB86A8-C208-CC17-CD9E-482C6118CB4F}"/>
              </a:ext>
            </a:extLst>
          </p:cNvPr>
          <p:cNvGrpSpPr>
            <a:grpSpLocks/>
          </p:cNvGrpSpPr>
          <p:nvPr/>
        </p:nvGrpSpPr>
        <p:grpSpPr bwMode="auto">
          <a:xfrm>
            <a:off x="-44670663" y="454025"/>
            <a:ext cx="2147483647" cy="1413362363"/>
            <a:chOff x="1734" y="282"/>
            <a:chExt cx="8869217" cy="890306"/>
          </a:xfrm>
        </p:grpSpPr>
        <p:pic>
          <p:nvPicPr>
            <p:cNvPr id="30763" name="图片 47">
              <a:extLst>
                <a:ext uri="{FF2B5EF4-FFF2-40B4-BE49-F238E27FC236}">
                  <a16:creationId xmlns:a16="http://schemas.microsoft.com/office/drawing/2014/main" id="{7B799719-B29A-DEA0-E4AE-978E16D53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125" y="371475"/>
              <a:ext cx="127000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30764" name="Group 4">
              <a:extLst>
                <a:ext uri="{FF2B5EF4-FFF2-40B4-BE49-F238E27FC236}">
                  <a16:creationId xmlns:a16="http://schemas.microsoft.com/office/drawing/2014/main" id="{C5FD90D4-A33F-B9D1-7C21-CB325796E0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282"/>
              <a:ext cx="3491108" cy="658514"/>
              <a:chOff x="1392" y="299"/>
              <a:chExt cx="3491108" cy="658514"/>
            </a:xfrm>
          </p:grpSpPr>
          <p:sp>
            <p:nvSpPr>
              <p:cNvPr id="30766" name="Line 5">
                <a:extLst>
                  <a:ext uri="{FF2B5EF4-FFF2-40B4-BE49-F238E27FC236}">
                    <a16:creationId xmlns:a16="http://schemas.microsoft.com/office/drawing/2014/main" id="{9BDD74B8-5668-F47D-2877-F8EEE3C4A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371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67" name="Line 6">
                <a:extLst>
                  <a:ext uri="{FF2B5EF4-FFF2-40B4-BE49-F238E27FC236}">
                    <a16:creationId xmlns:a16="http://schemas.microsoft.com/office/drawing/2014/main" id="{238D3BBA-5DDC-E346-33A5-4A6E502CD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9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30768" name="图片 52">
                <a:extLst>
                  <a:ext uri="{FF2B5EF4-FFF2-40B4-BE49-F238E27FC236}">
                    <a16:creationId xmlns:a16="http://schemas.microsoft.com/office/drawing/2014/main" id="{8EF13293-C8E9-4716-5C6F-DE6AA95873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7525" y="152400"/>
                <a:ext cx="434975" cy="5064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30765" name="图片 49">
              <a:extLst>
                <a:ext uri="{FF2B5EF4-FFF2-40B4-BE49-F238E27FC236}">
                  <a16:creationId xmlns:a16="http://schemas.microsoft.com/office/drawing/2014/main" id="{363B63C7-508B-05AD-0DB8-E5E879B4B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7788" y="255588"/>
              <a:ext cx="4983163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0724" name="Text Box 9">
            <a:extLst>
              <a:ext uri="{FF2B5EF4-FFF2-40B4-BE49-F238E27FC236}">
                <a16:creationId xmlns:a16="http://schemas.microsoft.com/office/drawing/2014/main" id="{4D4C15DD-296E-521C-3798-EEC7C639E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1062038"/>
            <a:ext cx="2209800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(</a:t>
            </a:r>
            <a:r>
              <a:rPr lang="zh-CN" altLang="en-US" sz="2400">
                <a:latin typeface="+mn-ea"/>
              </a:rPr>
              <a:t>对应规</a:t>
            </a:r>
            <a:r>
              <a:rPr lang="en-US" altLang="zh-CN" sz="2400">
                <a:latin typeface="+mn-ea"/>
              </a:rPr>
              <a:t>then)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0725" name="Text Box 11">
            <a:extLst>
              <a:ext uri="{FF2B5EF4-FFF2-40B4-BE49-F238E27FC236}">
                <a16:creationId xmlns:a16="http://schemas.microsoft.com/office/drawing/2014/main" id="{39156191-41B6-232B-9E92-C6A1319DA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76835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zh-CN" sz="1800">
              <a:latin typeface="等线" panose="02010600030101010101" pitchFamily="2" charset="-122"/>
            </a:endParaRPr>
          </a:p>
        </p:txBody>
      </p:sp>
      <p:sp>
        <p:nvSpPr>
          <p:cNvPr id="30726" name="Freeform 12">
            <a:extLst>
              <a:ext uri="{FF2B5EF4-FFF2-40B4-BE49-F238E27FC236}">
                <a16:creationId xmlns:a16="http://schemas.microsoft.com/office/drawing/2014/main" id="{D9FEA041-7643-05E4-87C9-C289CC310B0B}"/>
              </a:ext>
            </a:extLst>
          </p:cNvPr>
          <p:cNvSpPr>
            <a:spLocks/>
          </p:cNvSpPr>
          <p:nvPr/>
        </p:nvSpPr>
        <p:spPr bwMode="auto">
          <a:xfrm>
            <a:off x="1166813" y="1071563"/>
            <a:ext cx="838200" cy="304800"/>
          </a:xfrm>
          <a:custGeom>
            <a:avLst/>
            <a:gdLst>
              <a:gd name="T0" fmla="*/ 0 w 528"/>
              <a:gd name="T1" fmla="*/ 2147483646 h 192"/>
              <a:gd name="T2" fmla="*/ 2147483646 w 528"/>
              <a:gd name="T3" fmla="*/ 2147483646 h 192"/>
              <a:gd name="T4" fmla="*/ 2147483646 w 528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8" h="192">
                <a:moveTo>
                  <a:pt x="0" y="192"/>
                </a:moveTo>
                <a:lnTo>
                  <a:pt x="528" y="192"/>
                </a:lnTo>
                <a:lnTo>
                  <a:pt x="52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7" name="Line 13">
            <a:extLst>
              <a:ext uri="{FF2B5EF4-FFF2-40B4-BE49-F238E27FC236}">
                <a16:creationId xmlns:a16="http://schemas.microsoft.com/office/drawing/2014/main" id="{E96C421B-74E8-7EFA-6856-5C300F8FE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" y="1701800"/>
            <a:ext cx="8610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Text Box 14">
            <a:extLst>
              <a:ext uri="{FF2B5EF4-FFF2-40B4-BE49-F238E27FC236}">
                <a16:creationId xmlns:a16="http://schemas.microsoft.com/office/drawing/2014/main" id="{A87D37EF-AF42-FDB2-5D90-53611CD23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3068638"/>
            <a:ext cx="391645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for example, 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反正弦主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value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30729" name="图片 10">
            <a:extLst>
              <a:ext uri="{FF2B5EF4-FFF2-40B4-BE49-F238E27FC236}">
                <a16:creationId xmlns:a16="http://schemas.microsoft.com/office/drawing/2014/main" id="{4F2F31E4-9193-D710-B81D-C4CC4D35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024188"/>
            <a:ext cx="2981325" cy="50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30" name="图片 11">
            <a:extLst>
              <a:ext uri="{FF2B5EF4-FFF2-40B4-BE49-F238E27FC236}">
                <a16:creationId xmlns:a16="http://schemas.microsoft.com/office/drawing/2014/main" id="{486F7129-6CDC-9B47-F4BE-4167AE92B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3719513"/>
            <a:ext cx="17240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31" name="图片 12">
            <a:extLst>
              <a:ext uri="{FF2B5EF4-FFF2-40B4-BE49-F238E27FC236}">
                <a16:creationId xmlns:a16="http://schemas.microsoft.com/office/drawing/2014/main" id="{C8CCC2B4-D8F2-0136-BB7A-6B5AB80F1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213" y="3629025"/>
            <a:ext cx="2301875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32" name="Text Box 18">
            <a:extLst>
              <a:ext uri="{FF2B5EF4-FFF2-40B4-BE49-F238E27FC236}">
                <a16:creationId xmlns:a16="http://schemas.microsoft.com/office/drawing/2014/main" id="{DE5AD38F-70FD-08D9-050C-09DA1F80E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839913"/>
            <a:ext cx="1600200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domain</a:t>
            </a:r>
            <a:endParaRPr lang="zh-CN" altLang="en-US" sz="2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0733" name="Line 19">
            <a:extLst>
              <a:ext uri="{FF2B5EF4-FFF2-40B4-BE49-F238E27FC236}">
                <a16:creationId xmlns:a16="http://schemas.microsoft.com/office/drawing/2014/main" id="{1A0A298C-21EE-4A7B-57C3-69278F465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4175" y="20399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4" name="Text Box 20">
            <a:extLst>
              <a:ext uri="{FF2B5EF4-FFF2-40B4-BE49-F238E27FC236}">
                <a16:creationId xmlns:a16="http://schemas.microsoft.com/office/drawing/2014/main" id="{2B3C98EF-BCCE-CF52-AD81-DCC97C53A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2462213"/>
            <a:ext cx="40608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400" b="1">
                <a:solidFill>
                  <a:schemeClr val="tx2"/>
                </a:solidFill>
                <a:latin typeface="等线" panose="02010600030101010101" pitchFamily="2" charset="-122"/>
              </a:rPr>
              <a:t>对应规律</a:t>
            </a: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's denotes method:</a:t>
            </a:r>
            <a:endParaRPr lang="en-US" altLang="zh-CN" sz="2000" b="1">
              <a:solidFill>
                <a:schemeClr val="tx2"/>
              </a:solidFill>
              <a:latin typeface="等线" panose="02010600030101010101" pitchFamily="2" charset="-122"/>
            </a:endParaRPr>
          </a:p>
        </p:txBody>
      </p:sp>
      <p:sp>
        <p:nvSpPr>
          <p:cNvPr id="30735" name="Text Box 21">
            <a:extLst>
              <a:ext uri="{FF2B5EF4-FFF2-40B4-BE49-F238E27FC236}">
                <a16:creationId xmlns:a16="http://schemas.microsoft.com/office/drawing/2014/main" id="{B97D99E1-44CA-8AEE-5BC3-9EBED2287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025" y="2443163"/>
            <a:ext cx="11461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Solution</a:t>
            </a:r>
            <a:r>
              <a:rPr lang="zh-CN" altLang="en-US" sz="2400">
                <a:latin typeface="等线" panose="02010600030101010101" pitchFamily="2" charset="-122"/>
              </a:rPr>
              <a:t>析法</a:t>
            </a:r>
            <a:r>
              <a:rPr lang="en-US" altLang="zh-CN" sz="2400">
                <a:latin typeface="等线" panose="02010600030101010101" pitchFamily="2" charset="-122"/>
              </a:rPr>
              <a:t>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0736" name="Text Box 22">
            <a:extLst>
              <a:ext uri="{FF2B5EF4-FFF2-40B4-BE49-F238E27FC236}">
                <a16:creationId xmlns:a16="http://schemas.microsoft.com/office/drawing/2014/main" id="{2A2A2A84-575B-ABD5-3D11-8CFE12475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2455863"/>
            <a:ext cx="1354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图象法</a:t>
            </a:r>
            <a:r>
              <a:rPr lang="en-US" altLang="zh-CN" sz="2400">
                <a:latin typeface="等线" panose="02010600030101010101" pitchFamily="2" charset="-122"/>
              </a:rPr>
              <a:t>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0737" name="Text Box 23">
            <a:extLst>
              <a:ext uri="{FF2B5EF4-FFF2-40B4-BE49-F238E27FC236}">
                <a16:creationId xmlns:a16="http://schemas.microsoft.com/office/drawing/2014/main" id="{4D4A1D5F-EA28-2B32-C844-E3570CDE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3" y="2455863"/>
            <a:ext cx="1752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列表法</a:t>
            </a:r>
          </a:p>
        </p:txBody>
      </p:sp>
      <p:sp>
        <p:nvSpPr>
          <p:cNvPr id="30738" name="Text Box 24">
            <a:extLst>
              <a:ext uri="{FF2B5EF4-FFF2-40B4-BE49-F238E27FC236}">
                <a16:creationId xmlns:a16="http://schemas.microsoft.com/office/drawing/2014/main" id="{48202B88-96E2-7C50-87F4-D2D4DA83F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400" y="1830388"/>
            <a:ext cx="108526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使表达 </a:t>
            </a:r>
            <a:r>
              <a:rPr lang="en-US" altLang="zh-CN" sz="2400">
                <a:latin typeface="等线" panose="02010600030101010101" pitchFamily="2" charset="-122"/>
              </a:rPr>
              <a:t>formula and actualQuestion</a:t>
            </a:r>
            <a:r>
              <a:rPr lang="zh-CN" altLang="en-US" sz="2400">
                <a:latin typeface="等线" panose="02010600030101010101" pitchFamily="2" charset="-122"/>
              </a:rPr>
              <a:t>题 </a:t>
            </a:r>
            <a:r>
              <a:rPr lang="en-US" altLang="zh-CN" sz="2400">
                <a:latin typeface="等线" panose="02010600030101010101" pitchFamily="2" charset="-122"/>
              </a:rPr>
              <a:t>all has meaning's independent variableset.</a:t>
            </a:r>
          </a:p>
        </p:txBody>
      </p:sp>
      <p:sp>
        <p:nvSpPr>
          <p:cNvPr id="30739" name="Text Box 25">
            <a:extLst>
              <a:ext uri="{FF2B5EF4-FFF2-40B4-BE49-F238E27FC236}">
                <a16:creationId xmlns:a16="http://schemas.microsoft.com/office/drawing/2014/main" id="{8506C9D6-AD91-865A-7472-8E7C3D154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3740150"/>
            <a:ext cx="11897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domain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0740" name="Text Box 26">
            <a:extLst>
              <a:ext uri="{FF2B5EF4-FFF2-40B4-BE49-F238E27FC236}">
                <a16:creationId xmlns:a16="http://schemas.microsoft.com/office/drawing/2014/main" id="{DCAD2CB0-AF46-A036-1CF8-19D16ED67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3727450"/>
            <a:ext cx="9476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range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grpSp>
        <p:nvGrpSpPr>
          <p:cNvPr id="30741" name="Group 27">
            <a:extLst>
              <a:ext uri="{FF2B5EF4-FFF2-40B4-BE49-F238E27FC236}">
                <a16:creationId xmlns:a16="http://schemas.microsoft.com/office/drawing/2014/main" id="{C0642BEB-1881-9AB4-32F5-B16709324A5C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4512" y="3077"/>
            <a:chExt cx="9063289" cy="6408836"/>
          </a:xfrm>
        </p:grpSpPr>
        <p:pic>
          <p:nvPicPr>
            <p:cNvPr id="30758" name="图片 42">
              <a:extLst>
                <a:ext uri="{FF2B5EF4-FFF2-40B4-BE49-F238E27FC236}">
                  <a16:creationId xmlns:a16="http://schemas.microsoft.com/office/drawing/2014/main" id="{29B187B5-89E4-2CFF-5022-7BE2BCB57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7763" y="6080125"/>
              <a:ext cx="300038" cy="331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59" name="Line 29">
              <a:extLst>
                <a:ext uri="{FF2B5EF4-FFF2-40B4-BE49-F238E27FC236}">
                  <a16:creationId xmlns:a16="http://schemas.microsoft.com/office/drawing/2014/main" id="{D259BE1A-CF0E-AE57-2913-DA09CD261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881"/>
              <a:ext cx="10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30">
              <a:extLst>
                <a:ext uri="{FF2B5EF4-FFF2-40B4-BE49-F238E27FC236}">
                  <a16:creationId xmlns:a16="http://schemas.microsoft.com/office/drawing/2014/main" id="{B9C12BAD-F1F3-7FC2-6F8D-DBF282B6A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07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0761" name="图片 45">
              <a:extLst>
                <a:ext uri="{FF2B5EF4-FFF2-40B4-BE49-F238E27FC236}">
                  <a16:creationId xmlns:a16="http://schemas.microsoft.com/office/drawing/2014/main" id="{CD1F653C-4485-F2E6-ACB2-E7ED3A477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413" y="4724400"/>
              <a:ext cx="331788" cy="392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0762" name="图片 46">
              <a:extLst>
                <a:ext uri="{FF2B5EF4-FFF2-40B4-BE49-F238E27FC236}">
                  <a16:creationId xmlns:a16="http://schemas.microsoft.com/office/drawing/2014/main" id="{85D5C3AA-CFCF-9470-6A42-57F1AE2987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grayscl/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2400" y="6003925"/>
              <a:ext cx="300038" cy="331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30742" name="图片 24">
            <a:extLst>
              <a:ext uri="{FF2B5EF4-FFF2-40B4-BE49-F238E27FC236}">
                <a16:creationId xmlns:a16="http://schemas.microsoft.com/office/drawing/2014/main" id="{F2F25129-484B-2081-1D85-49A642AB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4425950"/>
            <a:ext cx="2190750" cy="101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43" name="Text Box 35">
            <a:extLst>
              <a:ext uri="{FF2B5EF4-FFF2-40B4-BE49-F238E27FC236}">
                <a16:creationId xmlns:a16="http://schemas.microsoft.com/office/drawing/2014/main" id="{9F9932BD-48A8-F4F8-6C60-830B2B435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4668838"/>
            <a:ext cx="468750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GB" sz="2400">
                <a:solidFill>
                  <a:schemeClr val="tx2"/>
                </a:solidFill>
                <a:latin typeface="+mn-ea"/>
              </a:rPr>
              <a:t>又 </a:t>
            </a:r>
            <a:r>
              <a:rPr lang="en-GB" altLang="zh-CN" sz="2400">
                <a:solidFill>
                  <a:schemeClr val="tx2"/>
                </a:solidFill>
                <a:latin typeface="+mn-ea"/>
              </a:rPr>
              <a:t>such as, absolute valuefunction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30744" name="图片 27">
            <a:extLst>
              <a:ext uri="{FF2B5EF4-FFF2-40B4-BE49-F238E27FC236}">
                <a16:creationId xmlns:a16="http://schemas.microsoft.com/office/drawing/2014/main" id="{5EEE6252-387F-3784-CCFD-F30459F11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425950"/>
            <a:ext cx="15557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45" name="图片 28">
            <a:extLst>
              <a:ext uri="{FF2B5EF4-FFF2-40B4-BE49-F238E27FC236}">
                <a16:creationId xmlns:a16="http://schemas.microsoft.com/office/drawing/2014/main" id="{60C51A5F-2A7F-0939-4D76-73B975F4C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4986338"/>
            <a:ext cx="1778000" cy="50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46" name="Text Box 41">
            <a:extLst>
              <a:ext uri="{FF2B5EF4-FFF2-40B4-BE49-F238E27FC236}">
                <a16:creationId xmlns:a16="http://schemas.microsoft.com/office/drawing/2014/main" id="{1B1CA559-D4C7-CDE9-0A2F-DC62DE9A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5264150"/>
            <a:ext cx="11897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domain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0747" name="图片 30">
            <a:extLst>
              <a:ext uri="{FF2B5EF4-FFF2-40B4-BE49-F238E27FC236}">
                <a16:creationId xmlns:a16="http://schemas.microsoft.com/office/drawing/2014/main" id="{0C3AFC3C-98F7-C489-3BAC-6D49DB1BE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238" y="5291138"/>
            <a:ext cx="919162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48" name="Text Box 43">
            <a:extLst>
              <a:ext uri="{FF2B5EF4-FFF2-40B4-BE49-F238E27FC236}">
                <a16:creationId xmlns:a16="http://schemas.microsoft.com/office/drawing/2014/main" id="{BEB9D26D-6DA0-7CF9-9C90-4359CC926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5818188"/>
            <a:ext cx="1271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value </a:t>
            </a:r>
            <a:r>
              <a:rPr lang="zh-CN" altLang="en-US" sz="2400">
                <a:latin typeface="等线" panose="02010600030101010101" pitchFamily="2" charset="-122"/>
              </a:rPr>
              <a:t>域</a:t>
            </a:r>
          </a:p>
        </p:txBody>
      </p:sp>
      <p:pic>
        <p:nvPicPr>
          <p:cNvPr id="30749" name="图片 32">
            <a:extLst>
              <a:ext uri="{FF2B5EF4-FFF2-40B4-BE49-F238E27FC236}">
                <a16:creationId xmlns:a16="http://schemas.microsoft.com/office/drawing/2014/main" id="{BFD17C97-8AED-0C48-DC32-4DEF89F23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5907088"/>
            <a:ext cx="2052637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0750" name="Group 2">
            <a:extLst>
              <a:ext uri="{FF2B5EF4-FFF2-40B4-BE49-F238E27FC236}">
                <a16:creationId xmlns:a16="http://schemas.microsoft.com/office/drawing/2014/main" id="{6AE1B2B6-80F6-7B1C-97B4-D8E91BB74E38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280988"/>
            <a:ext cx="8023225" cy="811212"/>
            <a:chOff x="870" y="48"/>
            <a:chExt cx="4718" cy="465"/>
          </a:xfrm>
        </p:grpSpPr>
        <p:graphicFrame>
          <p:nvGraphicFramePr>
            <p:cNvPr id="30752" name="Object 3">
              <a:extLst>
                <a:ext uri="{FF2B5EF4-FFF2-40B4-BE49-F238E27FC236}">
                  <a16:creationId xmlns:a16="http://schemas.microsoft.com/office/drawing/2014/main" id="{13CC4DF3-A92C-15E8-C973-D6361E76E2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0" y="186"/>
            <a:ext cx="80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186"/>
                          <a:ext cx="80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53" name="Group 4">
              <a:extLst>
                <a:ext uri="{FF2B5EF4-FFF2-40B4-BE49-F238E27FC236}">
                  <a16:creationId xmlns:a16="http://schemas.microsoft.com/office/drawing/2014/main" id="{F28A26BE-DDC5-8504-AD55-56B1B1C8D8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48"/>
              <a:ext cx="680" cy="378"/>
              <a:chOff x="1392" y="65"/>
              <a:chExt cx="680" cy="378"/>
            </a:xfrm>
          </p:grpSpPr>
          <p:sp>
            <p:nvSpPr>
              <p:cNvPr id="30755" name="Line 5">
                <a:extLst>
                  <a:ext uri="{FF2B5EF4-FFF2-40B4-BE49-F238E27FC236}">
                    <a16:creationId xmlns:a16="http://schemas.microsoft.com/office/drawing/2014/main" id="{B3B51923-C287-E935-0B0C-8BFC2D191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371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6" name="Line 6">
                <a:extLst>
                  <a:ext uri="{FF2B5EF4-FFF2-40B4-BE49-F238E27FC236}">
                    <a16:creationId xmlns:a16="http://schemas.microsoft.com/office/drawing/2014/main" id="{83A67F6A-1BDC-CD08-3351-A3DC258AF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9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0757" name="Object 7">
                <a:extLst>
                  <a:ext uri="{FF2B5EF4-FFF2-40B4-BE49-F238E27FC236}">
                    <a16:creationId xmlns:a16="http://schemas.microsoft.com/office/drawing/2014/main" id="{D95E04FF-FB36-FDD2-16E4-378EC45545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84" y="65"/>
              <a:ext cx="274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0" imgH="0" progId="Equation.3">
                      <p:embed/>
                    </p:oleObj>
                  </mc:Choice>
                  <mc:Fallback>
                    <p:oleObj name="Equation" r:id="rId18" imgW="0" imgH="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65"/>
                            <a:ext cx="274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54" name="Object 8">
              <a:extLst>
                <a:ext uri="{FF2B5EF4-FFF2-40B4-BE49-F238E27FC236}">
                  <a16:creationId xmlns:a16="http://schemas.microsoft.com/office/drawing/2014/main" id="{0FA8D909-5500-6969-1617-C812837B1D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9" y="113"/>
            <a:ext cx="313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113"/>
                          <a:ext cx="3139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0751" name="图片 66" descr="图示&#10;&#10;描述已自动生成">
            <a:extLst>
              <a:ext uri="{FF2B5EF4-FFF2-40B4-BE49-F238E27FC236}">
                <a16:creationId xmlns:a16="http://schemas.microsoft.com/office/drawing/2014/main" id="{F8D383CA-72C4-B16D-3E15-CB9BFBDC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725" y="5264150"/>
            <a:ext cx="15748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0E5A94FE-81EF-54A8-377A-B7AF92502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63" y="285750"/>
            <a:ext cx="1066800" cy="6477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Example4.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3155BD7D-ED5B-4FE6-100E-0EA00998F7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0575" y="1930400"/>
            <a:ext cx="1350963" cy="4000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Solution:</a:t>
            </a:r>
            <a:endParaRPr kumimoji="1" lang="zh-CN" altLang="en-US" dirty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4B0B8C1A-BAB3-DFA8-1EB0-639CBA9E369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730375" y="330200"/>
            <a:ext cx="1665288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Calibri Light" panose="020F0302020204030204" pitchFamily="34" charset="0"/>
                <a:ea typeface="楷体_GB2312" pitchFamily="49" charset="-122"/>
              </a:rPr>
              <a:t>已知</a:t>
            </a:r>
            <a:r>
              <a:rPr lang="en-US" altLang="zh-CN" sz="2400">
                <a:latin typeface="Calibri Light" panose="020F0302020204030204" pitchFamily="34" charset="0"/>
                <a:ea typeface="楷体_GB2312" pitchFamily="49" charset="-122"/>
              </a:rPr>
              <a:t>function</a:t>
            </a:r>
            <a:endParaRPr lang="zh-CN" altLang="en-US" sz="2400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31748" name="图片 4">
            <a:extLst>
              <a:ext uri="{FF2B5EF4-FFF2-40B4-BE49-F238E27FC236}">
                <a16:creationId xmlns:a16="http://schemas.microsoft.com/office/drawing/2014/main" id="{3724F9A7-9810-CCFD-D0E7-74F96056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15888"/>
            <a:ext cx="43307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9" name="Text Box 4">
            <a:extLst>
              <a:ext uri="{FF2B5EF4-FFF2-40B4-BE49-F238E27FC236}">
                <a16:creationId xmlns:a16="http://schemas.microsoft.com/office/drawing/2014/main" id="{9BE0DEAF-43A3-42A1-85F4-B6CEC2BFA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1268413"/>
            <a:ext cx="558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find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1750" name="图片 6">
            <a:extLst>
              <a:ext uri="{FF2B5EF4-FFF2-40B4-BE49-F238E27FC236}">
                <a16:creationId xmlns:a16="http://schemas.microsoft.com/office/drawing/2014/main" id="{EB21CA60-2F39-02EF-9F98-FFE6922F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425" y="1250950"/>
            <a:ext cx="7747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51" name="Text Box 6">
            <a:extLst>
              <a:ext uri="{FF2B5EF4-FFF2-40B4-BE49-F238E27FC236}">
                <a16:creationId xmlns:a16="http://schemas.microsoft.com/office/drawing/2014/main" id="{06310331-A0E1-86D2-F27B-1E031635E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3" y="1309688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等线" panose="02010600030101010101" pitchFamily="2" charset="-122"/>
              </a:rPr>
              <a:t>and</a:t>
            </a:r>
            <a:endParaRPr lang="zh-CN" altLang="en-US" sz="2000">
              <a:latin typeface="等线" panose="02010600030101010101" pitchFamily="2" charset="-122"/>
            </a:endParaRPr>
          </a:p>
        </p:txBody>
      </p:sp>
      <p:pic>
        <p:nvPicPr>
          <p:cNvPr id="31752" name="图片 8">
            <a:extLst>
              <a:ext uri="{FF2B5EF4-FFF2-40B4-BE49-F238E27FC236}">
                <a16:creationId xmlns:a16="http://schemas.microsoft.com/office/drawing/2014/main" id="{87B1C006-3A1A-625D-248D-9278A8D80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3" y="1257300"/>
            <a:ext cx="8509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3" name="图片 10">
            <a:extLst>
              <a:ext uri="{FF2B5EF4-FFF2-40B4-BE49-F238E27FC236}">
                <a16:creationId xmlns:a16="http://schemas.microsoft.com/office/drawing/2014/main" id="{223F84B7-CB74-21B4-7625-7B36BE0C2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2279650"/>
            <a:ext cx="18161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4" name="图片 11">
            <a:extLst>
              <a:ext uri="{FF2B5EF4-FFF2-40B4-BE49-F238E27FC236}">
                <a16:creationId xmlns:a16="http://schemas.microsoft.com/office/drawing/2014/main" id="{D9153A35-707E-E74B-D8EC-63DB41101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63" y="2330450"/>
            <a:ext cx="8255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5" name="图片 12">
            <a:extLst>
              <a:ext uri="{FF2B5EF4-FFF2-40B4-BE49-F238E27FC236}">
                <a16:creationId xmlns:a16="http://schemas.microsoft.com/office/drawing/2014/main" id="{73884473-FF4E-21BA-AE82-F0B52AD4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63" y="3636963"/>
            <a:ext cx="10160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6" name="图片 13">
            <a:extLst>
              <a:ext uri="{FF2B5EF4-FFF2-40B4-BE49-F238E27FC236}">
                <a16:creationId xmlns:a16="http://schemas.microsoft.com/office/drawing/2014/main" id="{F4C66504-147A-E189-EBD7-9C7CD85E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3173413"/>
            <a:ext cx="11557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7" name="图片 14">
            <a:extLst>
              <a:ext uri="{FF2B5EF4-FFF2-40B4-BE49-F238E27FC236}">
                <a16:creationId xmlns:a16="http://schemas.microsoft.com/office/drawing/2014/main" id="{E505AC2E-D92A-1770-2E62-2AAB45F50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063" y="2908300"/>
            <a:ext cx="8763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8" name="图片 15">
            <a:extLst>
              <a:ext uri="{FF2B5EF4-FFF2-40B4-BE49-F238E27FC236}">
                <a16:creationId xmlns:a16="http://schemas.microsoft.com/office/drawing/2014/main" id="{A10F97A4-0737-B0B7-5A05-30E41BAD4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4127500"/>
            <a:ext cx="6223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9" name="图片 16">
            <a:extLst>
              <a:ext uri="{FF2B5EF4-FFF2-40B4-BE49-F238E27FC236}">
                <a16:creationId xmlns:a16="http://schemas.microsoft.com/office/drawing/2014/main" id="{111321E7-AC03-AE72-41FA-B90E2F784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163" y="3898900"/>
            <a:ext cx="6985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60" name="图片 17">
            <a:extLst>
              <a:ext uri="{FF2B5EF4-FFF2-40B4-BE49-F238E27FC236}">
                <a16:creationId xmlns:a16="http://schemas.microsoft.com/office/drawing/2014/main" id="{28E2E949-6903-A114-743C-DE7AF1923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188" y="3375025"/>
            <a:ext cx="109855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61" name="Text Box 17">
            <a:extLst>
              <a:ext uri="{FF2B5EF4-FFF2-40B4-BE49-F238E27FC236}">
                <a16:creationId xmlns:a16="http://schemas.microsoft.com/office/drawing/2014/main" id="{2A44BA16-E560-BF7C-3BA4-56A19E38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821113"/>
            <a:ext cx="1739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function</a:t>
            </a:r>
            <a:r>
              <a:rPr lang="zh-CN" altLang="en-US" sz="2400">
                <a:solidFill>
                  <a:srgbClr val="FF0000"/>
                </a:solidFill>
                <a:latin typeface="等线" panose="02010600030101010101" pitchFamily="2" charset="-122"/>
              </a:rPr>
              <a:t>无</a:t>
            </a:r>
            <a:r>
              <a:rPr lang="en-US" altLang="zh-CN" sz="2400">
                <a:solidFill>
                  <a:srgbClr val="FF0000"/>
                </a:solidFill>
                <a:latin typeface="等线" panose="02010600030101010101" pitchFamily="2" charset="-122"/>
              </a:rPr>
              <a:t>Definition</a:t>
            </a:r>
            <a:endParaRPr lang="zh-CN" altLang="en-US" sz="2400">
              <a:solidFill>
                <a:srgbClr val="FF0000"/>
              </a:solidFill>
              <a:latin typeface="等线" panose="02010600030101010101" pitchFamily="2" charset="-122"/>
            </a:endParaRPr>
          </a:p>
        </p:txBody>
      </p:sp>
      <p:sp>
        <p:nvSpPr>
          <p:cNvPr id="31762" name="Text Box 18">
            <a:extLst>
              <a:ext uri="{FF2B5EF4-FFF2-40B4-BE49-F238E27FC236}">
                <a16:creationId xmlns:a16="http://schemas.microsoft.com/office/drawing/2014/main" id="{373A08C0-BC8F-B049-4433-F7B36FA3C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1312863"/>
            <a:ext cx="41120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and</a:t>
            </a:r>
            <a:r>
              <a:rPr lang="zh-CN" altLang="en-US" sz="2400">
                <a:latin typeface="等线" panose="02010600030101010101" pitchFamily="2" charset="-122"/>
              </a:rPr>
              <a:t>写 </a:t>
            </a:r>
            <a:r>
              <a:rPr lang="en-US" altLang="zh-CN" sz="2400">
                <a:latin typeface="等线" panose="02010600030101010101" pitchFamily="2" charset="-122"/>
              </a:rPr>
              <a:t>outdomain and range .</a:t>
            </a:r>
          </a:p>
        </p:txBody>
      </p:sp>
      <p:sp>
        <p:nvSpPr>
          <p:cNvPr id="31763" name="Rectangle 19">
            <a:extLst>
              <a:ext uri="{FF2B5EF4-FFF2-40B4-BE49-F238E27FC236}">
                <a16:creationId xmlns:a16="http://schemas.microsoft.com/office/drawing/2014/main" id="{0AE7135E-F252-7299-4796-522B3F27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463" y="3263900"/>
            <a:ext cx="2133600" cy="1066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31764" name="Text Box 20">
            <a:extLst>
              <a:ext uri="{FF2B5EF4-FFF2-40B4-BE49-F238E27FC236}">
                <a16:creationId xmlns:a16="http://schemas.microsoft.com/office/drawing/2014/main" id="{4DBCA4D1-FAA4-FD3C-8386-C48F37BD4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5000625"/>
            <a:ext cx="11922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domain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1765" name="图片 22">
            <a:extLst>
              <a:ext uri="{FF2B5EF4-FFF2-40B4-BE49-F238E27FC236}">
                <a16:creationId xmlns:a16="http://schemas.microsoft.com/office/drawing/2014/main" id="{2B68E675-686C-00BF-2B2C-0995479C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4999038"/>
            <a:ext cx="182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66" name="Text Box 22">
            <a:extLst>
              <a:ext uri="{FF2B5EF4-FFF2-40B4-BE49-F238E27FC236}">
                <a16:creationId xmlns:a16="http://schemas.microsoft.com/office/drawing/2014/main" id="{1594DFEC-CFF5-5931-FFA9-018A258D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499100"/>
            <a:ext cx="1289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value </a:t>
            </a:r>
            <a:r>
              <a:rPr lang="zh-CN" altLang="en-US" sz="2400">
                <a:latin typeface="等线" panose="02010600030101010101" pitchFamily="2" charset="-122"/>
              </a:rPr>
              <a:t>域</a:t>
            </a:r>
          </a:p>
        </p:txBody>
      </p:sp>
      <p:pic>
        <p:nvPicPr>
          <p:cNvPr id="31767" name="图片 24">
            <a:extLst>
              <a:ext uri="{FF2B5EF4-FFF2-40B4-BE49-F238E27FC236}">
                <a16:creationId xmlns:a16="http://schemas.microsoft.com/office/drawing/2014/main" id="{F443560A-8D4F-1D17-5B5B-879CFDAF0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5548313"/>
            <a:ext cx="2336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68" name="AutoShape 24">
            <a:extLst>
              <a:ext uri="{FF2B5EF4-FFF2-40B4-BE49-F238E27FC236}">
                <a16:creationId xmlns:a16="http://schemas.microsoft.com/office/drawing/2014/main" id="{445E73F7-B8CA-136B-475C-E8D264687162}"/>
              </a:ext>
            </a:extLst>
          </p:cNvPr>
          <p:cNvSpPr>
            <a:spLocks/>
          </p:cNvSpPr>
          <p:nvPr/>
        </p:nvSpPr>
        <p:spPr bwMode="auto">
          <a:xfrm>
            <a:off x="2544763" y="32131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89078F41-983A-7A97-C6AB-78B1A55EB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6238" y="233363"/>
            <a:ext cx="3943350" cy="419100"/>
          </a:xfrm>
        </p:spPr>
        <p:txBody>
          <a:bodyPr/>
          <a:lstStyle/>
          <a:p>
            <a:r>
              <a:rPr lang="en-GB" altLang="zh-CN" sz="2800" b="1">
                <a:latin typeface="等线" panose="02010600030101010101" pitchFamily="2" charset="-122"/>
                <a:ea typeface="等线" panose="02010600030101010101" pitchFamily="2" charset="-122"/>
              </a:rPr>
              <a:t>2. function's </a:t>
            </a:r>
            <a:r>
              <a:rPr lang="zh-CN" altLang="en-GB" sz="2800" b="1">
                <a:latin typeface="等线" panose="02010600030101010101" pitchFamily="2" charset="-122"/>
                <a:ea typeface="等线" panose="02010600030101010101" pitchFamily="2" charset="-122"/>
              </a:rPr>
              <a:t>几 </a:t>
            </a:r>
            <a:r>
              <a:rPr lang="en-GB" altLang="zh-CN" sz="2800" b="1">
                <a:latin typeface="等线" panose="02010600030101010101" pitchFamily="2" charset="-122"/>
                <a:ea typeface="等线" panose="02010600030101010101" pitchFamily="2" charset="-122"/>
              </a:rPr>
              <a:t>kind </a:t>
            </a:r>
            <a:r>
              <a:rPr lang="zh-CN" altLang="en-GB" sz="2800" b="1">
                <a:latin typeface="等线" panose="02010600030101010101" pitchFamily="2" charset="-122"/>
                <a:ea typeface="等线" panose="02010600030101010101" pitchFamily="2" charset="-122"/>
              </a:rPr>
              <a:t>特性</a:t>
            </a:r>
            <a:endParaRPr kumimoji="1" lang="zh-CN" altLang="en-US" sz="28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49501DFB-7772-DB85-5185-B4F2D08D0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4850" y="1176338"/>
            <a:ext cx="1987550" cy="4000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 b="1">
                <a:solidFill>
                  <a:schemeClr val="accent1"/>
                </a:solidFill>
                <a:latin typeface="+mn-ea"/>
              </a:rPr>
              <a:t>(1) boundedness</a:t>
            </a:r>
            <a:endParaRPr kumimoji="1"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3F4D041-3984-E46F-EE48-CF3EE31A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28663"/>
            <a:ext cx="152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Letfunction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3963B6B7-EB1B-4784-04B6-7A7014AD8E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0225" y="773113"/>
          <a:ext cx="221297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773113"/>
                        <a:ext cx="221297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C0580215-93CF-4722-6992-730010DDF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709613"/>
            <a:ext cx="167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and has interval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DF796408-CB78-830B-9DA6-C40383EFC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4013" y="800100"/>
          <a:ext cx="9191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800100"/>
                        <a:ext cx="9191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EBCE72F-C859-A122-C352-AFDD96A66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752600"/>
          <a:ext cx="1371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0" imgH="0" progId="Equation.3">
                  <p:embed/>
                </p:oleObj>
              </mc:Choice>
              <mc:Fallback>
                <p:oleObj name="公式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52600"/>
                        <a:ext cx="13716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2C48C1E0-C6BD-C4ED-C838-D0617C431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3613" y="1820863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1820863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">
            <a:extLst>
              <a:ext uri="{FF2B5EF4-FFF2-40B4-BE49-F238E27FC236}">
                <a16:creationId xmlns:a16="http://schemas.microsoft.com/office/drawing/2014/main" id="{6869BE98-60CC-808D-A774-BE9F2F9F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1798638"/>
            <a:ext cx="114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使</a:t>
            </a: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2691AD66-9802-429E-60BF-AF7066DC8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7800" y="1797050"/>
          <a:ext cx="177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797050"/>
                        <a:ext cx="177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9451C893-7FE3-2629-DEC5-8363831CB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425" y="1798638"/>
            <a:ext cx="990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</a:t>
            </a:r>
          </a:p>
        </p:txBody>
      </p:sp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E5F41686-D039-337C-80FC-7258A7DE82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7125" y="1806575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25" y="1806575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7B029EE5-687F-0EA8-9ADC-F15F4C145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220913"/>
          <a:ext cx="12763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0" imgH="0" progId="Equation.3">
                  <p:embed/>
                </p:oleObj>
              </mc:Choice>
              <mc:Fallback>
                <p:oleObj name="公式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20913"/>
                        <a:ext cx="12763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0D2BC58E-C36E-4DA9-F3FE-FFBB39B4B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7413" y="2289175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2289175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6">
            <a:extLst>
              <a:ext uri="{FF2B5EF4-FFF2-40B4-BE49-F238E27FC236}">
                <a16:creationId xmlns:a16="http://schemas.microsoft.com/office/drawing/2014/main" id="{7315BF88-96BD-A06E-0A4B-9D6B889BE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306638"/>
            <a:ext cx="114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使</a:t>
            </a:r>
          </a:p>
        </p:txBody>
      </p:sp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4DDABF7B-5644-5F6A-5FA6-B5A47C2B41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7000" y="2311400"/>
          <a:ext cx="177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2311400"/>
                        <a:ext cx="177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8">
            <a:extLst>
              <a:ext uri="{FF2B5EF4-FFF2-40B4-BE49-F238E27FC236}">
                <a16:creationId xmlns:a16="http://schemas.microsoft.com/office/drawing/2014/main" id="{C1D1D9F2-6C5C-80EC-02FE-095447543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2319338"/>
            <a:ext cx="990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</a:t>
            </a:r>
          </a:p>
        </p:txBody>
      </p:sp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5400B251-94FC-2278-BA1E-AA3A79DAA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6800" y="2301875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2301875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0">
            <a:extLst>
              <a:ext uri="{FF2B5EF4-FFF2-40B4-BE49-F238E27FC236}">
                <a16:creationId xmlns:a16="http://schemas.microsoft.com/office/drawing/2014/main" id="{E506E203-70AB-73D3-E3C3-AB691BEF5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2824163"/>
            <a:ext cx="647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Note: </a:t>
            </a: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还 </a:t>
            </a: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canDefinition has upper bound, has lower bound, unbounded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4002CDA5-B3DD-A45D-CA4C-4820869A9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819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(</a:t>
            </a:r>
            <a:r>
              <a:rPr lang="zh-CN" altLang="en-US" sz="2400">
                <a:solidFill>
                  <a:schemeClr val="accent2"/>
                </a:solidFill>
                <a:latin typeface="等线" panose="02010600030101010101" pitchFamily="2" charset="-122"/>
              </a:rPr>
              <a:t>见 </a:t>
            </a: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on </a:t>
            </a:r>
            <a:r>
              <a:rPr lang="zh-CN" altLang="en-US" sz="2400">
                <a:solidFill>
                  <a:schemeClr val="accent2"/>
                </a:solidFill>
                <a:latin typeface="等线" panose="02010600030101010101" pitchFamily="2" charset="-122"/>
              </a:rPr>
              <a:t>册 </a:t>
            </a: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P7 )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6B60B54A-ADAD-AE1A-3226-4D6261B98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3367088"/>
            <a:ext cx="21336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b="1">
                <a:solidFill>
                  <a:schemeClr val="accent1"/>
                </a:solidFill>
                <a:latin typeface="+mn-ea"/>
              </a:rPr>
              <a:t>(2) monotonicity</a:t>
            </a:r>
            <a:endParaRPr lang="zh-CN" altLang="en-US" sz="2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284DBCEE-3BA0-CEB2-6E4A-E04CA07A7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175" y="1782763"/>
            <a:ext cx="281840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is boundedfunction.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7A2810C7-DC49-4CD7-E7C5-B70E6A12C2C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948074" y="2280504"/>
            <a:ext cx="1443152" cy="400110"/>
          </a:xfrm>
          <a:prstGeom prst="rect">
            <a:avLst/>
          </a:prstGeom>
          <a:blipFill>
            <a:blip r:embed="rId20"/>
            <a:stretch>
              <a:fillRect l="-5263" t="-6061" r="-4386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7" name="Object 25">
            <a:extLst>
              <a:ext uri="{FF2B5EF4-FFF2-40B4-BE49-F238E27FC236}">
                <a16:creationId xmlns:a16="http://schemas.microsoft.com/office/drawing/2014/main" id="{A06E0776-3744-86A4-248D-CD819849C5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0" y="5232400"/>
          <a:ext cx="1206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0" imgH="0" progId="Equation.3">
                  <p:embed/>
                </p:oleObj>
              </mc:Choice>
              <mc:Fallback>
                <p:oleObj name="公式" r:id="rId21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5232400"/>
                        <a:ext cx="12065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6">
            <a:extLst>
              <a:ext uri="{FF2B5EF4-FFF2-40B4-BE49-F238E27FC236}">
                <a16:creationId xmlns:a16="http://schemas.microsoft.com/office/drawing/2014/main" id="{6E73AB38-5EBF-3B81-1AA0-282E7A48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19588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使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019BE388-38BE-A45D-72BC-665B2B786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264150"/>
            <a:ext cx="4419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等线" panose="02010600030101010101" pitchFamily="2" charset="-122"/>
              </a:rPr>
              <a:t>if</a:t>
            </a:r>
            <a:r>
              <a:rPr lang="zh-CN" altLang="en-US" sz="1800">
                <a:latin typeface="等线" panose="02010600030101010101" pitchFamily="2" charset="-122"/>
              </a:rPr>
              <a:t>对</a:t>
            </a:r>
            <a:r>
              <a:rPr lang="en-US" altLang="zh-CN" sz="1800">
                <a:latin typeface="等线" panose="02010600030101010101" pitchFamily="2" charset="-122"/>
              </a:rPr>
              <a:t>arbitrarypositive number M , </a:t>
            </a:r>
            <a:r>
              <a:rPr lang="zh-CN" altLang="en-US" sz="1800">
                <a:latin typeface="等线" panose="02010600030101010101" pitchFamily="2" charset="-122"/>
              </a:rPr>
              <a:t>均</a:t>
            </a:r>
            <a:r>
              <a:rPr lang="en-US" altLang="zh-CN" sz="1800">
                <a:latin typeface="等线" panose="02010600030101010101" pitchFamily="2" charset="-122"/>
              </a:rPr>
              <a:t>existence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graphicFrame>
        <p:nvGraphicFramePr>
          <p:cNvPr id="30" name="Object 28">
            <a:extLst>
              <a:ext uri="{FF2B5EF4-FFF2-40B4-BE49-F238E27FC236}">
                <a16:creationId xmlns:a16="http://schemas.microsoft.com/office/drawing/2014/main" id="{12704772-618D-CACF-EF29-219F233C7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4788" y="5153025"/>
          <a:ext cx="1985962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0" imgH="0" progId="Equation.3">
                  <p:embed/>
                </p:oleObj>
              </mc:Choice>
              <mc:Fallback>
                <p:oleObj name="公式" r:id="rId23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5153025"/>
                        <a:ext cx="1985962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9">
            <a:extLst>
              <a:ext uri="{FF2B5EF4-FFF2-40B4-BE49-F238E27FC236}">
                <a16:creationId xmlns:a16="http://schemas.microsoft.com/office/drawing/2014/main" id="{B7E3149D-F850-1B1C-2B56-33F088A16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02313"/>
            <a:ext cx="3124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等线" panose="02010600030101010101" pitchFamily="2" charset="-122"/>
              </a:rPr>
              <a:t>then</a:t>
            </a:r>
            <a:r>
              <a:rPr lang="zh-CN" altLang="en-US" sz="1800">
                <a:latin typeface="等线" panose="02010600030101010101" pitchFamily="2" charset="-122"/>
              </a:rPr>
              <a:t>称 </a:t>
            </a:r>
            <a:r>
              <a:rPr lang="en-US" altLang="zh-CN" sz="1800">
                <a:latin typeface="等线" panose="02010600030101010101" pitchFamily="2" charset="-122"/>
              </a:rPr>
              <a:t>f ( x ) unbounded.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877E8979-208B-F393-3AD7-34EC61F79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39624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称 </a:t>
            </a:r>
            <a:r>
              <a:rPr lang="en-US" altLang="zh-CN" sz="1800">
                <a:latin typeface="等线" panose="02010600030101010101" pitchFamily="2" charset="-122"/>
              </a:rPr>
              <a:t>is has upper bound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2BA09EEC-3E16-BE2F-0675-58BCCBCD8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46482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称 </a:t>
            </a:r>
            <a:r>
              <a:rPr lang="en-US" altLang="zh-CN" sz="1800">
                <a:latin typeface="等线" panose="02010600030101010101" pitchFamily="2" charset="-122"/>
              </a:rPr>
              <a:t>is has lower bound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graphicFrame>
        <p:nvGraphicFramePr>
          <p:cNvPr id="34" name="Object 32">
            <a:extLst>
              <a:ext uri="{FF2B5EF4-FFF2-40B4-BE49-F238E27FC236}">
                <a16:creationId xmlns:a16="http://schemas.microsoft.com/office/drawing/2014/main" id="{264C16FD-2D67-AD22-F60F-2DA4BE3FE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9388" y="4022725"/>
          <a:ext cx="21939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0" imgH="0" progId="Equation.3">
                  <p:embed/>
                </p:oleObj>
              </mc:Choice>
              <mc:Fallback>
                <p:oleObj name="公式" r:id="rId25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4022725"/>
                        <a:ext cx="21939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3">
            <a:extLst>
              <a:ext uri="{FF2B5EF4-FFF2-40B4-BE49-F238E27FC236}">
                <a16:creationId xmlns:a16="http://schemas.microsoft.com/office/drawing/2014/main" id="{712471CB-29B2-4DE5-ECE7-FED8D8018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708525"/>
          <a:ext cx="21939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0" imgH="0" progId="Equation.3">
                  <p:embed/>
                </p:oleObj>
              </mc:Choice>
              <mc:Fallback>
                <p:oleObj name="公式" r:id="rId27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708525"/>
                        <a:ext cx="21939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4">
            <a:extLst>
              <a:ext uri="{FF2B5EF4-FFF2-40B4-BE49-F238E27FC236}">
                <a16:creationId xmlns:a16="http://schemas.microsoft.com/office/drawing/2014/main" id="{6A4D4B6F-4AE4-D178-EDA0-AE16F89B1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38100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当</a:t>
            </a: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AEE30649-06B2-19C7-B69B-5C2A80505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3762375"/>
            <a:ext cx="85344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aphicFrame>
        <p:nvGraphicFramePr>
          <p:cNvPr id="38" name="Object 36">
            <a:extLst>
              <a:ext uri="{FF2B5EF4-FFF2-40B4-BE49-F238E27FC236}">
                <a16:creationId xmlns:a16="http://schemas.microsoft.com/office/drawing/2014/main" id="{BC13CBFD-B236-1729-3491-AED75E3F6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848100"/>
          <a:ext cx="1778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48100"/>
                        <a:ext cx="1778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7">
            <a:extLst>
              <a:ext uri="{FF2B5EF4-FFF2-40B4-BE49-F238E27FC236}">
                <a16:creationId xmlns:a16="http://schemas.microsoft.com/office/drawing/2014/main" id="{D96A6125-1804-5366-1C50-EBBFD62D8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848100"/>
          <a:ext cx="1028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48100"/>
                        <a:ext cx="1028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8">
            <a:extLst>
              <a:ext uri="{FF2B5EF4-FFF2-40B4-BE49-F238E27FC236}">
                <a16:creationId xmlns:a16="http://schemas.microsoft.com/office/drawing/2014/main" id="{873DCC9C-122D-CC58-17B8-FED970FAB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3830638"/>
            <a:ext cx="636588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1" name="Object 39">
            <a:extLst>
              <a:ext uri="{FF2B5EF4-FFF2-40B4-BE49-F238E27FC236}">
                <a16:creationId xmlns:a16="http://schemas.microsoft.com/office/drawing/2014/main" id="{E1206973-403F-D98C-505C-90C369EC2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538" y="4371975"/>
          <a:ext cx="210978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4371975"/>
                        <a:ext cx="210978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40">
            <a:extLst>
              <a:ext uri="{FF2B5EF4-FFF2-40B4-BE49-F238E27FC236}">
                <a16:creationId xmlns:a16="http://schemas.microsoft.com/office/drawing/2014/main" id="{CA39B9F7-BB4C-5136-0765-74E3AFD40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4343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</a:t>
            </a:r>
          </a:p>
        </p:txBody>
      </p:sp>
      <p:graphicFrame>
        <p:nvGraphicFramePr>
          <p:cNvPr id="43" name="Object 41">
            <a:extLst>
              <a:ext uri="{FF2B5EF4-FFF2-40B4-BE49-F238E27FC236}">
                <a16:creationId xmlns:a16="http://schemas.microsoft.com/office/drawing/2014/main" id="{D4AF4150-80B1-6404-7FEC-E0949DED0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3275" y="4362450"/>
          <a:ext cx="6159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4362450"/>
                        <a:ext cx="6159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42">
            <a:extLst>
              <a:ext uri="{FF2B5EF4-FFF2-40B4-BE49-F238E27FC236}">
                <a16:creationId xmlns:a16="http://schemas.microsoft.com/office/drawing/2014/main" id="{C98657DF-2C7E-348C-9E9B-93FB6374E2B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25106" y="4309240"/>
            <a:ext cx="1752600" cy="400110"/>
          </a:xfrm>
          <a:prstGeom prst="rect">
            <a:avLst/>
          </a:prstGeom>
          <a:blipFill>
            <a:blip r:embed="rId37"/>
            <a:stretch>
              <a:fillRect l="-2857" t="-9091" b="-24242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graphicFrame>
        <p:nvGraphicFramePr>
          <p:cNvPr id="45" name="Object 43">
            <a:extLst>
              <a:ext uri="{FF2B5EF4-FFF2-40B4-BE49-F238E27FC236}">
                <a16:creationId xmlns:a16="http://schemas.microsoft.com/office/drawing/2014/main" id="{EB113AD6-5924-13C7-1471-2838C207B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725" y="5005388"/>
          <a:ext cx="218122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0" imgH="0" progId="Equation.3">
                  <p:embed/>
                </p:oleObj>
              </mc:Choice>
              <mc:Fallback>
                <p:oleObj name="Equation" r:id="rId38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5005388"/>
                        <a:ext cx="218122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4">
            <a:extLst>
              <a:ext uri="{FF2B5EF4-FFF2-40B4-BE49-F238E27FC236}">
                <a16:creationId xmlns:a16="http://schemas.microsoft.com/office/drawing/2014/main" id="{E2BDDD1E-36B0-305F-3C5A-176E9DE5E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94188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</a:t>
            </a:r>
          </a:p>
        </p:txBody>
      </p:sp>
      <p:graphicFrame>
        <p:nvGraphicFramePr>
          <p:cNvPr id="47" name="Object 45">
            <a:extLst>
              <a:ext uri="{FF2B5EF4-FFF2-40B4-BE49-F238E27FC236}">
                <a16:creationId xmlns:a16="http://schemas.microsoft.com/office/drawing/2014/main" id="{FC48F323-B609-7501-0CDE-630E085B5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4992688"/>
          <a:ext cx="6238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0" imgH="0" progId="Equation.3">
                  <p:embed/>
                </p:oleObj>
              </mc:Choice>
              <mc:Fallback>
                <p:oleObj name="Equation" r:id="rId40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4992688"/>
                        <a:ext cx="6238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46">
            <a:extLst>
              <a:ext uri="{FF2B5EF4-FFF2-40B4-BE49-F238E27FC236}">
                <a16:creationId xmlns:a16="http://schemas.microsoft.com/office/drawing/2014/main" id="{BE03969E-F9D6-9A63-22F0-C9187865E7D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52374" y="4963319"/>
            <a:ext cx="2133600" cy="369332"/>
          </a:xfrm>
          <a:prstGeom prst="rect">
            <a:avLst/>
          </a:prstGeom>
          <a:blipFill>
            <a:blip r:embed="rId41"/>
            <a:stretch>
              <a:fillRect l="-2959" t="-6452" b="-2258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DA21C09B-12CB-1E2D-DFE0-ED36EF19C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4254500"/>
            <a:ext cx="2362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monotone</a:t>
            </a: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增</a:t>
            </a: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function ;</a:t>
            </a:r>
            <a:endParaRPr lang="en-US" altLang="zh-CN" sz="1800">
              <a:latin typeface="等线" panose="02010600030101010101" pitchFamily="2" charset="-122"/>
            </a:endParaRP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8B43E9F2-E763-2464-F66C-8042E530F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25" y="4941888"/>
            <a:ext cx="20066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monotone</a:t>
            </a:r>
            <a:r>
              <a:rPr lang="zh-CN" altLang="en-US" sz="2400">
                <a:solidFill>
                  <a:schemeClr val="tx2"/>
                </a:solidFill>
                <a:latin typeface="+mn-ea"/>
              </a:rPr>
              <a:t>减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function .</a:t>
            </a:r>
            <a:endParaRPr lang="en-US" altLang="zh-CN" sz="2400" dirty="0">
              <a:latin typeface="+mn-ea"/>
            </a:endParaRPr>
          </a:p>
        </p:txBody>
      </p:sp>
      <p:grpSp>
        <p:nvGrpSpPr>
          <p:cNvPr id="51" name="Group 49">
            <a:extLst>
              <a:ext uri="{FF2B5EF4-FFF2-40B4-BE49-F238E27FC236}">
                <a16:creationId xmlns:a16="http://schemas.microsoft.com/office/drawing/2014/main" id="{4D8A421E-8919-1F46-6043-D89D2117FD0E}"/>
              </a:ext>
            </a:extLst>
          </p:cNvPr>
          <p:cNvGrpSpPr>
            <a:grpSpLocks/>
          </p:cNvGrpSpPr>
          <p:nvPr/>
        </p:nvGrpSpPr>
        <p:grpSpPr bwMode="auto">
          <a:xfrm>
            <a:off x="6432550" y="3897313"/>
            <a:ext cx="2406650" cy="1873250"/>
            <a:chOff x="3860" y="2880"/>
            <a:chExt cx="1516" cy="1180"/>
          </a:xfrm>
        </p:grpSpPr>
        <p:grpSp>
          <p:nvGrpSpPr>
            <p:cNvPr id="32824" name="Group 50">
              <a:extLst>
                <a:ext uri="{FF2B5EF4-FFF2-40B4-BE49-F238E27FC236}">
                  <a16:creationId xmlns:a16="http://schemas.microsoft.com/office/drawing/2014/main" id="{545EEDBD-1400-55D3-0A65-D4F92E1505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" y="2880"/>
              <a:ext cx="1516" cy="1180"/>
              <a:chOff x="3792" y="2880"/>
              <a:chExt cx="1516" cy="1180"/>
            </a:xfrm>
          </p:grpSpPr>
          <p:sp>
            <p:nvSpPr>
              <p:cNvPr id="32826" name="Line 51">
                <a:extLst>
                  <a:ext uri="{FF2B5EF4-FFF2-40B4-BE49-F238E27FC236}">
                    <a16:creationId xmlns:a16="http://schemas.microsoft.com/office/drawing/2014/main" id="{5319ADD7-5C8A-162F-E59D-5D753150A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0" y="3812"/>
                <a:ext cx="13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27" name="Line 52">
                <a:extLst>
                  <a:ext uri="{FF2B5EF4-FFF2-40B4-BE49-F238E27FC236}">
                    <a16:creationId xmlns:a16="http://schemas.microsoft.com/office/drawing/2014/main" id="{6A4B6A22-CCEC-DECF-C51B-DB8F74D56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18" y="2991"/>
                <a:ext cx="0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2828" name="Object 53">
                <a:extLst>
                  <a:ext uri="{FF2B5EF4-FFF2-40B4-BE49-F238E27FC236}">
                    <a16:creationId xmlns:a16="http://schemas.microsoft.com/office/drawing/2014/main" id="{FAB8AC03-E3A6-0AD3-8F80-5D2CBEA37D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36" y="3840"/>
              <a:ext cx="17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2" imgW="0" imgH="0" progId="Equation.3">
                      <p:embed/>
                    </p:oleObj>
                  </mc:Choice>
                  <mc:Fallback>
                    <p:oleObj name="公式" r:id="rId42" imgW="0" imgH="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" y="3840"/>
                            <a:ext cx="172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29" name="Object 54">
                <a:extLst>
                  <a:ext uri="{FF2B5EF4-FFF2-40B4-BE49-F238E27FC236}">
                    <a16:creationId xmlns:a16="http://schemas.microsoft.com/office/drawing/2014/main" id="{C2B7CEBD-F1FD-2CE2-4386-0E6E924900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92" y="2880"/>
              <a:ext cx="195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4" imgW="0" imgH="0" progId="Equation.3">
                      <p:embed/>
                    </p:oleObj>
                  </mc:Choice>
                  <mc:Fallback>
                    <p:oleObj name="公式" r:id="rId44" imgW="0" imgH="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2880"/>
                            <a:ext cx="195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825" name="Freeform 55">
              <a:extLst>
                <a:ext uri="{FF2B5EF4-FFF2-40B4-BE49-F238E27FC236}">
                  <a16:creationId xmlns:a16="http://schemas.microsoft.com/office/drawing/2014/main" id="{5814D424-68D0-442F-9603-C59E5B196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3077"/>
              <a:ext cx="777" cy="519"/>
            </a:xfrm>
            <a:custGeom>
              <a:avLst/>
              <a:gdLst>
                <a:gd name="T0" fmla="*/ 0 w 864"/>
                <a:gd name="T1" fmla="*/ 250 h 576"/>
                <a:gd name="T2" fmla="*/ 144 w 864"/>
                <a:gd name="T3" fmla="*/ 84 h 576"/>
                <a:gd name="T4" fmla="*/ 371 w 864"/>
                <a:gd name="T5" fmla="*/ 0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576">
                  <a:moveTo>
                    <a:pt x="0" y="576"/>
                  </a:moveTo>
                  <a:cubicBezTo>
                    <a:pt x="96" y="432"/>
                    <a:pt x="192" y="288"/>
                    <a:pt x="336" y="192"/>
                  </a:cubicBezTo>
                  <a:cubicBezTo>
                    <a:pt x="480" y="96"/>
                    <a:pt x="776" y="32"/>
                    <a:pt x="864" y="0"/>
                  </a:cubicBez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" name="Freeform 56">
            <a:extLst>
              <a:ext uri="{FF2B5EF4-FFF2-40B4-BE49-F238E27FC236}">
                <a16:creationId xmlns:a16="http://schemas.microsoft.com/office/drawing/2014/main" id="{A44D5BC4-8982-92F4-B3DB-D33C481AEF90}"/>
              </a:ext>
            </a:extLst>
          </p:cNvPr>
          <p:cNvSpPr>
            <a:spLocks/>
          </p:cNvSpPr>
          <p:nvPr/>
        </p:nvSpPr>
        <p:spPr bwMode="auto">
          <a:xfrm>
            <a:off x="6956425" y="4003675"/>
            <a:ext cx="1439863" cy="1166813"/>
          </a:xfrm>
          <a:custGeom>
            <a:avLst/>
            <a:gdLst>
              <a:gd name="T0" fmla="*/ 0 w 1008"/>
              <a:gd name="T1" fmla="*/ 0 h 816"/>
              <a:gd name="T2" fmla="*/ 2147483646 w 1008"/>
              <a:gd name="T3" fmla="*/ 2147483646 h 816"/>
              <a:gd name="T4" fmla="*/ 2147483646 w 1008"/>
              <a:gd name="T5" fmla="*/ 2147483646 h 8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8" h="816">
                <a:moveTo>
                  <a:pt x="0" y="0"/>
                </a:moveTo>
                <a:cubicBezTo>
                  <a:pt x="204" y="100"/>
                  <a:pt x="408" y="200"/>
                  <a:pt x="576" y="336"/>
                </a:cubicBezTo>
                <a:cubicBezTo>
                  <a:pt x="744" y="472"/>
                  <a:pt x="936" y="736"/>
                  <a:pt x="1008" y="816"/>
                </a:cubicBezTo>
              </a:path>
            </a:pathLst>
          </a:custGeom>
          <a:noFill/>
          <a:ln w="19050" cmpd="sng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9" name="Group 57">
            <a:extLst>
              <a:ext uri="{FF2B5EF4-FFF2-40B4-BE49-F238E27FC236}">
                <a16:creationId xmlns:a16="http://schemas.microsoft.com/office/drawing/2014/main" id="{CE71C364-7763-40ED-51DD-7ADCCD71D5FE}"/>
              </a:ext>
            </a:extLst>
          </p:cNvPr>
          <p:cNvGrpSpPr>
            <a:grpSpLocks/>
          </p:cNvGrpSpPr>
          <p:nvPr/>
        </p:nvGrpSpPr>
        <p:grpSpPr bwMode="auto">
          <a:xfrm>
            <a:off x="7270750" y="4278313"/>
            <a:ext cx="1039813" cy="1509712"/>
            <a:chOff x="4156" y="2736"/>
            <a:chExt cx="728" cy="1056"/>
          </a:xfrm>
        </p:grpSpPr>
        <p:grpSp>
          <p:nvGrpSpPr>
            <p:cNvPr id="32819" name="Group 58">
              <a:extLst>
                <a:ext uri="{FF2B5EF4-FFF2-40B4-BE49-F238E27FC236}">
                  <a16:creationId xmlns:a16="http://schemas.microsoft.com/office/drawing/2014/main" id="{4F638C65-A7E0-402F-4D02-60F41241A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6" y="3408"/>
              <a:ext cx="728" cy="384"/>
              <a:chOff x="4156" y="3408"/>
              <a:chExt cx="728" cy="384"/>
            </a:xfrm>
          </p:grpSpPr>
          <p:graphicFrame>
            <p:nvGraphicFramePr>
              <p:cNvPr id="32822" name="Object 59">
                <a:extLst>
                  <a:ext uri="{FF2B5EF4-FFF2-40B4-BE49-F238E27FC236}">
                    <a16:creationId xmlns:a16="http://schemas.microsoft.com/office/drawing/2014/main" id="{9A52E340-4F5A-4606-F505-081399F208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56" y="3408"/>
              <a:ext cx="236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6" imgW="0" imgH="0" progId="Equation.3">
                      <p:embed/>
                    </p:oleObj>
                  </mc:Choice>
                  <mc:Fallback>
                    <p:oleObj name="公式" r:id="rId46" imgW="0" imgH="0" progId="Equation.3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6" y="3408"/>
                            <a:ext cx="236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23" name="Object 60">
                <a:extLst>
                  <a:ext uri="{FF2B5EF4-FFF2-40B4-BE49-F238E27FC236}">
                    <a16:creationId xmlns:a16="http://schemas.microsoft.com/office/drawing/2014/main" id="{D34C0FAF-3A22-7299-2675-9651FBE911F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08" y="3408"/>
              <a:ext cx="276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8" imgW="0" imgH="0" progId="Equation.3">
                      <p:embed/>
                    </p:oleObj>
                  </mc:Choice>
                  <mc:Fallback>
                    <p:oleObj name="公式" r:id="rId48" imgW="0" imgH="0" progId="Equation.3">
                      <p:embed/>
                      <p:pic>
                        <p:nvPicPr>
                          <p:cNvPr id="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408"/>
                            <a:ext cx="276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820" name="Line 61">
              <a:extLst>
                <a:ext uri="{FF2B5EF4-FFF2-40B4-BE49-F238E27FC236}">
                  <a16:creationId xmlns:a16="http://schemas.microsoft.com/office/drawing/2014/main" id="{F87973E8-5195-9512-4174-AD7C8B437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7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1" name="Line 62">
              <a:extLst>
                <a:ext uri="{FF2B5EF4-FFF2-40B4-BE49-F238E27FC236}">
                  <a16:creationId xmlns:a16="http://schemas.microsoft.com/office/drawing/2014/main" id="{2CE71E9F-DE3D-A996-A0A7-6A0D71E7A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73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12" grpId="0" autoUpdateAnimBg="0"/>
      <p:bldP spid="14" grpId="0" autoUpdateAnimBg="0"/>
      <p:bldP spid="18" grpId="0" autoUpdateAnimBg="0"/>
      <p:bldP spid="20" grpId="0" autoUpdateAnimBg="0"/>
      <p:bldP spid="22" grpId="0" autoUpdateAnimBg="0"/>
      <p:bldP spid="23" grpId="0" autoUpdateAnimBg="0"/>
      <p:bldP spid="24" grpId="0" autoUpdateAnimBg="0"/>
      <p:bldP spid="25" grpId="0" build="p" autoUpdateAnimBg="0" advAuto="0"/>
      <p:bldP spid="28" grpId="0" autoUpdateAnimBg="0"/>
      <p:bldP spid="29" grpId="0" autoUpdateAnimBg="0"/>
      <p:bldP spid="31" grpId="0" autoUpdateAnimBg="0"/>
      <p:bldP spid="32" grpId="0" autoUpdateAnimBg="0"/>
      <p:bldP spid="33" grpId="0" autoUpdateAnimBg="0"/>
      <p:bldP spid="36" grpId="0" autoUpdateAnimBg="0"/>
      <p:bldP spid="40" grpId="0" autoUpdateAnimBg="0"/>
      <p:bldP spid="42" grpId="0" autoUpdateAnimBg="0"/>
      <p:bldP spid="46" grpId="0" autoUpdateAnimBg="0"/>
      <p:bldP spid="49" grpId="0" autoUpdateAnimBg="0"/>
      <p:bldP spid="5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742435AD-2312-3C16-D035-58F5CBF7F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6738" y="152400"/>
            <a:ext cx="2289175" cy="574675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solidFill>
                  <a:schemeClr val="accent1"/>
                </a:solidFill>
                <a:latin typeface="+mn-ea"/>
                <a:ea typeface="+mn-ea"/>
              </a:rPr>
              <a:t>(3) parity</a:t>
            </a:r>
            <a:r>
              <a:rPr lang="zh-CN" altLang="en-US" sz="2800" b="1">
                <a:solidFill>
                  <a:schemeClr val="accent1"/>
                </a:solidFill>
                <a:latin typeface="+mn-ea"/>
                <a:ea typeface="+mn-ea"/>
              </a:rPr>
              <a:t>性</a:t>
            </a:r>
            <a:endParaRPr kumimoji="1" lang="zh-CN" altLang="en-US" sz="28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06BE699A-F056-6095-D555-BDB78F3399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54250" y="760413"/>
            <a:ext cx="1206500" cy="4762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and has</a:t>
            </a:r>
            <a:endParaRPr kumimoji="1" lang="zh-CN" altLang="en-US"/>
          </a:p>
        </p:txBody>
      </p:sp>
      <p:pic>
        <p:nvPicPr>
          <p:cNvPr id="33795" name="图片 5">
            <a:extLst>
              <a:ext uri="{FF2B5EF4-FFF2-40B4-BE49-F238E27FC236}">
                <a16:creationId xmlns:a16="http://schemas.microsoft.com/office/drawing/2014/main" id="{D513DF9A-FEA8-E38F-97E0-40290466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844550"/>
            <a:ext cx="12319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796" name="图片 7">
            <a:extLst>
              <a:ext uri="{FF2B5EF4-FFF2-40B4-BE49-F238E27FC236}">
                <a16:creationId xmlns:a16="http://schemas.microsoft.com/office/drawing/2014/main" id="{12BB44F8-6E65-B6F3-4A59-34A4F4074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0" y="765175"/>
            <a:ext cx="12065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797" name="Text Box 26">
            <a:extLst>
              <a:ext uri="{FF2B5EF4-FFF2-40B4-BE49-F238E27FC236}">
                <a16:creationId xmlns:a16="http://schemas.microsoft.com/office/drawing/2014/main" id="{5DA9421A-2960-8249-6948-A60BC1B4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30175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if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3798" name="图片 9">
            <a:extLst>
              <a:ext uri="{FF2B5EF4-FFF2-40B4-BE49-F238E27FC236}">
                <a16:creationId xmlns:a16="http://schemas.microsoft.com/office/drawing/2014/main" id="{39F1910E-62CE-FBFF-B1AF-A2D2113AB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1350963"/>
            <a:ext cx="21463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Text Box 28">
            <a:extLst>
              <a:ext uri="{FF2B5EF4-FFF2-40B4-BE49-F238E27FC236}">
                <a16:creationId xmlns:a16="http://schemas.microsoft.com/office/drawing/2014/main" id="{2657A83A-C51B-5903-1DEF-E14CC919845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390900" y="1301750"/>
            <a:ext cx="3429000" cy="400110"/>
          </a:xfrm>
          <a:prstGeom prst="rect">
            <a:avLst/>
          </a:prstGeom>
          <a:blipFill>
            <a:blip r:embed="rId5"/>
            <a:stretch>
              <a:fillRect l="-1471" t="-9375" b="-2812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3800" name="Text Box 29">
            <a:extLst>
              <a:ext uri="{FF2B5EF4-FFF2-40B4-BE49-F238E27FC236}">
                <a16:creationId xmlns:a16="http://schemas.microsoft.com/office/drawing/2014/main" id="{DE6A2B36-61F5-3637-E51C-E6C53ACD1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91135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if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3801" name="图片 12">
            <a:extLst>
              <a:ext uri="{FF2B5EF4-FFF2-40B4-BE49-F238E27FC236}">
                <a16:creationId xmlns:a16="http://schemas.microsoft.com/office/drawing/2014/main" id="{F24F1F13-8DD3-04AF-9EF8-B855DF816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1981200"/>
            <a:ext cx="21463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Text Box 31">
            <a:extLst>
              <a:ext uri="{FF2B5EF4-FFF2-40B4-BE49-F238E27FC236}">
                <a16:creationId xmlns:a16="http://schemas.microsoft.com/office/drawing/2014/main" id="{B5613AA9-F994-4507-A5EB-E7AB9D5E8F7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395179" y="1951778"/>
            <a:ext cx="3259138" cy="400110"/>
          </a:xfrm>
          <a:prstGeom prst="rect">
            <a:avLst/>
          </a:prstGeom>
          <a:blipFill>
            <a:blip r:embed="rId7"/>
            <a:stretch>
              <a:fillRect l="-1938" t="-6061" b="-24242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3803" name="Text Box 32">
            <a:extLst>
              <a:ext uri="{FF2B5EF4-FFF2-40B4-BE49-F238E27FC236}">
                <a16:creationId xmlns:a16="http://schemas.microsoft.com/office/drawing/2014/main" id="{31A3CE96-48BF-7793-8E20-E3A531200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2611438"/>
            <a:ext cx="160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Note: if</a:t>
            </a:r>
            <a:endParaRPr lang="zh-CN" altLang="en-US" sz="2400">
              <a:solidFill>
                <a:schemeClr val="tx2"/>
              </a:solidFill>
              <a:latin typeface="等线" panose="02010600030101010101" pitchFamily="2" charset="-122"/>
            </a:endParaRPr>
          </a:p>
        </p:txBody>
      </p:sp>
      <p:pic>
        <p:nvPicPr>
          <p:cNvPr id="33804" name="图片 15">
            <a:extLst>
              <a:ext uri="{FF2B5EF4-FFF2-40B4-BE49-F238E27FC236}">
                <a16:creationId xmlns:a16="http://schemas.microsoft.com/office/drawing/2014/main" id="{1F5328D0-597E-5CBA-E76B-E4BDFE31E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673350"/>
            <a:ext cx="674688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Text Box 34">
            <a:extLst>
              <a:ext uri="{FF2B5EF4-FFF2-40B4-BE49-F238E27FC236}">
                <a16:creationId xmlns:a16="http://schemas.microsoft.com/office/drawing/2014/main" id="{FA3D202C-8D1E-845B-6A61-B209C5F3525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254202" y="2624543"/>
            <a:ext cx="2667000" cy="400110"/>
          </a:xfrm>
          <a:prstGeom prst="rect">
            <a:avLst/>
          </a:prstGeom>
          <a:blipFill>
            <a:blip r:embed="rId9"/>
            <a:stretch>
              <a:fillRect l="-2370" t="-6061" b="-24242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33806" name="图片 17">
            <a:extLst>
              <a:ext uri="{FF2B5EF4-FFF2-40B4-BE49-F238E27FC236}">
                <a16:creationId xmlns:a16="http://schemas.microsoft.com/office/drawing/2014/main" id="{1B0618D7-F357-5650-CD28-A96B69B8A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525" y="3268663"/>
            <a:ext cx="1219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07" name="图片 18">
            <a:extLst>
              <a:ext uri="{FF2B5EF4-FFF2-40B4-BE49-F238E27FC236}">
                <a16:creationId xmlns:a16="http://schemas.microsoft.com/office/drawing/2014/main" id="{79C05B4F-EA11-DCBC-A494-EF6B79CC6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221038"/>
            <a:ext cx="8048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808" name="Text Box 37">
            <a:extLst>
              <a:ext uri="{FF2B5EF4-FFF2-40B4-BE49-F238E27FC236}">
                <a16:creationId xmlns:a16="http://schemas.microsoft.com/office/drawing/2014/main" id="{5D3CF1F3-81D4-0DB0-DEF5-5A59F17CC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3233738"/>
            <a:ext cx="22860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is </a:t>
            </a:r>
            <a:r>
              <a:rPr lang="zh-CN" altLang="en-US" sz="2400">
                <a:latin typeface="+mn-ea"/>
              </a:rPr>
              <a:t>奇</a:t>
            </a:r>
            <a:r>
              <a:rPr lang="en-US" altLang="zh-CN" sz="2400">
                <a:latin typeface="+mn-ea"/>
              </a:rPr>
              <a:t>function when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3809" name="Text Box 39">
            <a:extLst>
              <a:ext uri="{FF2B5EF4-FFF2-40B4-BE49-F238E27FC236}">
                <a16:creationId xmlns:a16="http://schemas.microsoft.com/office/drawing/2014/main" id="{B2AAAE50-9F6B-5EC7-828F-6FAB1EE85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2624138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等线" panose="02010600030101010101" pitchFamily="2" charset="-122"/>
              </a:rPr>
              <a:t>then</a:t>
            </a:r>
            <a:r>
              <a:rPr lang="zh-CN" altLang="en-US" sz="2000">
                <a:latin typeface="等线" panose="02010600030101010101" pitchFamily="2" charset="-122"/>
              </a:rPr>
              <a:t>当</a:t>
            </a:r>
          </a:p>
        </p:txBody>
      </p:sp>
      <p:sp>
        <p:nvSpPr>
          <p:cNvPr id="33810" name="Text Box 40">
            <a:extLst>
              <a:ext uri="{FF2B5EF4-FFF2-40B4-BE49-F238E27FC236}">
                <a16:creationId xmlns:a16="http://schemas.microsoft.com/office/drawing/2014/main" id="{2F6698D6-962D-CD9C-3E1A-CFFCE1C25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663" y="3213100"/>
            <a:ext cx="1104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must has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3811" name="Text Box 41">
            <a:extLst>
              <a:ext uri="{FF2B5EF4-FFF2-40B4-BE49-F238E27FC236}">
                <a16:creationId xmlns:a16="http://schemas.microsoft.com/office/drawing/2014/main" id="{CC4F151B-FFA3-ED59-1BE8-94B738740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4033838"/>
            <a:ext cx="182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for example,</a:t>
            </a:r>
          </a:p>
        </p:txBody>
      </p:sp>
      <p:pic>
        <p:nvPicPr>
          <p:cNvPr id="33812" name="图片 24">
            <a:extLst>
              <a:ext uri="{FF2B5EF4-FFF2-40B4-BE49-F238E27FC236}">
                <a16:creationId xmlns:a16="http://schemas.microsoft.com/office/drawing/2014/main" id="{616BFDEF-F7DF-2E0D-8640-7F94B0A9D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273550"/>
            <a:ext cx="28702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13" name="图片 25">
            <a:extLst>
              <a:ext uri="{FF2B5EF4-FFF2-40B4-BE49-F238E27FC236}">
                <a16:creationId xmlns:a16="http://schemas.microsoft.com/office/drawing/2014/main" id="{0D78DEF4-3284-A3B1-1205-2A3012F0F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5451475"/>
            <a:ext cx="9032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814" name="Text Box 44">
            <a:extLst>
              <a:ext uri="{FF2B5EF4-FFF2-40B4-BE49-F238E27FC236}">
                <a16:creationId xmlns:a16="http://schemas.microsoft.com/office/drawing/2014/main" id="{91792146-4E68-BF64-FA55-AD813EDF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4537075"/>
            <a:ext cx="12250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偶</a:t>
            </a:r>
            <a:r>
              <a:rPr lang="en-US" altLang="zh-CN" sz="1800">
                <a:latin typeface="等线" panose="02010600030101010101" pitchFamily="2" charset="-122"/>
              </a:rPr>
              <a:t>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3815" name="图片 27">
            <a:extLst>
              <a:ext uri="{FF2B5EF4-FFF2-40B4-BE49-F238E27FC236}">
                <a16:creationId xmlns:a16="http://schemas.microsoft.com/office/drawing/2014/main" id="{B36E24A0-665F-C4C2-F3C9-9B7B10900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75" y="5797550"/>
            <a:ext cx="2254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16" name="图片 28">
            <a:extLst>
              <a:ext uri="{FF2B5EF4-FFF2-40B4-BE49-F238E27FC236}">
                <a16:creationId xmlns:a16="http://schemas.microsoft.com/office/drawing/2014/main" id="{0CEFE645-9831-FEAC-C84E-5BFD57759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200" y="3663950"/>
            <a:ext cx="2413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17" name="图片 29">
            <a:extLst>
              <a:ext uri="{FF2B5EF4-FFF2-40B4-BE49-F238E27FC236}">
                <a16:creationId xmlns:a16="http://schemas.microsoft.com/office/drawing/2014/main" id="{2F3B47ED-6E2A-5366-02DF-53C0610C2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0" y="5721350"/>
            <a:ext cx="215900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818" name="Freeform 48">
            <a:extLst>
              <a:ext uri="{FF2B5EF4-FFF2-40B4-BE49-F238E27FC236}">
                <a16:creationId xmlns:a16="http://schemas.microsoft.com/office/drawing/2014/main" id="{416C4AA8-D461-1E36-DF44-B602E391C6E1}"/>
              </a:ext>
            </a:extLst>
          </p:cNvPr>
          <p:cNvSpPr>
            <a:spLocks/>
          </p:cNvSpPr>
          <p:nvPr/>
        </p:nvSpPr>
        <p:spPr bwMode="auto">
          <a:xfrm>
            <a:off x="6802438" y="5211763"/>
            <a:ext cx="650875" cy="111125"/>
          </a:xfrm>
          <a:custGeom>
            <a:avLst/>
            <a:gdLst>
              <a:gd name="T0" fmla="*/ 2147483646 w 594"/>
              <a:gd name="T1" fmla="*/ 2147483646 h 102"/>
              <a:gd name="T2" fmla="*/ 2147483646 w 594"/>
              <a:gd name="T3" fmla="*/ 2147483646 h 102"/>
              <a:gd name="T4" fmla="*/ 2147483646 w 594"/>
              <a:gd name="T5" fmla="*/ 2147483646 h 102"/>
              <a:gd name="T6" fmla="*/ 2147483646 w 594"/>
              <a:gd name="T7" fmla="*/ 2147483646 h 102"/>
              <a:gd name="T8" fmla="*/ 2147483646 w 594"/>
              <a:gd name="T9" fmla="*/ 2147483646 h 102"/>
              <a:gd name="T10" fmla="*/ 2147483646 w 594"/>
              <a:gd name="T11" fmla="*/ 2147483646 h 102"/>
              <a:gd name="T12" fmla="*/ 2147483646 w 594"/>
              <a:gd name="T13" fmla="*/ 2147483646 h 102"/>
              <a:gd name="T14" fmla="*/ 2147483646 w 594"/>
              <a:gd name="T15" fmla="*/ 2147483646 h 102"/>
              <a:gd name="T16" fmla="*/ 2147483646 w 594"/>
              <a:gd name="T17" fmla="*/ 2147483646 h 102"/>
              <a:gd name="T18" fmla="*/ 2147483646 w 594"/>
              <a:gd name="T19" fmla="*/ 2147483646 h 102"/>
              <a:gd name="T20" fmla="*/ 2147483646 w 594"/>
              <a:gd name="T21" fmla="*/ 2147483646 h 102"/>
              <a:gd name="T22" fmla="*/ 2147483646 w 594"/>
              <a:gd name="T23" fmla="*/ 2147483646 h 102"/>
              <a:gd name="T24" fmla="*/ 2147483646 w 594"/>
              <a:gd name="T25" fmla="*/ 2147483646 h 102"/>
              <a:gd name="T26" fmla="*/ 2147483646 w 594"/>
              <a:gd name="T27" fmla="*/ 2147483646 h 102"/>
              <a:gd name="T28" fmla="*/ 2147483646 w 594"/>
              <a:gd name="T29" fmla="*/ 2147483646 h 102"/>
              <a:gd name="T30" fmla="*/ 2147483646 w 594"/>
              <a:gd name="T31" fmla="*/ 2147483646 h 102"/>
              <a:gd name="T32" fmla="*/ 2147483646 w 594"/>
              <a:gd name="T33" fmla="*/ 2147483646 h 102"/>
              <a:gd name="T34" fmla="*/ 2147483646 w 594"/>
              <a:gd name="T35" fmla="*/ 2147483646 h 102"/>
              <a:gd name="T36" fmla="*/ 2147483646 w 594"/>
              <a:gd name="T37" fmla="*/ 2147483646 h 102"/>
              <a:gd name="T38" fmla="*/ 2147483646 w 594"/>
              <a:gd name="T39" fmla="*/ 2147483646 h 102"/>
              <a:gd name="T40" fmla="*/ 2147483646 w 594"/>
              <a:gd name="T41" fmla="*/ 2147483646 h 102"/>
              <a:gd name="T42" fmla="*/ 2147483646 w 594"/>
              <a:gd name="T43" fmla="*/ 2147483646 h 102"/>
              <a:gd name="T44" fmla="*/ 2147483646 w 594"/>
              <a:gd name="T45" fmla="*/ 2147483646 h 102"/>
              <a:gd name="T46" fmla="*/ 2147483646 w 594"/>
              <a:gd name="T47" fmla="*/ 2147483646 h 102"/>
              <a:gd name="T48" fmla="*/ 2147483646 w 594"/>
              <a:gd name="T49" fmla="*/ 2147483646 h 102"/>
              <a:gd name="T50" fmla="*/ 2147483646 w 594"/>
              <a:gd name="T51" fmla="*/ 2147483646 h 102"/>
              <a:gd name="T52" fmla="*/ 2147483646 w 594"/>
              <a:gd name="T53" fmla="*/ 2147483646 h 102"/>
              <a:gd name="T54" fmla="*/ 2147483646 w 594"/>
              <a:gd name="T55" fmla="*/ 2147483646 h 102"/>
              <a:gd name="T56" fmla="*/ 2147483646 w 594"/>
              <a:gd name="T57" fmla="*/ 2147483646 h 102"/>
              <a:gd name="T58" fmla="*/ 2147483646 w 594"/>
              <a:gd name="T59" fmla="*/ 2147483646 h 102"/>
              <a:gd name="T60" fmla="*/ 2147483646 w 594"/>
              <a:gd name="T61" fmla="*/ 2147483646 h 102"/>
              <a:gd name="T62" fmla="*/ 2147483646 w 594"/>
              <a:gd name="T63" fmla="*/ 2147483646 h 102"/>
              <a:gd name="T64" fmla="*/ 2147483646 w 594"/>
              <a:gd name="T65" fmla="*/ 2147483646 h 102"/>
              <a:gd name="T66" fmla="*/ 2147483646 w 594"/>
              <a:gd name="T67" fmla="*/ 2147483646 h 102"/>
              <a:gd name="T68" fmla="*/ 2147483646 w 594"/>
              <a:gd name="T69" fmla="*/ 2147483646 h 102"/>
              <a:gd name="T70" fmla="*/ 2147483646 w 594"/>
              <a:gd name="T71" fmla="*/ 2147483646 h 102"/>
              <a:gd name="T72" fmla="*/ 2147483646 w 594"/>
              <a:gd name="T73" fmla="*/ 2147483646 h 102"/>
              <a:gd name="T74" fmla="*/ 2147483646 w 594"/>
              <a:gd name="T75" fmla="*/ 2147483646 h 102"/>
              <a:gd name="T76" fmla="*/ 2147483646 w 594"/>
              <a:gd name="T77" fmla="*/ 2147483646 h 102"/>
              <a:gd name="T78" fmla="*/ 2147483646 w 594"/>
              <a:gd name="T79" fmla="*/ 2147483646 h 102"/>
              <a:gd name="T80" fmla="*/ 2147483646 w 594"/>
              <a:gd name="T81" fmla="*/ 2147483646 h 102"/>
              <a:gd name="T82" fmla="*/ 2147483646 w 594"/>
              <a:gd name="T83" fmla="*/ 2147483646 h 102"/>
              <a:gd name="T84" fmla="*/ 2147483646 w 594"/>
              <a:gd name="T85" fmla="*/ 2147483646 h 102"/>
              <a:gd name="T86" fmla="*/ 2147483646 w 594"/>
              <a:gd name="T87" fmla="*/ 2147483646 h 102"/>
              <a:gd name="T88" fmla="*/ 2147483646 w 594"/>
              <a:gd name="T89" fmla="*/ 2147483646 h 102"/>
              <a:gd name="T90" fmla="*/ 2147483646 w 594"/>
              <a:gd name="T91" fmla="*/ 2147483646 h 102"/>
              <a:gd name="T92" fmla="*/ 2147483646 w 594"/>
              <a:gd name="T93" fmla="*/ 2147483646 h 102"/>
              <a:gd name="T94" fmla="*/ 2147483646 w 594"/>
              <a:gd name="T95" fmla="*/ 2147483646 h 102"/>
              <a:gd name="T96" fmla="*/ 2147483646 w 594"/>
              <a:gd name="T97" fmla="*/ 2147483646 h 102"/>
              <a:gd name="T98" fmla="*/ 2147483646 w 594"/>
              <a:gd name="T99" fmla="*/ 2147483646 h 102"/>
              <a:gd name="T100" fmla="*/ 2147483646 w 594"/>
              <a:gd name="T101" fmla="*/ 0 h 10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102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12" y="6"/>
                </a:lnTo>
                <a:lnTo>
                  <a:pt x="18" y="12"/>
                </a:lnTo>
                <a:lnTo>
                  <a:pt x="24" y="12"/>
                </a:lnTo>
                <a:lnTo>
                  <a:pt x="24" y="18"/>
                </a:lnTo>
                <a:lnTo>
                  <a:pt x="30" y="18"/>
                </a:lnTo>
                <a:lnTo>
                  <a:pt x="36" y="24"/>
                </a:lnTo>
                <a:lnTo>
                  <a:pt x="42" y="24"/>
                </a:lnTo>
                <a:lnTo>
                  <a:pt x="42" y="30"/>
                </a:lnTo>
                <a:lnTo>
                  <a:pt x="48" y="30"/>
                </a:lnTo>
                <a:lnTo>
                  <a:pt x="54" y="36"/>
                </a:lnTo>
                <a:lnTo>
                  <a:pt x="60" y="36"/>
                </a:lnTo>
                <a:lnTo>
                  <a:pt x="66" y="42"/>
                </a:lnTo>
                <a:lnTo>
                  <a:pt x="72" y="42"/>
                </a:lnTo>
                <a:lnTo>
                  <a:pt x="72" y="48"/>
                </a:lnTo>
                <a:lnTo>
                  <a:pt x="78" y="48"/>
                </a:lnTo>
                <a:lnTo>
                  <a:pt x="84" y="48"/>
                </a:lnTo>
                <a:lnTo>
                  <a:pt x="84" y="54"/>
                </a:lnTo>
                <a:lnTo>
                  <a:pt x="90" y="54"/>
                </a:lnTo>
                <a:lnTo>
                  <a:pt x="96" y="54"/>
                </a:lnTo>
                <a:lnTo>
                  <a:pt x="96" y="60"/>
                </a:lnTo>
                <a:lnTo>
                  <a:pt x="102" y="60"/>
                </a:lnTo>
                <a:lnTo>
                  <a:pt x="108" y="60"/>
                </a:lnTo>
                <a:lnTo>
                  <a:pt x="114" y="66"/>
                </a:lnTo>
                <a:lnTo>
                  <a:pt x="120" y="66"/>
                </a:lnTo>
                <a:lnTo>
                  <a:pt x="126" y="72"/>
                </a:lnTo>
                <a:lnTo>
                  <a:pt x="132" y="72"/>
                </a:lnTo>
                <a:lnTo>
                  <a:pt x="138" y="72"/>
                </a:lnTo>
                <a:lnTo>
                  <a:pt x="144" y="78"/>
                </a:lnTo>
                <a:lnTo>
                  <a:pt x="150" y="78"/>
                </a:lnTo>
                <a:lnTo>
                  <a:pt x="156" y="78"/>
                </a:lnTo>
                <a:lnTo>
                  <a:pt x="156" y="84"/>
                </a:lnTo>
                <a:lnTo>
                  <a:pt x="162" y="84"/>
                </a:lnTo>
                <a:lnTo>
                  <a:pt x="168" y="84"/>
                </a:lnTo>
                <a:lnTo>
                  <a:pt x="174" y="84"/>
                </a:lnTo>
                <a:lnTo>
                  <a:pt x="174" y="90"/>
                </a:lnTo>
                <a:lnTo>
                  <a:pt x="180" y="90"/>
                </a:lnTo>
                <a:lnTo>
                  <a:pt x="186" y="90"/>
                </a:lnTo>
                <a:lnTo>
                  <a:pt x="192" y="90"/>
                </a:lnTo>
                <a:lnTo>
                  <a:pt x="198" y="90"/>
                </a:lnTo>
                <a:lnTo>
                  <a:pt x="198" y="96"/>
                </a:lnTo>
                <a:lnTo>
                  <a:pt x="204" y="96"/>
                </a:lnTo>
                <a:lnTo>
                  <a:pt x="210" y="96"/>
                </a:lnTo>
                <a:lnTo>
                  <a:pt x="216" y="96"/>
                </a:lnTo>
                <a:lnTo>
                  <a:pt x="222" y="96"/>
                </a:lnTo>
                <a:lnTo>
                  <a:pt x="228" y="96"/>
                </a:lnTo>
                <a:lnTo>
                  <a:pt x="234" y="102"/>
                </a:lnTo>
                <a:lnTo>
                  <a:pt x="240" y="102"/>
                </a:lnTo>
                <a:lnTo>
                  <a:pt x="246" y="102"/>
                </a:lnTo>
                <a:lnTo>
                  <a:pt x="252" y="102"/>
                </a:lnTo>
                <a:lnTo>
                  <a:pt x="258" y="102"/>
                </a:lnTo>
                <a:lnTo>
                  <a:pt x="264" y="102"/>
                </a:lnTo>
                <a:lnTo>
                  <a:pt x="270" y="102"/>
                </a:lnTo>
                <a:lnTo>
                  <a:pt x="276" y="102"/>
                </a:lnTo>
                <a:lnTo>
                  <a:pt x="282" y="102"/>
                </a:lnTo>
                <a:lnTo>
                  <a:pt x="288" y="102"/>
                </a:lnTo>
                <a:lnTo>
                  <a:pt x="294" y="102"/>
                </a:lnTo>
                <a:lnTo>
                  <a:pt x="300" y="102"/>
                </a:lnTo>
                <a:lnTo>
                  <a:pt x="306" y="102"/>
                </a:lnTo>
                <a:lnTo>
                  <a:pt x="312" y="102"/>
                </a:lnTo>
                <a:lnTo>
                  <a:pt x="318" y="102"/>
                </a:lnTo>
                <a:lnTo>
                  <a:pt x="324" y="102"/>
                </a:lnTo>
                <a:lnTo>
                  <a:pt x="330" y="102"/>
                </a:lnTo>
                <a:lnTo>
                  <a:pt x="336" y="102"/>
                </a:lnTo>
                <a:lnTo>
                  <a:pt x="342" y="102"/>
                </a:lnTo>
                <a:lnTo>
                  <a:pt x="348" y="102"/>
                </a:lnTo>
                <a:lnTo>
                  <a:pt x="354" y="102"/>
                </a:lnTo>
                <a:lnTo>
                  <a:pt x="360" y="102"/>
                </a:lnTo>
                <a:lnTo>
                  <a:pt x="366" y="96"/>
                </a:lnTo>
                <a:lnTo>
                  <a:pt x="372" y="96"/>
                </a:lnTo>
                <a:lnTo>
                  <a:pt x="378" y="96"/>
                </a:lnTo>
                <a:lnTo>
                  <a:pt x="384" y="96"/>
                </a:lnTo>
                <a:lnTo>
                  <a:pt x="390" y="96"/>
                </a:lnTo>
                <a:lnTo>
                  <a:pt x="396" y="96"/>
                </a:lnTo>
                <a:lnTo>
                  <a:pt x="396" y="90"/>
                </a:lnTo>
                <a:lnTo>
                  <a:pt x="402" y="90"/>
                </a:lnTo>
                <a:lnTo>
                  <a:pt x="408" y="90"/>
                </a:lnTo>
                <a:lnTo>
                  <a:pt x="414" y="90"/>
                </a:lnTo>
                <a:lnTo>
                  <a:pt x="420" y="90"/>
                </a:lnTo>
                <a:lnTo>
                  <a:pt x="420" y="84"/>
                </a:lnTo>
                <a:lnTo>
                  <a:pt x="426" y="84"/>
                </a:lnTo>
                <a:lnTo>
                  <a:pt x="432" y="84"/>
                </a:lnTo>
                <a:lnTo>
                  <a:pt x="438" y="84"/>
                </a:lnTo>
                <a:lnTo>
                  <a:pt x="438" y="78"/>
                </a:lnTo>
                <a:lnTo>
                  <a:pt x="444" y="78"/>
                </a:lnTo>
                <a:lnTo>
                  <a:pt x="450" y="78"/>
                </a:lnTo>
                <a:lnTo>
                  <a:pt x="456" y="72"/>
                </a:lnTo>
                <a:lnTo>
                  <a:pt x="462" y="72"/>
                </a:lnTo>
                <a:lnTo>
                  <a:pt x="468" y="72"/>
                </a:lnTo>
                <a:lnTo>
                  <a:pt x="474" y="66"/>
                </a:lnTo>
                <a:lnTo>
                  <a:pt x="480" y="66"/>
                </a:lnTo>
                <a:lnTo>
                  <a:pt x="486" y="60"/>
                </a:lnTo>
                <a:lnTo>
                  <a:pt x="492" y="60"/>
                </a:lnTo>
                <a:lnTo>
                  <a:pt x="498" y="60"/>
                </a:lnTo>
                <a:lnTo>
                  <a:pt x="498" y="54"/>
                </a:lnTo>
                <a:lnTo>
                  <a:pt x="504" y="54"/>
                </a:lnTo>
                <a:lnTo>
                  <a:pt x="510" y="54"/>
                </a:lnTo>
                <a:lnTo>
                  <a:pt x="510" y="48"/>
                </a:lnTo>
                <a:lnTo>
                  <a:pt x="516" y="48"/>
                </a:lnTo>
                <a:lnTo>
                  <a:pt x="522" y="48"/>
                </a:lnTo>
                <a:lnTo>
                  <a:pt x="522" y="42"/>
                </a:lnTo>
                <a:lnTo>
                  <a:pt x="528" y="42"/>
                </a:lnTo>
                <a:lnTo>
                  <a:pt x="534" y="36"/>
                </a:lnTo>
                <a:lnTo>
                  <a:pt x="540" y="36"/>
                </a:lnTo>
                <a:lnTo>
                  <a:pt x="546" y="30"/>
                </a:lnTo>
                <a:lnTo>
                  <a:pt x="552" y="30"/>
                </a:lnTo>
                <a:lnTo>
                  <a:pt x="552" y="24"/>
                </a:lnTo>
                <a:lnTo>
                  <a:pt x="558" y="24"/>
                </a:lnTo>
                <a:lnTo>
                  <a:pt x="564" y="18"/>
                </a:lnTo>
                <a:lnTo>
                  <a:pt x="570" y="18"/>
                </a:lnTo>
                <a:lnTo>
                  <a:pt x="570" y="12"/>
                </a:lnTo>
                <a:lnTo>
                  <a:pt x="576" y="12"/>
                </a:lnTo>
                <a:lnTo>
                  <a:pt x="582" y="6"/>
                </a:lnTo>
                <a:lnTo>
                  <a:pt x="588" y="0"/>
                </a:lnTo>
                <a:lnTo>
                  <a:pt x="594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9" name="Line 49">
            <a:extLst>
              <a:ext uri="{FF2B5EF4-FFF2-40B4-BE49-F238E27FC236}">
                <a16:creationId xmlns:a16="http://schemas.microsoft.com/office/drawing/2014/main" id="{CB698153-5A6D-7D94-F433-2D52F5CE6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8975" y="5703888"/>
            <a:ext cx="2727325" cy="1587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0" name="Line 50">
            <a:extLst>
              <a:ext uri="{FF2B5EF4-FFF2-40B4-BE49-F238E27FC236}">
                <a16:creationId xmlns:a16="http://schemas.microsoft.com/office/drawing/2014/main" id="{8CA00AE6-581D-8D43-3FDA-144F19E0C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3694113"/>
            <a:ext cx="1588" cy="2255837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1" name="Freeform 51">
            <a:extLst>
              <a:ext uri="{FF2B5EF4-FFF2-40B4-BE49-F238E27FC236}">
                <a16:creationId xmlns:a16="http://schemas.microsoft.com/office/drawing/2014/main" id="{FF59D3A1-CF70-EF8C-4BBA-5249A6EBF1D0}"/>
              </a:ext>
            </a:extLst>
          </p:cNvPr>
          <p:cNvSpPr>
            <a:spLocks/>
          </p:cNvSpPr>
          <p:nvPr/>
        </p:nvSpPr>
        <p:spPr bwMode="auto">
          <a:xfrm>
            <a:off x="6140450" y="3808413"/>
            <a:ext cx="649288" cy="1403350"/>
          </a:xfrm>
          <a:custGeom>
            <a:avLst/>
            <a:gdLst>
              <a:gd name="T0" fmla="*/ 2147483646 w 594"/>
              <a:gd name="T1" fmla="*/ 2147483646 h 1284"/>
              <a:gd name="T2" fmla="*/ 2147483646 w 594"/>
              <a:gd name="T3" fmla="*/ 2147483646 h 1284"/>
              <a:gd name="T4" fmla="*/ 2147483646 w 594"/>
              <a:gd name="T5" fmla="*/ 2147483646 h 1284"/>
              <a:gd name="T6" fmla="*/ 2147483646 w 594"/>
              <a:gd name="T7" fmla="*/ 2147483646 h 1284"/>
              <a:gd name="T8" fmla="*/ 2147483646 w 594"/>
              <a:gd name="T9" fmla="*/ 2147483646 h 1284"/>
              <a:gd name="T10" fmla="*/ 2147483646 w 594"/>
              <a:gd name="T11" fmla="*/ 2147483646 h 1284"/>
              <a:gd name="T12" fmla="*/ 2147483646 w 594"/>
              <a:gd name="T13" fmla="*/ 2147483646 h 1284"/>
              <a:gd name="T14" fmla="*/ 2147483646 w 594"/>
              <a:gd name="T15" fmla="*/ 2147483646 h 1284"/>
              <a:gd name="T16" fmla="*/ 2147483646 w 594"/>
              <a:gd name="T17" fmla="*/ 2147483646 h 1284"/>
              <a:gd name="T18" fmla="*/ 2147483646 w 594"/>
              <a:gd name="T19" fmla="*/ 2147483646 h 1284"/>
              <a:gd name="T20" fmla="*/ 2147483646 w 594"/>
              <a:gd name="T21" fmla="*/ 2147483646 h 1284"/>
              <a:gd name="T22" fmla="*/ 2147483646 w 594"/>
              <a:gd name="T23" fmla="*/ 2147483646 h 1284"/>
              <a:gd name="T24" fmla="*/ 2147483646 w 594"/>
              <a:gd name="T25" fmla="*/ 2147483646 h 1284"/>
              <a:gd name="T26" fmla="*/ 2147483646 w 594"/>
              <a:gd name="T27" fmla="*/ 2147483646 h 1284"/>
              <a:gd name="T28" fmla="*/ 2147483646 w 594"/>
              <a:gd name="T29" fmla="*/ 2147483646 h 1284"/>
              <a:gd name="T30" fmla="*/ 2147483646 w 594"/>
              <a:gd name="T31" fmla="*/ 2147483646 h 1284"/>
              <a:gd name="T32" fmla="*/ 2147483646 w 594"/>
              <a:gd name="T33" fmla="*/ 2147483646 h 1284"/>
              <a:gd name="T34" fmla="*/ 2147483646 w 594"/>
              <a:gd name="T35" fmla="*/ 2147483646 h 1284"/>
              <a:gd name="T36" fmla="*/ 2147483646 w 594"/>
              <a:gd name="T37" fmla="*/ 2147483646 h 1284"/>
              <a:gd name="T38" fmla="*/ 2147483646 w 594"/>
              <a:gd name="T39" fmla="*/ 2147483646 h 1284"/>
              <a:gd name="T40" fmla="*/ 2147483646 w 594"/>
              <a:gd name="T41" fmla="*/ 2147483646 h 1284"/>
              <a:gd name="T42" fmla="*/ 2147483646 w 594"/>
              <a:gd name="T43" fmla="*/ 2147483646 h 1284"/>
              <a:gd name="T44" fmla="*/ 2147483646 w 594"/>
              <a:gd name="T45" fmla="*/ 2147483646 h 1284"/>
              <a:gd name="T46" fmla="*/ 2147483646 w 594"/>
              <a:gd name="T47" fmla="*/ 2147483646 h 1284"/>
              <a:gd name="T48" fmla="*/ 2147483646 w 594"/>
              <a:gd name="T49" fmla="*/ 2147483646 h 1284"/>
              <a:gd name="T50" fmla="*/ 2147483646 w 594"/>
              <a:gd name="T51" fmla="*/ 2147483646 h 1284"/>
              <a:gd name="T52" fmla="*/ 2147483646 w 594"/>
              <a:gd name="T53" fmla="*/ 2147483646 h 1284"/>
              <a:gd name="T54" fmla="*/ 2147483646 w 594"/>
              <a:gd name="T55" fmla="*/ 2147483646 h 1284"/>
              <a:gd name="T56" fmla="*/ 2147483646 w 594"/>
              <a:gd name="T57" fmla="*/ 2147483646 h 1284"/>
              <a:gd name="T58" fmla="*/ 2147483646 w 594"/>
              <a:gd name="T59" fmla="*/ 2147483646 h 1284"/>
              <a:gd name="T60" fmla="*/ 2147483646 w 594"/>
              <a:gd name="T61" fmla="*/ 2147483646 h 1284"/>
              <a:gd name="T62" fmla="*/ 2147483646 w 594"/>
              <a:gd name="T63" fmla="*/ 2147483646 h 1284"/>
              <a:gd name="T64" fmla="*/ 2147483646 w 594"/>
              <a:gd name="T65" fmla="*/ 2147483646 h 1284"/>
              <a:gd name="T66" fmla="*/ 2147483646 w 594"/>
              <a:gd name="T67" fmla="*/ 2147483646 h 1284"/>
              <a:gd name="T68" fmla="*/ 2147483646 w 594"/>
              <a:gd name="T69" fmla="*/ 2147483646 h 1284"/>
              <a:gd name="T70" fmla="*/ 2147483646 w 594"/>
              <a:gd name="T71" fmla="*/ 2147483646 h 1284"/>
              <a:gd name="T72" fmla="*/ 2147483646 w 594"/>
              <a:gd name="T73" fmla="*/ 2147483646 h 1284"/>
              <a:gd name="T74" fmla="*/ 2147483646 w 594"/>
              <a:gd name="T75" fmla="*/ 2147483646 h 1284"/>
              <a:gd name="T76" fmla="*/ 2147483646 w 594"/>
              <a:gd name="T77" fmla="*/ 2147483646 h 1284"/>
              <a:gd name="T78" fmla="*/ 2147483646 w 594"/>
              <a:gd name="T79" fmla="*/ 2147483646 h 1284"/>
              <a:gd name="T80" fmla="*/ 2147483646 w 594"/>
              <a:gd name="T81" fmla="*/ 2147483646 h 1284"/>
              <a:gd name="T82" fmla="*/ 2147483646 w 594"/>
              <a:gd name="T83" fmla="*/ 2147483646 h 1284"/>
              <a:gd name="T84" fmla="*/ 2147483646 w 594"/>
              <a:gd name="T85" fmla="*/ 2147483646 h 1284"/>
              <a:gd name="T86" fmla="*/ 2147483646 w 594"/>
              <a:gd name="T87" fmla="*/ 2147483646 h 1284"/>
              <a:gd name="T88" fmla="*/ 2147483646 w 594"/>
              <a:gd name="T89" fmla="*/ 2147483646 h 1284"/>
              <a:gd name="T90" fmla="*/ 2147483646 w 594"/>
              <a:gd name="T91" fmla="*/ 2147483646 h 1284"/>
              <a:gd name="T92" fmla="*/ 2147483646 w 594"/>
              <a:gd name="T93" fmla="*/ 2147483646 h 1284"/>
              <a:gd name="T94" fmla="*/ 2147483646 w 594"/>
              <a:gd name="T95" fmla="*/ 2147483646 h 1284"/>
              <a:gd name="T96" fmla="*/ 2147483646 w 594"/>
              <a:gd name="T97" fmla="*/ 2147483646 h 1284"/>
              <a:gd name="T98" fmla="*/ 2147483646 w 594"/>
              <a:gd name="T99" fmla="*/ 2147483646 h 1284"/>
              <a:gd name="T100" fmla="*/ 2147483646 w 594"/>
              <a:gd name="T101" fmla="*/ 2147483646 h 128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1284">
                <a:moveTo>
                  <a:pt x="0" y="0"/>
                </a:moveTo>
                <a:lnTo>
                  <a:pt x="6" y="12"/>
                </a:lnTo>
                <a:lnTo>
                  <a:pt x="6" y="24"/>
                </a:lnTo>
                <a:lnTo>
                  <a:pt x="6" y="30"/>
                </a:lnTo>
                <a:lnTo>
                  <a:pt x="12" y="42"/>
                </a:lnTo>
                <a:lnTo>
                  <a:pt x="12" y="54"/>
                </a:lnTo>
                <a:lnTo>
                  <a:pt x="18" y="60"/>
                </a:lnTo>
                <a:lnTo>
                  <a:pt x="18" y="72"/>
                </a:lnTo>
                <a:lnTo>
                  <a:pt x="18" y="84"/>
                </a:lnTo>
                <a:lnTo>
                  <a:pt x="24" y="90"/>
                </a:lnTo>
                <a:lnTo>
                  <a:pt x="24" y="102"/>
                </a:lnTo>
                <a:lnTo>
                  <a:pt x="30" y="108"/>
                </a:lnTo>
                <a:lnTo>
                  <a:pt x="30" y="120"/>
                </a:lnTo>
                <a:lnTo>
                  <a:pt x="30" y="132"/>
                </a:lnTo>
                <a:lnTo>
                  <a:pt x="36" y="138"/>
                </a:lnTo>
                <a:lnTo>
                  <a:pt x="36" y="150"/>
                </a:lnTo>
                <a:lnTo>
                  <a:pt x="36" y="156"/>
                </a:lnTo>
                <a:lnTo>
                  <a:pt x="42" y="168"/>
                </a:lnTo>
                <a:lnTo>
                  <a:pt x="42" y="174"/>
                </a:lnTo>
                <a:lnTo>
                  <a:pt x="48" y="186"/>
                </a:lnTo>
                <a:lnTo>
                  <a:pt x="48" y="192"/>
                </a:lnTo>
                <a:lnTo>
                  <a:pt x="48" y="204"/>
                </a:lnTo>
                <a:lnTo>
                  <a:pt x="54" y="210"/>
                </a:lnTo>
                <a:lnTo>
                  <a:pt x="54" y="222"/>
                </a:lnTo>
                <a:lnTo>
                  <a:pt x="60" y="228"/>
                </a:lnTo>
                <a:lnTo>
                  <a:pt x="60" y="240"/>
                </a:lnTo>
                <a:lnTo>
                  <a:pt x="60" y="246"/>
                </a:lnTo>
                <a:lnTo>
                  <a:pt x="66" y="258"/>
                </a:lnTo>
                <a:lnTo>
                  <a:pt x="66" y="264"/>
                </a:lnTo>
                <a:lnTo>
                  <a:pt x="72" y="270"/>
                </a:lnTo>
                <a:lnTo>
                  <a:pt x="72" y="282"/>
                </a:lnTo>
                <a:lnTo>
                  <a:pt x="72" y="288"/>
                </a:lnTo>
                <a:lnTo>
                  <a:pt x="78" y="300"/>
                </a:lnTo>
                <a:lnTo>
                  <a:pt x="78" y="306"/>
                </a:lnTo>
                <a:lnTo>
                  <a:pt x="78" y="312"/>
                </a:lnTo>
                <a:lnTo>
                  <a:pt x="84" y="324"/>
                </a:lnTo>
                <a:lnTo>
                  <a:pt x="84" y="330"/>
                </a:lnTo>
                <a:lnTo>
                  <a:pt x="90" y="342"/>
                </a:lnTo>
                <a:lnTo>
                  <a:pt x="90" y="348"/>
                </a:lnTo>
                <a:lnTo>
                  <a:pt x="90" y="354"/>
                </a:lnTo>
                <a:lnTo>
                  <a:pt x="96" y="366"/>
                </a:lnTo>
                <a:lnTo>
                  <a:pt x="96" y="372"/>
                </a:lnTo>
                <a:lnTo>
                  <a:pt x="102" y="378"/>
                </a:lnTo>
                <a:lnTo>
                  <a:pt x="102" y="384"/>
                </a:lnTo>
                <a:lnTo>
                  <a:pt x="102" y="396"/>
                </a:lnTo>
                <a:lnTo>
                  <a:pt x="108" y="402"/>
                </a:lnTo>
                <a:lnTo>
                  <a:pt x="108" y="408"/>
                </a:lnTo>
                <a:lnTo>
                  <a:pt x="108" y="420"/>
                </a:lnTo>
                <a:lnTo>
                  <a:pt x="114" y="426"/>
                </a:lnTo>
                <a:lnTo>
                  <a:pt x="114" y="432"/>
                </a:lnTo>
                <a:lnTo>
                  <a:pt x="120" y="438"/>
                </a:lnTo>
                <a:lnTo>
                  <a:pt x="120" y="450"/>
                </a:lnTo>
                <a:lnTo>
                  <a:pt x="120" y="456"/>
                </a:lnTo>
                <a:lnTo>
                  <a:pt x="126" y="462"/>
                </a:lnTo>
                <a:lnTo>
                  <a:pt x="126" y="468"/>
                </a:lnTo>
                <a:lnTo>
                  <a:pt x="132" y="480"/>
                </a:lnTo>
                <a:lnTo>
                  <a:pt x="132" y="486"/>
                </a:lnTo>
                <a:lnTo>
                  <a:pt x="132" y="492"/>
                </a:lnTo>
                <a:lnTo>
                  <a:pt x="138" y="498"/>
                </a:lnTo>
                <a:lnTo>
                  <a:pt x="138" y="504"/>
                </a:lnTo>
                <a:lnTo>
                  <a:pt x="138" y="510"/>
                </a:lnTo>
                <a:lnTo>
                  <a:pt x="144" y="522"/>
                </a:lnTo>
                <a:lnTo>
                  <a:pt x="144" y="528"/>
                </a:lnTo>
                <a:lnTo>
                  <a:pt x="150" y="534"/>
                </a:lnTo>
                <a:lnTo>
                  <a:pt x="150" y="540"/>
                </a:lnTo>
                <a:lnTo>
                  <a:pt x="150" y="546"/>
                </a:lnTo>
                <a:lnTo>
                  <a:pt x="156" y="552"/>
                </a:lnTo>
                <a:lnTo>
                  <a:pt x="156" y="558"/>
                </a:lnTo>
                <a:lnTo>
                  <a:pt x="162" y="570"/>
                </a:lnTo>
                <a:lnTo>
                  <a:pt x="162" y="576"/>
                </a:lnTo>
                <a:lnTo>
                  <a:pt x="162" y="582"/>
                </a:lnTo>
                <a:lnTo>
                  <a:pt x="168" y="588"/>
                </a:lnTo>
                <a:lnTo>
                  <a:pt x="168" y="594"/>
                </a:lnTo>
                <a:lnTo>
                  <a:pt x="174" y="600"/>
                </a:lnTo>
                <a:lnTo>
                  <a:pt x="174" y="606"/>
                </a:lnTo>
                <a:lnTo>
                  <a:pt x="174" y="612"/>
                </a:lnTo>
                <a:lnTo>
                  <a:pt x="180" y="618"/>
                </a:lnTo>
                <a:lnTo>
                  <a:pt x="180" y="624"/>
                </a:lnTo>
                <a:lnTo>
                  <a:pt x="180" y="630"/>
                </a:lnTo>
                <a:lnTo>
                  <a:pt x="186" y="636"/>
                </a:lnTo>
                <a:lnTo>
                  <a:pt x="186" y="642"/>
                </a:lnTo>
                <a:lnTo>
                  <a:pt x="192" y="648"/>
                </a:lnTo>
                <a:lnTo>
                  <a:pt x="192" y="654"/>
                </a:lnTo>
                <a:lnTo>
                  <a:pt x="192" y="666"/>
                </a:lnTo>
                <a:lnTo>
                  <a:pt x="198" y="672"/>
                </a:lnTo>
                <a:lnTo>
                  <a:pt x="198" y="678"/>
                </a:lnTo>
                <a:lnTo>
                  <a:pt x="204" y="684"/>
                </a:lnTo>
                <a:lnTo>
                  <a:pt x="204" y="690"/>
                </a:lnTo>
                <a:lnTo>
                  <a:pt x="210" y="696"/>
                </a:lnTo>
                <a:lnTo>
                  <a:pt x="210" y="702"/>
                </a:lnTo>
                <a:lnTo>
                  <a:pt x="210" y="708"/>
                </a:lnTo>
                <a:lnTo>
                  <a:pt x="216" y="714"/>
                </a:lnTo>
                <a:lnTo>
                  <a:pt x="216" y="720"/>
                </a:lnTo>
                <a:lnTo>
                  <a:pt x="222" y="726"/>
                </a:lnTo>
                <a:lnTo>
                  <a:pt x="222" y="732"/>
                </a:lnTo>
                <a:lnTo>
                  <a:pt x="222" y="738"/>
                </a:lnTo>
                <a:lnTo>
                  <a:pt x="228" y="744"/>
                </a:lnTo>
                <a:lnTo>
                  <a:pt x="228" y="750"/>
                </a:lnTo>
                <a:lnTo>
                  <a:pt x="234" y="756"/>
                </a:lnTo>
                <a:lnTo>
                  <a:pt x="234" y="762"/>
                </a:lnTo>
                <a:lnTo>
                  <a:pt x="234" y="768"/>
                </a:lnTo>
                <a:lnTo>
                  <a:pt x="240" y="774"/>
                </a:lnTo>
                <a:lnTo>
                  <a:pt x="240" y="780"/>
                </a:lnTo>
                <a:lnTo>
                  <a:pt x="246" y="780"/>
                </a:lnTo>
                <a:lnTo>
                  <a:pt x="246" y="786"/>
                </a:lnTo>
                <a:lnTo>
                  <a:pt x="246" y="792"/>
                </a:lnTo>
                <a:lnTo>
                  <a:pt x="252" y="798"/>
                </a:lnTo>
                <a:lnTo>
                  <a:pt x="252" y="804"/>
                </a:lnTo>
                <a:lnTo>
                  <a:pt x="252" y="810"/>
                </a:lnTo>
                <a:lnTo>
                  <a:pt x="258" y="816"/>
                </a:lnTo>
                <a:lnTo>
                  <a:pt x="264" y="822"/>
                </a:lnTo>
                <a:lnTo>
                  <a:pt x="264" y="828"/>
                </a:lnTo>
                <a:lnTo>
                  <a:pt x="264" y="834"/>
                </a:lnTo>
                <a:lnTo>
                  <a:pt x="270" y="840"/>
                </a:lnTo>
                <a:lnTo>
                  <a:pt x="270" y="846"/>
                </a:lnTo>
                <a:lnTo>
                  <a:pt x="276" y="846"/>
                </a:lnTo>
                <a:lnTo>
                  <a:pt x="276" y="852"/>
                </a:lnTo>
                <a:lnTo>
                  <a:pt x="276" y="858"/>
                </a:lnTo>
                <a:lnTo>
                  <a:pt x="282" y="864"/>
                </a:lnTo>
                <a:lnTo>
                  <a:pt x="282" y="870"/>
                </a:lnTo>
                <a:lnTo>
                  <a:pt x="288" y="876"/>
                </a:lnTo>
                <a:lnTo>
                  <a:pt x="288" y="882"/>
                </a:lnTo>
                <a:lnTo>
                  <a:pt x="294" y="888"/>
                </a:lnTo>
                <a:lnTo>
                  <a:pt x="294" y="894"/>
                </a:lnTo>
                <a:lnTo>
                  <a:pt x="300" y="900"/>
                </a:lnTo>
                <a:lnTo>
                  <a:pt x="300" y="906"/>
                </a:lnTo>
                <a:lnTo>
                  <a:pt x="306" y="912"/>
                </a:lnTo>
                <a:lnTo>
                  <a:pt x="306" y="918"/>
                </a:lnTo>
                <a:lnTo>
                  <a:pt x="312" y="924"/>
                </a:lnTo>
                <a:lnTo>
                  <a:pt x="312" y="930"/>
                </a:lnTo>
                <a:lnTo>
                  <a:pt x="318" y="930"/>
                </a:lnTo>
                <a:lnTo>
                  <a:pt x="318" y="936"/>
                </a:lnTo>
                <a:lnTo>
                  <a:pt x="318" y="942"/>
                </a:lnTo>
                <a:lnTo>
                  <a:pt x="324" y="942"/>
                </a:lnTo>
                <a:lnTo>
                  <a:pt x="324" y="948"/>
                </a:lnTo>
                <a:lnTo>
                  <a:pt x="324" y="954"/>
                </a:lnTo>
                <a:lnTo>
                  <a:pt x="330" y="960"/>
                </a:lnTo>
                <a:lnTo>
                  <a:pt x="336" y="966"/>
                </a:lnTo>
                <a:lnTo>
                  <a:pt x="336" y="972"/>
                </a:lnTo>
                <a:lnTo>
                  <a:pt x="342" y="978"/>
                </a:lnTo>
                <a:lnTo>
                  <a:pt x="342" y="984"/>
                </a:lnTo>
                <a:lnTo>
                  <a:pt x="348" y="984"/>
                </a:lnTo>
                <a:lnTo>
                  <a:pt x="348" y="990"/>
                </a:lnTo>
                <a:lnTo>
                  <a:pt x="348" y="996"/>
                </a:lnTo>
                <a:lnTo>
                  <a:pt x="354" y="996"/>
                </a:lnTo>
                <a:lnTo>
                  <a:pt x="354" y="1002"/>
                </a:lnTo>
                <a:lnTo>
                  <a:pt x="354" y="1008"/>
                </a:lnTo>
                <a:lnTo>
                  <a:pt x="360" y="1008"/>
                </a:lnTo>
                <a:lnTo>
                  <a:pt x="360" y="1014"/>
                </a:lnTo>
                <a:lnTo>
                  <a:pt x="366" y="1014"/>
                </a:lnTo>
                <a:lnTo>
                  <a:pt x="366" y="1020"/>
                </a:lnTo>
                <a:lnTo>
                  <a:pt x="366" y="1026"/>
                </a:lnTo>
                <a:lnTo>
                  <a:pt x="372" y="1026"/>
                </a:lnTo>
                <a:lnTo>
                  <a:pt x="372" y="1032"/>
                </a:lnTo>
                <a:lnTo>
                  <a:pt x="378" y="1032"/>
                </a:lnTo>
                <a:lnTo>
                  <a:pt x="378" y="1038"/>
                </a:lnTo>
                <a:lnTo>
                  <a:pt x="378" y="1044"/>
                </a:lnTo>
                <a:lnTo>
                  <a:pt x="384" y="1044"/>
                </a:lnTo>
                <a:lnTo>
                  <a:pt x="384" y="1050"/>
                </a:lnTo>
                <a:lnTo>
                  <a:pt x="390" y="1050"/>
                </a:lnTo>
                <a:lnTo>
                  <a:pt x="390" y="1056"/>
                </a:lnTo>
                <a:lnTo>
                  <a:pt x="390" y="1062"/>
                </a:lnTo>
                <a:lnTo>
                  <a:pt x="396" y="1062"/>
                </a:lnTo>
                <a:lnTo>
                  <a:pt x="396" y="1068"/>
                </a:lnTo>
                <a:lnTo>
                  <a:pt x="402" y="1074"/>
                </a:lnTo>
                <a:lnTo>
                  <a:pt x="408" y="1080"/>
                </a:lnTo>
                <a:lnTo>
                  <a:pt x="408" y="1086"/>
                </a:lnTo>
                <a:lnTo>
                  <a:pt x="414" y="1092"/>
                </a:lnTo>
                <a:lnTo>
                  <a:pt x="420" y="1098"/>
                </a:lnTo>
                <a:lnTo>
                  <a:pt x="420" y="1104"/>
                </a:lnTo>
                <a:lnTo>
                  <a:pt x="426" y="1104"/>
                </a:lnTo>
                <a:lnTo>
                  <a:pt x="426" y="1110"/>
                </a:lnTo>
                <a:lnTo>
                  <a:pt x="432" y="1116"/>
                </a:lnTo>
                <a:lnTo>
                  <a:pt x="438" y="1122"/>
                </a:lnTo>
                <a:lnTo>
                  <a:pt x="438" y="1128"/>
                </a:lnTo>
                <a:lnTo>
                  <a:pt x="444" y="1128"/>
                </a:lnTo>
                <a:lnTo>
                  <a:pt x="444" y="1134"/>
                </a:lnTo>
                <a:lnTo>
                  <a:pt x="450" y="1134"/>
                </a:lnTo>
                <a:lnTo>
                  <a:pt x="450" y="1140"/>
                </a:lnTo>
                <a:lnTo>
                  <a:pt x="456" y="1146"/>
                </a:lnTo>
                <a:lnTo>
                  <a:pt x="462" y="1152"/>
                </a:lnTo>
                <a:lnTo>
                  <a:pt x="462" y="1158"/>
                </a:lnTo>
                <a:lnTo>
                  <a:pt x="468" y="1158"/>
                </a:lnTo>
                <a:lnTo>
                  <a:pt x="468" y="1164"/>
                </a:lnTo>
                <a:lnTo>
                  <a:pt x="474" y="1170"/>
                </a:lnTo>
                <a:lnTo>
                  <a:pt x="480" y="1170"/>
                </a:lnTo>
                <a:lnTo>
                  <a:pt x="480" y="1176"/>
                </a:lnTo>
                <a:lnTo>
                  <a:pt x="486" y="1182"/>
                </a:lnTo>
                <a:lnTo>
                  <a:pt x="492" y="1188"/>
                </a:lnTo>
                <a:lnTo>
                  <a:pt x="498" y="1194"/>
                </a:lnTo>
                <a:lnTo>
                  <a:pt x="498" y="1200"/>
                </a:lnTo>
                <a:lnTo>
                  <a:pt x="504" y="1200"/>
                </a:lnTo>
                <a:lnTo>
                  <a:pt x="510" y="1206"/>
                </a:lnTo>
                <a:lnTo>
                  <a:pt x="510" y="1212"/>
                </a:lnTo>
                <a:lnTo>
                  <a:pt x="516" y="1212"/>
                </a:lnTo>
                <a:lnTo>
                  <a:pt x="522" y="1218"/>
                </a:lnTo>
                <a:lnTo>
                  <a:pt x="522" y="1224"/>
                </a:lnTo>
                <a:lnTo>
                  <a:pt x="528" y="1224"/>
                </a:lnTo>
                <a:lnTo>
                  <a:pt x="534" y="1230"/>
                </a:lnTo>
                <a:lnTo>
                  <a:pt x="540" y="1236"/>
                </a:lnTo>
                <a:lnTo>
                  <a:pt x="540" y="1242"/>
                </a:lnTo>
                <a:lnTo>
                  <a:pt x="546" y="1242"/>
                </a:lnTo>
                <a:lnTo>
                  <a:pt x="552" y="1248"/>
                </a:lnTo>
                <a:lnTo>
                  <a:pt x="558" y="1254"/>
                </a:lnTo>
                <a:lnTo>
                  <a:pt x="564" y="1254"/>
                </a:lnTo>
                <a:lnTo>
                  <a:pt x="564" y="1260"/>
                </a:lnTo>
                <a:lnTo>
                  <a:pt x="570" y="1260"/>
                </a:lnTo>
                <a:lnTo>
                  <a:pt x="570" y="1266"/>
                </a:lnTo>
                <a:lnTo>
                  <a:pt x="576" y="1266"/>
                </a:lnTo>
                <a:lnTo>
                  <a:pt x="582" y="1272"/>
                </a:lnTo>
                <a:lnTo>
                  <a:pt x="588" y="1278"/>
                </a:lnTo>
                <a:lnTo>
                  <a:pt x="594" y="1278"/>
                </a:lnTo>
                <a:lnTo>
                  <a:pt x="594" y="1284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822" name="Group 52">
            <a:extLst>
              <a:ext uri="{FF2B5EF4-FFF2-40B4-BE49-F238E27FC236}">
                <a16:creationId xmlns:a16="http://schemas.microsoft.com/office/drawing/2014/main" id="{A456FAF6-E2AA-A8C4-8EE9-DCC9B155B3AF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3808413"/>
            <a:ext cx="649287" cy="1403350"/>
            <a:chOff x="4746" y="2265"/>
            <a:chExt cx="594" cy="1284"/>
          </a:xfrm>
        </p:grpSpPr>
        <p:sp>
          <p:nvSpPr>
            <p:cNvPr id="33837" name="Freeform 53">
              <a:extLst>
                <a:ext uri="{FF2B5EF4-FFF2-40B4-BE49-F238E27FC236}">
                  <a16:creationId xmlns:a16="http://schemas.microsoft.com/office/drawing/2014/main" id="{44162DE6-85DE-5FD5-9EC3-22A8D1FE1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2277"/>
              <a:ext cx="588" cy="1272"/>
            </a:xfrm>
            <a:custGeom>
              <a:avLst/>
              <a:gdLst>
                <a:gd name="T0" fmla="*/ 6 w 588"/>
                <a:gd name="T1" fmla="*/ 1266 h 1272"/>
                <a:gd name="T2" fmla="*/ 18 w 588"/>
                <a:gd name="T3" fmla="*/ 1254 h 1272"/>
                <a:gd name="T4" fmla="*/ 30 w 588"/>
                <a:gd name="T5" fmla="*/ 1248 h 1272"/>
                <a:gd name="T6" fmla="*/ 42 w 588"/>
                <a:gd name="T7" fmla="*/ 1236 h 1272"/>
                <a:gd name="T8" fmla="*/ 54 w 588"/>
                <a:gd name="T9" fmla="*/ 1224 h 1272"/>
                <a:gd name="T10" fmla="*/ 66 w 588"/>
                <a:gd name="T11" fmla="*/ 1212 h 1272"/>
                <a:gd name="T12" fmla="*/ 78 w 588"/>
                <a:gd name="T13" fmla="*/ 1200 h 1272"/>
                <a:gd name="T14" fmla="*/ 90 w 588"/>
                <a:gd name="T15" fmla="*/ 1188 h 1272"/>
                <a:gd name="T16" fmla="*/ 102 w 588"/>
                <a:gd name="T17" fmla="*/ 1176 h 1272"/>
                <a:gd name="T18" fmla="*/ 114 w 588"/>
                <a:gd name="T19" fmla="*/ 1164 h 1272"/>
                <a:gd name="T20" fmla="*/ 126 w 588"/>
                <a:gd name="T21" fmla="*/ 1152 h 1272"/>
                <a:gd name="T22" fmla="*/ 132 w 588"/>
                <a:gd name="T23" fmla="*/ 1140 h 1272"/>
                <a:gd name="T24" fmla="*/ 144 w 588"/>
                <a:gd name="T25" fmla="*/ 1122 h 1272"/>
                <a:gd name="T26" fmla="*/ 156 w 588"/>
                <a:gd name="T27" fmla="*/ 1110 h 1272"/>
                <a:gd name="T28" fmla="*/ 168 w 588"/>
                <a:gd name="T29" fmla="*/ 1092 h 1272"/>
                <a:gd name="T30" fmla="*/ 180 w 588"/>
                <a:gd name="T31" fmla="*/ 1080 h 1272"/>
                <a:gd name="T32" fmla="*/ 192 w 588"/>
                <a:gd name="T33" fmla="*/ 1062 h 1272"/>
                <a:gd name="T34" fmla="*/ 204 w 588"/>
                <a:gd name="T35" fmla="*/ 1044 h 1272"/>
                <a:gd name="T36" fmla="*/ 216 w 588"/>
                <a:gd name="T37" fmla="*/ 1026 h 1272"/>
                <a:gd name="T38" fmla="*/ 228 w 588"/>
                <a:gd name="T39" fmla="*/ 1008 h 1272"/>
                <a:gd name="T40" fmla="*/ 240 w 588"/>
                <a:gd name="T41" fmla="*/ 990 h 1272"/>
                <a:gd name="T42" fmla="*/ 252 w 588"/>
                <a:gd name="T43" fmla="*/ 972 h 1272"/>
                <a:gd name="T44" fmla="*/ 264 w 588"/>
                <a:gd name="T45" fmla="*/ 948 h 1272"/>
                <a:gd name="T46" fmla="*/ 276 w 588"/>
                <a:gd name="T47" fmla="*/ 930 h 1272"/>
                <a:gd name="T48" fmla="*/ 288 w 588"/>
                <a:gd name="T49" fmla="*/ 906 h 1272"/>
                <a:gd name="T50" fmla="*/ 300 w 588"/>
                <a:gd name="T51" fmla="*/ 882 h 1272"/>
                <a:gd name="T52" fmla="*/ 312 w 588"/>
                <a:gd name="T53" fmla="*/ 858 h 1272"/>
                <a:gd name="T54" fmla="*/ 318 w 588"/>
                <a:gd name="T55" fmla="*/ 834 h 1272"/>
                <a:gd name="T56" fmla="*/ 330 w 588"/>
                <a:gd name="T57" fmla="*/ 810 h 1272"/>
                <a:gd name="T58" fmla="*/ 342 w 588"/>
                <a:gd name="T59" fmla="*/ 786 h 1272"/>
                <a:gd name="T60" fmla="*/ 354 w 588"/>
                <a:gd name="T61" fmla="*/ 762 h 1272"/>
                <a:gd name="T62" fmla="*/ 366 w 588"/>
                <a:gd name="T63" fmla="*/ 732 h 1272"/>
                <a:gd name="T64" fmla="*/ 378 w 588"/>
                <a:gd name="T65" fmla="*/ 702 h 1272"/>
                <a:gd name="T66" fmla="*/ 390 w 588"/>
                <a:gd name="T67" fmla="*/ 678 h 1272"/>
                <a:gd name="T68" fmla="*/ 402 w 588"/>
                <a:gd name="T69" fmla="*/ 642 h 1272"/>
                <a:gd name="T70" fmla="*/ 414 w 588"/>
                <a:gd name="T71" fmla="*/ 612 h 1272"/>
                <a:gd name="T72" fmla="*/ 426 w 588"/>
                <a:gd name="T73" fmla="*/ 582 h 1272"/>
                <a:gd name="T74" fmla="*/ 438 w 588"/>
                <a:gd name="T75" fmla="*/ 546 h 1272"/>
                <a:gd name="T76" fmla="*/ 450 w 588"/>
                <a:gd name="T77" fmla="*/ 516 h 1272"/>
                <a:gd name="T78" fmla="*/ 462 w 588"/>
                <a:gd name="T79" fmla="*/ 480 h 1272"/>
                <a:gd name="T80" fmla="*/ 474 w 588"/>
                <a:gd name="T81" fmla="*/ 444 h 1272"/>
                <a:gd name="T82" fmla="*/ 486 w 588"/>
                <a:gd name="T83" fmla="*/ 408 h 1272"/>
                <a:gd name="T84" fmla="*/ 492 w 588"/>
                <a:gd name="T85" fmla="*/ 366 h 1272"/>
                <a:gd name="T86" fmla="*/ 504 w 588"/>
                <a:gd name="T87" fmla="*/ 330 h 1272"/>
                <a:gd name="T88" fmla="*/ 516 w 588"/>
                <a:gd name="T89" fmla="*/ 288 h 1272"/>
                <a:gd name="T90" fmla="*/ 528 w 588"/>
                <a:gd name="T91" fmla="*/ 246 h 1272"/>
                <a:gd name="T92" fmla="*/ 540 w 588"/>
                <a:gd name="T93" fmla="*/ 198 h 1272"/>
                <a:gd name="T94" fmla="*/ 552 w 588"/>
                <a:gd name="T95" fmla="*/ 156 h 1272"/>
                <a:gd name="T96" fmla="*/ 564 w 588"/>
                <a:gd name="T97" fmla="*/ 108 h 1272"/>
                <a:gd name="T98" fmla="*/ 576 w 588"/>
                <a:gd name="T99" fmla="*/ 60 h 1272"/>
                <a:gd name="T100" fmla="*/ 588 w 588"/>
                <a:gd name="T101" fmla="*/ 12 h 12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88" h="1272">
                  <a:moveTo>
                    <a:pt x="0" y="1272"/>
                  </a:moveTo>
                  <a:lnTo>
                    <a:pt x="0" y="1272"/>
                  </a:lnTo>
                  <a:lnTo>
                    <a:pt x="0" y="1266"/>
                  </a:lnTo>
                  <a:lnTo>
                    <a:pt x="6" y="1266"/>
                  </a:lnTo>
                  <a:lnTo>
                    <a:pt x="12" y="1260"/>
                  </a:lnTo>
                  <a:lnTo>
                    <a:pt x="18" y="1254"/>
                  </a:lnTo>
                  <a:lnTo>
                    <a:pt x="24" y="1254"/>
                  </a:lnTo>
                  <a:lnTo>
                    <a:pt x="24" y="1248"/>
                  </a:lnTo>
                  <a:lnTo>
                    <a:pt x="30" y="1248"/>
                  </a:lnTo>
                  <a:lnTo>
                    <a:pt x="30" y="1242"/>
                  </a:lnTo>
                  <a:lnTo>
                    <a:pt x="36" y="1242"/>
                  </a:lnTo>
                  <a:lnTo>
                    <a:pt x="42" y="1236"/>
                  </a:lnTo>
                  <a:lnTo>
                    <a:pt x="48" y="1230"/>
                  </a:lnTo>
                  <a:lnTo>
                    <a:pt x="54" y="1230"/>
                  </a:lnTo>
                  <a:lnTo>
                    <a:pt x="54" y="1224"/>
                  </a:lnTo>
                  <a:lnTo>
                    <a:pt x="60" y="1218"/>
                  </a:lnTo>
                  <a:lnTo>
                    <a:pt x="66" y="1212"/>
                  </a:lnTo>
                  <a:lnTo>
                    <a:pt x="72" y="1212"/>
                  </a:lnTo>
                  <a:lnTo>
                    <a:pt x="72" y="1206"/>
                  </a:lnTo>
                  <a:lnTo>
                    <a:pt x="78" y="1200"/>
                  </a:lnTo>
                  <a:lnTo>
                    <a:pt x="84" y="1200"/>
                  </a:lnTo>
                  <a:lnTo>
                    <a:pt x="84" y="1194"/>
                  </a:lnTo>
                  <a:lnTo>
                    <a:pt x="90" y="1188"/>
                  </a:lnTo>
                  <a:lnTo>
                    <a:pt x="96" y="1188"/>
                  </a:lnTo>
                  <a:lnTo>
                    <a:pt x="96" y="1182"/>
                  </a:lnTo>
                  <a:lnTo>
                    <a:pt x="102" y="1176"/>
                  </a:lnTo>
                  <a:lnTo>
                    <a:pt x="108" y="1170"/>
                  </a:lnTo>
                  <a:lnTo>
                    <a:pt x="114" y="1164"/>
                  </a:lnTo>
                  <a:lnTo>
                    <a:pt x="114" y="1158"/>
                  </a:lnTo>
                  <a:lnTo>
                    <a:pt x="120" y="1158"/>
                  </a:lnTo>
                  <a:lnTo>
                    <a:pt x="126" y="1152"/>
                  </a:lnTo>
                  <a:lnTo>
                    <a:pt x="126" y="1146"/>
                  </a:lnTo>
                  <a:lnTo>
                    <a:pt x="132" y="1146"/>
                  </a:lnTo>
                  <a:lnTo>
                    <a:pt x="132" y="1140"/>
                  </a:lnTo>
                  <a:lnTo>
                    <a:pt x="138" y="1134"/>
                  </a:lnTo>
                  <a:lnTo>
                    <a:pt x="144" y="1128"/>
                  </a:lnTo>
                  <a:lnTo>
                    <a:pt x="144" y="1122"/>
                  </a:lnTo>
                  <a:lnTo>
                    <a:pt x="150" y="1122"/>
                  </a:lnTo>
                  <a:lnTo>
                    <a:pt x="150" y="1116"/>
                  </a:lnTo>
                  <a:lnTo>
                    <a:pt x="156" y="1116"/>
                  </a:lnTo>
                  <a:lnTo>
                    <a:pt x="156" y="1110"/>
                  </a:lnTo>
                  <a:lnTo>
                    <a:pt x="162" y="1104"/>
                  </a:lnTo>
                  <a:lnTo>
                    <a:pt x="168" y="1098"/>
                  </a:lnTo>
                  <a:lnTo>
                    <a:pt x="168" y="1092"/>
                  </a:lnTo>
                  <a:lnTo>
                    <a:pt x="174" y="1092"/>
                  </a:lnTo>
                  <a:lnTo>
                    <a:pt x="174" y="1086"/>
                  </a:lnTo>
                  <a:lnTo>
                    <a:pt x="180" y="1080"/>
                  </a:lnTo>
                  <a:lnTo>
                    <a:pt x="186" y="1074"/>
                  </a:lnTo>
                  <a:lnTo>
                    <a:pt x="186" y="1068"/>
                  </a:lnTo>
                  <a:lnTo>
                    <a:pt x="192" y="1062"/>
                  </a:lnTo>
                  <a:lnTo>
                    <a:pt x="198" y="1056"/>
                  </a:lnTo>
                  <a:lnTo>
                    <a:pt x="198" y="1050"/>
                  </a:lnTo>
                  <a:lnTo>
                    <a:pt x="204" y="1050"/>
                  </a:lnTo>
                  <a:lnTo>
                    <a:pt x="204" y="1044"/>
                  </a:lnTo>
                  <a:lnTo>
                    <a:pt x="204" y="1038"/>
                  </a:lnTo>
                  <a:lnTo>
                    <a:pt x="210" y="1038"/>
                  </a:lnTo>
                  <a:lnTo>
                    <a:pt x="210" y="1032"/>
                  </a:lnTo>
                  <a:lnTo>
                    <a:pt x="216" y="1032"/>
                  </a:lnTo>
                  <a:lnTo>
                    <a:pt x="216" y="1026"/>
                  </a:lnTo>
                  <a:lnTo>
                    <a:pt x="216" y="1020"/>
                  </a:lnTo>
                  <a:lnTo>
                    <a:pt x="222" y="1020"/>
                  </a:lnTo>
                  <a:lnTo>
                    <a:pt x="222" y="1014"/>
                  </a:lnTo>
                  <a:lnTo>
                    <a:pt x="228" y="1014"/>
                  </a:lnTo>
                  <a:lnTo>
                    <a:pt x="228" y="1008"/>
                  </a:lnTo>
                  <a:lnTo>
                    <a:pt x="228" y="1002"/>
                  </a:lnTo>
                  <a:lnTo>
                    <a:pt x="234" y="1002"/>
                  </a:lnTo>
                  <a:lnTo>
                    <a:pt x="234" y="996"/>
                  </a:lnTo>
                  <a:lnTo>
                    <a:pt x="240" y="996"/>
                  </a:lnTo>
                  <a:lnTo>
                    <a:pt x="240" y="990"/>
                  </a:lnTo>
                  <a:lnTo>
                    <a:pt x="240" y="984"/>
                  </a:lnTo>
                  <a:lnTo>
                    <a:pt x="246" y="984"/>
                  </a:lnTo>
                  <a:lnTo>
                    <a:pt x="246" y="978"/>
                  </a:lnTo>
                  <a:lnTo>
                    <a:pt x="246" y="972"/>
                  </a:lnTo>
                  <a:lnTo>
                    <a:pt x="252" y="972"/>
                  </a:lnTo>
                  <a:lnTo>
                    <a:pt x="252" y="966"/>
                  </a:lnTo>
                  <a:lnTo>
                    <a:pt x="258" y="960"/>
                  </a:lnTo>
                  <a:lnTo>
                    <a:pt x="258" y="954"/>
                  </a:lnTo>
                  <a:lnTo>
                    <a:pt x="264" y="948"/>
                  </a:lnTo>
                  <a:lnTo>
                    <a:pt x="270" y="942"/>
                  </a:lnTo>
                  <a:lnTo>
                    <a:pt x="270" y="936"/>
                  </a:lnTo>
                  <a:lnTo>
                    <a:pt x="270" y="930"/>
                  </a:lnTo>
                  <a:lnTo>
                    <a:pt x="276" y="930"/>
                  </a:lnTo>
                  <a:lnTo>
                    <a:pt x="276" y="924"/>
                  </a:lnTo>
                  <a:lnTo>
                    <a:pt x="276" y="918"/>
                  </a:lnTo>
                  <a:lnTo>
                    <a:pt x="282" y="918"/>
                  </a:lnTo>
                  <a:lnTo>
                    <a:pt x="282" y="912"/>
                  </a:lnTo>
                  <a:lnTo>
                    <a:pt x="288" y="906"/>
                  </a:lnTo>
                  <a:lnTo>
                    <a:pt x="288" y="900"/>
                  </a:lnTo>
                  <a:lnTo>
                    <a:pt x="294" y="894"/>
                  </a:lnTo>
                  <a:lnTo>
                    <a:pt x="294" y="888"/>
                  </a:lnTo>
                  <a:lnTo>
                    <a:pt x="300" y="882"/>
                  </a:lnTo>
                  <a:lnTo>
                    <a:pt x="300" y="876"/>
                  </a:lnTo>
                  <a:lnTo>
                    <a:pt x="306" y="870"/>
                  </a:lnTo>
                  <a:lnTo>
                    <a:pt x="306" y="864"/>
                  </a:lnTo>
                  <a:lnTo>
                    <a:pt x="312" y="858"/>
                  </a:lnTo>
                  <a:lnTo>
                    <a:pt x="312" y="852"/>
                  </a:lnTo>
                  <a:lnTo>
                    <a:pt x="318" y="846"/>
                  </a:lnTo>
                  <a:lnTo>
                    <a:pt x="318" y="840"/>
                  </a:lnTo>
                  <a:lnTo>
                    <a:pt x="318" y="834"/>
                  </a:lnTo>
                  <a:lnTo>
                    <a:pt x="324" y="834"/>
                  </a:lnTo>
                  <a:lnTo>
                    <a:pt x="324" y="828"/>
                  </a:lnTo>
                  <a:lnTo>
                    <a:pt x="330" y="822"/>
                  </a:lnTo>
                  <a:lnTo>
                    <a:pt x="330" y="816"/>
                  </a:lnTo>
                  <a:lnTo>
                    <a:pt x="330" y="810"/>
                  </a:lnTo>
                  <a:lnTo>
                    <a:pt x="336" y="804"/>
                  </a:lnTo>
                  <a:lnTo>
                    <a:pt x="342" y="798"/>
                  </a:lnTo>
                  <a:lnTo>
                    <a:pt x="342" y="792"/>
                  </a:lnTo>
                  <a:lnTo>
                    <a:pt x="342" y="786"/>
                  </a:lnTo>
                  <a:lnTo>
                    <a:pt x="348" y="780"/>
                  </a:lnTo>
                  <a:lnTo>
                    <a:pt x="348" y="774"/>
                  </a:lnTo>
                  <a:lnTo>
                    <a:pt x="348" y="768"/>
                  </a:lnTo>
                  <a:lnTo>
                    <a:pt x="354" y="768"/>
                  </a:lnTo>
                  <a:lnTo>
                    <a:pt x="354" y="762"/>
                  </a:lnTo>
                  <a:lnTo>
                    <a:pt x="360" y="756"/>
                  </a:lnTo>
                  <a:lnTo>
                    <a:pt x="360" y="750"/>
                  </a:lnTo>
                  <a:lnTo>
                    <a:pt x="360" y="744"/>
                  </a:lnTo>
                  <a:lnTo>
                    <a:pt x="366" y="738"/>
                  </a:lnTo>
                  <a:lnTo>
                    <a:pt x="366" y="732"/>
                  </a:lnTo>
                  <a:lnTo>
                    <a:pt x="372" y="726"/>
                  </a:lnTo>
                  <a:lnTo>
                    <a:pt x="372" y="720"/>
                  </a:lnTo>
                  <a:lnTo>
                    <a:pt x="372" y="714"/>
                  </a:lnTo>
                  <a:lnTo>
                    <a:pt x="378" y="708"/>
                  </a:lnTo>
                  <a:lnTo>
                    <a:pt x="378" y="702"/>
                  </a:lnTo>
                  <a:lnTo>
                    <a:pt x="384" y="696"/>
                  </a:lnTo>
                  <a:lnTo>
                    <a:pt x="384" y="690"/>
                  </a:lnTo>
                  <a:lnTo>
                    <a:pt x="384" y="684"/>
                  </a:lnTo>
                  <a:lnTo>
                    <a:pt x="390" y="678"/>
                  </a:lnTo>
                  <a:lnTo>
                    <a:pt x="390" y="672"/>
                  </a:lnTo>
                  <a:lnTo>
                    <a:pt x="396" y="666"/>
                  </a:lnTo>
                  <a:lnTo>
                    <a:pt x="396" y="660"/>
                  </a:lnTo>
                  <a:lnTo>
                    <a:pt x="402" y="654"/>
                  </a:lnTo>
                  <a:lnTo>
                    <a:pt x="402" y="642"/>
                  </a:lnTo>
                  <a:lnTo>
                    <a:pt x="402" y="636"/>
                  </a:lnTo>
                  <a:lnTo>
                    <a:pt x="408" y="630"/>
                  </a:lnTo>
                  <a:lnTo>
                    <a:pt x="408" y="624"/>
                  </a:lnTo>
                  <a:lnTo>
                    <a:pt x="414" y="618"/>
                  </a:lnTo>
                  <a:lnTo>
                    <a:pt x="414" y="612"/>
                  </a:lnTo>
                  <a:lnTo>
                    <a:pt x="414" y="606"/>
                  </a:lnTo>
                  <a:lnTo>
                    <a:pt x="420" y="600"/>
                  </a:lnTo>
                  <a:lnTo>
                    <a:pt x="420" y="594"/>
                  </a:lnTo>
                  <a:lnTo>
                    <a:pt x="420" y="588"/>
                  </a:lnTo>
                  <a:lnTo>
                    <a:pt x="426" y="582"/>
                  </a:lnTo>
                  <a:lnTo>
                    <a:pt x="426" y="576"/>
                  </a:lnTo>
                  <a:lnTo>
                    <a:pt x="432" y="570"/>
                  </a:lnTo>
                  <a:lnTo>
                    <a:pt x="432" y="564"/>
                  </a:lnTo>
                  <a:lnTo>
                    <a:pt x="432" y="558"/>
                  </a:lnTo>
                  <a:lnTo>
                    <a:pt x="438" y="546"/>
                  </a:lnTo>
                  <a:lnTo>
                    <a:pt x="438" y="540"/>
                  </a:lnTo>
                  <a:lnTo>
                    <a:pt x="444" y="534"/>
                  </a:lnTo>
                  <a:lnTo>
                    <a:pt x="444" y="528"/>
                  </a:lnTo>
                  <a:lnTo>
                    <a:pt x="444" y="522"/>
                  </a:lnTo>
                  <a:lnTo>
                    <a:pt x="450" y="516"/>
                  </a:lnTo>
                  <a:lnTo>
                    <a:pt x="450" y="510"/>
                  </a:lnTo>
                  <a:lnTo>
                    <a:pt x="456" y="498"/>
                  </a:lnTo>
                  <a:lnTo>
                    <a:pt x="456" y="492"/>
                  </a:lnTo>
                  <a:lnTo>
                    <a:pt x="456" y="486"/>
                  </a:lnTo>
                  <a:lnTo>
                    <a:pt x="462" y="480"/>
                  </a:lnTo>
                  <a:lnTo>
                    <a:pt x="462" y="474"/>
                  </a:lnTo>
                  <a:lnTo>
                    <a:pt x="462" y="468"/>
                  </a:lnTo>
                  <a:lnTo>
                    <a:pt x="468" y="456"/>
                  </a:lnTo>
                  <a:lnTo>
                    <a:pt x="468" y="450"/>
                  </a:lnTo>
                  <a:lnTo>
                    <a:pt x="474" y="444"/>
                  </a:lnTo>
                  <a:lnTo>
                    <a:pt x="474" y="438"/>
                  </a:lnTo>
                  <a:lnTo>
                    <a:pt x="474" y="426"/>
                  </a:lnTo>
                  <a:lnTo>
                    <a:pt x="480" y="420"/>
                  </a:lnTo>
                  <a:lnTo>
                    <a:pt x="480" y="414"/>
                  </a:lnTo>
                  <a:lnTo>
                    <a:pt x="486" y="408"/>
                  </a:lnTo>
                  <a:lnTo>
                    <a:pt x="486" y="396"/>
                  </a:lnTo>
                  <a:lnTo>
                    <a:pt x="486" y="390"/>
                  </a:lnTo>
                  <a:lnTo>
                    <a:pt x="492" y="384"/>
                  </a:lnTo>
                  <a:lnTo>
                    <a:pt x="492" y="372"/>
                  </a:lnTo>
                  <a:lnTo>
                    <a:pt x="492" y="366"/>
                  </a:lnTo>
                  <a:lnTo>
                    <a:pt x="498" y="360"/>
                  </a:lnTo>
                  <a:lnTo>
                    <a:pt x="498" y="354"/>
                  </a:lnTo>
                  <a:lnTo>
                    <a:pt x="504" y="342"/>
                  </a:lnTo>
                  <a:lnTo>
                    <a:pt x="504" y="336"/>
                  </a:lnTo>
                  <a:lnTo>
                    <a:pt x="504" y="330"/>
                  </a:lnTo>
                  <a:lnTo>
                    <a:pt x="510" y="318"/>
                  </a:lnTo>
                  <a:lnTo>
                    <a:pt x="510" y="312"/>
                  </a:lnTo>
                  <a:lnTo>
                    <a:pt x="516" y="300"/>
                  </a:lnTo>
                  <a:lnTo>
                    <a:pt x="516" y="294"/>
                  </a:lnTo>
                  <a:lnTo>
                    <a:pt x="516" y="288"/>
                  </a:lnTo>
                  <a:lnTo>
                    <a:pt x="522" y="276"/>
                  </a:lnTo>
                  <a:lnTo>
                    <a:pt x="522" y="270"/>
                  </a:lnTo>
                  <a:lnTo>
                    <a:pt x="522" y="258"/>
                  </a:lnTo>
                  <a:lnTo>
                    <a:pt x="528" y="252"/>
                  </a:lnTo>
                  <a:lnTo>
                    <a:pt x="528" y="246"/>
                  </a:lnTo>
                  <a:lnTo>
                    <a:pt x="534" y="234"/>
                  </a:lnTo>
                  <a:lnTo>
                    <a:pt x="534" y="228"/>
                  </a:lnTo>
                  <a:lnTo>
                    <a:pt x="534" y="216"/>
                  </a:lnTo>
                  <a:lnTo>
                    <a:pt x="540" y="210"/>
                  </a:lnTo>
                  <a:lnTo>
                    <a:pt x="540" y="198"/>
                  </a:lnTo>
                  <a:lnTo>
                    <a:pt x="546" y="192"/>
                  </a:lnTo>
                  <a:lnTo>
                    <a:pt x="546" y="180"/>
                  </a:lnTo>
                  <a:lnTo>
                    <a:pt x="546" y="174"/>
                  </a:lnTo>
                  <a:lnTo>
                    <a:pt x="552" y="162"/>
                  </a:lnTo>
                  <a:lnTo>
                    <a:pt x="552" y="156"/>
                  </a:lnTo>
                  <a:lnTo>
                    <a:pt x="558" y="144"/>
                  </a:lnTo>
                  <a:lnTo>
                    <a:pt x="558" y="138"/>
                  </a:lnTo>
                  <a:lnTo>
                    <a:pt x="558" y="126"/>
                  </a:lnTo>
                  <a:lnTo>
                    <a:pt x="564" y="120"/>
                  </a:lnTo>
                  <a:lnTo>
                    <a:pt x="564" y="108"/>
                  </a:lnTo>
                  <a:lnTo>
                    <a:pt x="564" y="96"/>
                  </a:lnTo>
                  <a:lnTo>
                    <a:pt x="570" y="90"/>
                  </a:lnTo>
                  <a:lnTo>
                    <a:pt x="570" y="78"/>
                  </a:lnTo>
                  <a:lnTo>
                    <a:pt x="576" y="72"/>
                  </a:lnTo>
                  <a:lnTo>
                    <a:pt x="576" y="60"/>
                  </a:lnTo>
                  <a:lnTo>
                    <a:pt x="576" y="48"/>
                  </a:lnTo>
                  <a:lnTo>
                    <a:pt x="582" y="42"/>
                  </a:lnTo>
                  <a:lnTo>
                    <a:pt x="582" y="30"/>
                  </a:lnTo>
                  <a:lnTo>
                    <a:pt x="588" y="18"/>
                  </a:lnTo>
                  <a:lnTo>
                    <a:pt x="588" y="12"/>
                  </a:lnTo>
                  <a:lnTo>
                    <a:pt x="588" y="0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8" name="Line 54">
              <a:extLst>
                <a:ext uri="{FF2B5EF4-FFF2-40B4-BE49-F238E27FC236}">
                  <a16:creationId xmlns:a16="http://schemas.microsoft.com/office/drawing/2014/main" id="{A938D542-2ADA-7ED2-3544-5782D585B3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" y="2265"/>
              <a:ext cx="6" cy="12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23" name="Freeform 55">
            <a:extLst>
              <a:ext uri="{FF2B5EF4-FFF2-40B4-BE49-F238E27FC236}">
                <a16:creationId xmlns:a16="http://schemas.microsoft.com/office/drawing/2014/main" id="{1E81F279-57C1-FCC3-2B69-9CA6B5B81C5A}"/>
              </a:ext>
            </a:extLst>
          </p:cNvPr>
          <p:cNvSpPr>
            <a:spLocks/>
          </p:cNvSpPr>
          <p:nvPr/>
        </p:nvSpPr>
        <p:spPr bwMode="auto">
          <a:xfrm>
            <a:off x="5846763" y="5611813"/>
            <a:ext cx="647700" cy="71437"/>
          </a:xfrm>
          <a:custGeom>
            <a:avLst/>
            <a:gdLst>
              <a:gd name="T0" fmla="*/ 2147483646 w 594"/>
              <a:gd name="T1" fmla="*/ 2147483646 h 66"/>
              <a:gd name="T2" fmla="*/ 2147483646 w 594"/>
              <a:gd name="T3" fmla="*/ 2147483646 h 66"/>
              <a:gd name="T4" fmla="*/ 2147483646 w 594"/>
              <a:gd name="T5" fmla="*/ 2147483646 h 66"/>
              <a:gd name="T6" fmla="*/ 2147483646 w 594"/>
              <a:gd name="T7" fmla="*/ 2147483646 h 66"/>
              <a:gd name="T8" fmla="*/ 2147483646 w 594"/>
              <a:gd name="T9" fmla="*/ 2147483646 h 66"/>
              <a:gd name="T10" fmla="*/ 2147483646 w 594"/>
              <a:gd name="T11" fmla="*/ 2147483646 h 66"/>
              <a:gd name="T12" fmla="*/ 2147483646 w 594"/>
              <a:gd name="T13" fmla="*/ 2147483646 h 66"/>
              <a:gd name="T14" fmla="*/ 2147483646 w 594"/>
              <a:gd name="T15" fmla="*/ 2147483646 h 66"/>
              <a:gd name="T16" fmla="*/ 2147483646 w 594"/>
              <a:gd name="T17" fmla="*/ 2147483646 h 66"/>
              <a:gd name="T18" fmla="*/ 2147483646 w 594"/>
              <a:gd name="T19" fmla="*/ 2147483646 h 66"/>
              <a:gd name="T20" fmla="*/ 2147483646 w 594"/>
              <a:gd name="T21" fmla="*/ 2147483646 h 66"/>
              <a:gd name="T22" fmla="*/ 2147483646 w 594"/>
              <a:gd name="T23" fmla="*/ 2147483646 h 66"/>
              <a:gd name="T24" fmla="*/ 2147483646 w 594"/>
              <a:gd name="T25" fmla="*/ 2147483646 h 66"/>
              <a:gd name="T26" fmla="*/ 2147483646 w 594"/>
              <a:gd name="T27" fmla="*/ 2147483646 h 66"/>
              <a:gd name="T28" fmla="*/ 2147483646 w 594"/>
              <a:gd name="T29" fmla="*/ 2147483646 h 66"/>
              <a:gd name="T30" fmla="*/ 2147483646 w 594"/>
              <a:gd name="T31" fmla="*/ 2147483646 h 66"/>
              <a:gd name="T32" fmla="*/ 2147483646 w 594"/>
              <a:gd name="T33" fmla="*/ 2147483646 h 66"/>
              <a:gd name="T34" fmla="*/ 2147483646 w 594"/>
              <a:gd name="T35" fmla="*/ 2147483646 h 66"/>
              <a:gd name="T36" fmla="*/ 2147483646 w 594"/>
              <a:gd name="T37" fmla="*/ 2147483646 h 66"/>
              <a:gd name="T38" fmla="*/ 2147483646 w 594"/>
              <a:gd name="T39" fmla="*/ 2147483646 h 66"/>
              <a:gd name="T40" fmla="*/ 2147483646 w 594"/>
              <a:gd name="T41" fmla="*/ 2147483646 h 66"/>
              <a:gd name="T42" fmla="*/ 2147483646 w 594"/>
              <a:gd name="T43" fmla="*/ 2147483646 h 66"/>
              <a:gd name="T44" fmla="*/ 2147483646 w 594"/>
              <a:gd name="T45" fmla="*/ 2147483646 h 66"/>
              <a:gd name="T46" fmla="*/ 2147483646 w 594"/>
              <a:gd name="T47" fmla="*/ 2147483646 h 66"/>
              <a:gd name="T48" fmla="*/ 2147483646 w 594"/>
              <a:gd name="T49" fmla="*/ 2147483646 h 66"/>
              <a:gd name="T50" fmla="*/ 2147483646 w 594"/>
              <a:gd name="T51" fmla="*/ 2147483646 h 66"/>
              <a:gd name="T52" fmla="*/ 2147483646 w 594"/>
              <a:gd name="T53" fmla="*/ 2147483646 h 66"/>
              <a:gd name="T54" fmla="*/ 2147483646 w 594"/>
              <a:gd name="T55" fmla="*/ 2147483646 h 66"/>
              <a:gd name="T56" fmla="*/ 2147483646 w 594"/>
              <a:gd name="T57" fmla="*/ 2147483646 h 66"/>
              <a:gd name="T58" fmla="*/ 2147483646 w 594"/>
              <a:gd name="T59" fmla="*/ 2147483646 h 66"/>
              <a:gd name="T60" fmla="*/ 2147483646 w 594"/>
              <a:gd name="T61" fmla="*/ 2147483646 h 66"/>
              <a:gd name="T62" fmla="*/ 2147483646 w 594"/>
              <a:gd name="T63" fmla="*/ 2147483646 h 66"/>
              <a:gd name="T64" fmla="*/ 2147483646 w 594"/>
              <a:gd name="T65" fmla="*/ 2147483646 h 66"/>
              <a:gd name="T66" fmla="*/ 2147483646 w 594"/>
              <a:gd name="T67" fmla="*/ 2147483646 h 66"/>
              <a:gd name="T68" fmla="*/ 2147483646 w 594"/>
              <a:gd name="T69" fmla="*/ 2147483646 h 66"/>
              <a:gd name="T70" fmla="*/ 2147483646 w 594"/>
              <a:gd name="T71" fmla="*/ 2147483646 h 66"/>
              <a:gd name="T72" fmla="*/ 2147483646 w 594"/>
              <a:gd name="T73" fmla="*/ 2147483646 h 66"/>
              <a:gd name="T74" fmla="*/ 2147483646 w 594"/>
              <a:gd name="T75" fmla="*/ 2147483646 h 66"/>
              <a:gd name="T76" fmla="*/ 2147483646 w 594"/>
              <a:gd name="T77" fmla="*/ 2147483646 h 66"/>
              <a:gd name="T78" fmla="*/ 2147483646 w 594"/>
              <a:gd name="T79" fmla="*/ 2147483646 h 66"/>
              <a:gd name="T80" fmla="*/ 2147483646 w 594"/>
              <a:gd name="T81" fmla="*/ 2147483646 h 66"/>
              <a:gd name="T82" fmla="*/ 2147483646 w 594"/>
              <a:gd name="T83" fmla="*/ 2147483646 h 66"/>
              <a:gd name="T84" fmla="*/ 2147483646 w 594"/>
              <a:gd name="T85" fmla="*/ 2147483646 h 66"/>
              <a:gd name="T86" fmla="*/ 2147483646 w 594"/>
              <a:gd name="T87" fmla="*/ 2147483646 h 66"/>
              <a:gd name="T88" fmla="*/ 2147483646 w 594"/>
              <a:gd name="T89" fmla="*/ 2147483646 h 66"/>
              <a:gd name="T90" fmla="*/ 2147483646 w 594"/>
              <a:gd name="T91" fmla="*/ 2147483646 h 66"/>
              <a:gd name="T92" fmla="*/ 2147483646 w 594"/>
              <a:gd name="T93" fmla="*/ 2147483646 h 66"/>
              <a:gd name="T94" fmla="*/ 2147483646 w 594"/>
              <a:gd name="T95" fmla="*/ 2147483646 h 66"/>
              <a:gd name="T96" fmla="*/ 2147483646 w 594"/>
              <a:gd name="T97" fmla="*/ 2147483646 h 66"/>
              <a:gd name="T98" fmla="*/ 2147483646 w 594"/>
              <a:gd name="T99" fmla="*/ 2147483646 h 66"/>
              <a:gd name="T100" fmla="*/ 2147483646 w 594"/>
              <a:gd name="T101" fmla="*/ 2147483646 h 6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66">
                <a:moveTo>
                  <a:pt x="0" y="66"/>
                </a:moveTo>
                <a:lnTo>
                  <a:pt x="0" y="66"/>
                </a:lnTo>
                <a:lnTo>
                  <a:pt x="6" y="66"/>
                </a:lnTo>
                <a:lnTo>
                  <a:pt x="12" y="66"/>
                </a:lnTo>
                <a:lnTo>
                  <a:pt x="18" y="66"/>
                </a:lnTo>
                <a:lnTo>
                  <a:pt x="24" y="66"/>
                </a:lnTo>
                <a:lnTo>
                  <a:pt x="30" y="66"/>
                </a:lnTo>
                <a:lnTo>
                  <a:pt x="36" y="66"/>
                </a:lnTo>
                <a:lnTo>
                  <a:pt x="42" y="66"/>
                </a:lnTo>
                <a:lnTo>
                  <a:pt x="42" y="60"/>
                </a:lnTo>
                <a:lnTo>
                  <a:pt x="48" y="60"/>
                </a:lnTo>
                <a:lnTo>
                  <a:pt x="54" y="60"/>
                </a:lnTo>
                <a:lnTo>
                  <a:pt x="60" y="60"/>
                </a:lnTo>
                <a:lnTo>
                  <a:pt x="66" y="60"/>
                </a:lnTo>
                <a:lnTo>
                  <a:pt x="72" y="60"/>
                </a:lnTo>
                <a:lnTo>
                  <a:pt x="78" y="60"/>
                </a:lnTo>
                <a:lnTo>
                  <a:pt x="84" y="60"/>
                </a:lnTo>
                <a:lnTo>
                  <a:pt x="90" y="60"/>
                </a:lnTo>
                <a:lnTo>
                  <a:pt x="96" y="60"/>
                </a:lnTo>
                <a:lnTo>
                  <a:pt x="102" y="60"/>
                </a:lnTo>
                <a:lnTo>
                  <a:pt x="108" y="60"/>
                </a:lnTo>
                <a:lnTo>
                  <a:pt x="114" y="60"/>
                </a:lnTo>
                <a:lnTo>
                  <a:pt x="120" y="60"/>
                </a:lnTo>
                <a:lnTo>
                  <a:pt x="126" y="60"/>
                </a:lnTo>
                <a:lnTo>
                  <a:pt x="132" y="60"/>
                </a:lnTo>
                <a:lnTo>
                  <a:pt x="138" y="60"/>
                </a:lnTo>
                <a:lnTo>
                  <a:pt x="144" y="60"/>
                </a:lnTo>
                <a:lnTo>
                  <a:pt x="150" y="54"/>
                </a:lnTo>
                <a:lnTo>
                  <a:pt x="156" y="54"/>
                </a:lnTo>
                <a:lnTo>
                  <a:pt x="162" y="54"/>
                </a:lnTo>
                <a:lnTo>
                  <a:pt x="168" y="54"/>
                </a:lnTo>
                <a:lnTo>
                  <a:pt x="174" y="54"/>
                </a:lnTo>
                <a:lnTo>
                  <a:pt x="180" y="54"/>
                </a:lnTo>
                <a:lnTo>
                  <a:pt x="186" y="54"/>
                </a:lnTo>
                <a:lnTo>
                  <a:pt x="192" y="54"/>
                </a:lnTo>
                <a:lnTo>
                  <a:pt x="198" y="54"/>
                </a:lnTo>
                <a:lnTo>
                  <a:pt x="204" y="54"/>
                </a:lnTo>
                <a:lnTo>
                  <a:pt x="210" y="54"/>
                </a:lnTo>
                <a:lnTo>
                  <a:pt x="216" y="54"/>
                </a:lnTo>
                <a:lnTo>
                  <a:pt x="222" y="54"/>
                </a:lnTo>
                <a:lnTo>
                  <a:pt x="228" y="54"/>
                </a:lnTo>
                <a:lnTo>
                  <a:pt x="228" y="48"/>
                </a:lnTo>
                <a:lnTo>
                  <a:pt x="234" y="48"/>
                </a:lnTo>
                <a:lnTo>
                  <a:pt x="240" y="48"/>
                </a:lnTo>
                <a:lnTo>
                  <a:pt x="246" y="48"/>
                </a:lnTo>
                <a:lnTo>
                  <a:pt x="252" y="48"/>
                </a:lnTo>
                <a:lnTo>
                  <a:pt x="258" y="48"/>
                </a:lnTo>
                <a:lnTo>
                  <a:pt x="264" y="48"/>
                </a:lnTo>
                <a:lnTo>
                  <a:pt x="270" y="48"/>
                </a:lnTo>
                <a:lnTo>
                  <a:pt x="276" y="48"/>
                </a:lnTo>
                <a:lnTo>
                  <a:pt x="282" y="48"/>
                </a:lnTo>
                <a:lnTo>
                  <a:pt x="288" y="48"/>
                </a:lnTo>
                <a:lnTo>
                  <a:pt x="294" y="48"/>
                </a:lnTo>
                <a:lnTo>
                  <a:pt x="300" y="48"/>
                </a:lnTo>
                <a:lnTo>
                  <a:pt x="300" y="42"/>
                </a:lnTo>
                <a:lnTo>
                  <a:pt x="306" y="42"/>
                </a:lnTo>
                <a:lnTo>
                  <a:pt x="312" y="42"/>
                </a:lnTo>
                <a:lnTo>
                  <a:pt x="318" y="42"/>
                </a:lnTo>
                <a:lnTo>
                  <a:pt x="324" y="42"/>
                </a:lnTo>
                <a:lnTo>
                  <a:pt x="330" y="42"/>
                </a:lnTo>
                <a:lnTo>
                  <a:pt x="336" y="42"/>
                </a:lnTo>
                <a:lnTo>
                  <a:pt x="342" y="42"/>
                </a:lnTo>
                <a:lnTo>
                  <a:pt x="348" y="42"/>
                </a:lnTo>
                <a:lnTo>
                  <a:pt x="354" y="42"/>
                </a:lnTo>
                <a:lnTo>
                  <a:pt x="360" y="36"/>
                </a:lnTo>
                <a:lnTo>
                  <a:pt x="366" y="36"/>
                </a:lnTo>
                <a:lnTo>
                  <a:pt x="372" y="36"/>
                </a:lnTo>
                <a:lnTo>
                  <a:pt x="378" y="36"/>
                </a:lnTo>
                <a:lnTo>
                  <a:pt x="384" y="36"/>
                </a:lnTo>
                <a:lnTo>
                  <a:pt x="390" y="36"/>
                </a:lnTo>
                <a:lnTo>
                  <a:pt x="396" y="36"/>
                </a:lnTo>
                <a:lnTo>
                  <a:pt x="402" y="36"/>
                </a:lnTo>
                <a:lnTo>
                  <a:pt x="408" y="36"/>
                </a:lnTo>
                <a:lnTo>
                  <a:pt x="408" y="30"/>
                </a:lnTo>
                <a:lnTo>
                  <a:pt x="414" y="30"/>
                </a:lnTo>
                <a:lnTo>
                  <a:pt x="420" y="30"/>
                </a:lnTo>
                <a:lnTo>
                  <a:pt x="426" y="30"/>
                </a:lnTo>
                <a:lnTo>
                  <a:pt x="432" y="30"/>
                </a:lnTo>
                <a:lnTo>
                  <a:pt x="438" y="30"/>
                </a:lnTo>
                <a:lnTo>
                  <a:pt x="444" y="30"/>
                </a:lnTo>
                <a:lnTo>
                  <a:pt x="450" y="30"/>
                </a:lnTo>
                <a:lnTo>
                  <a:pt x="450" y="24"/>
                </a:lnTo>
                <a:lnTo>
                  <a:pt x="456" y="24"/>
                </a:lnTo>
                <a:lnTo>
                  <a:pt x="462" y="24"/>
                </a:lnTo>
                <a:lnTo>
                  <a:pt x="468" y="24"/>
                </a:lnTo>
                <a:lnTo>
                  <a:pt x="474" y="24"/>
                </a:lnTo>
                <a:lnTo>
                  <a:pt x="480" y="24"/>
                </a:lnTo>
                <a:lnTo>
                  <a:pt x="486" y="24"/>
                </a:lnTo>
                <a:lnTo>
                  <a:pt x="492" y="24"/>
                </a:lnTo>
                <a:lnTo>
                  <a:pt x="492" y="18"/>
                </a:lnTo>
                <a:lnTo>
                  <a:pt x="498" y="18"/>
                </a:lnTo>
                <a:lnTo>
                  <a:pt x="504" y="18"/>
                </a:lnTo>
                <a:lnTo>
                  <a:pt x="510" y="18"/>
                </a:lnTo>
                <a:lnTo>
                  <a:pt x="516" y="18"/>
                </a:lnTo>
                <a:lnTo>
                  <a:pt x="522" y="18"/>
                </a:lnTo>
                <a:lnTo>
                  <a:pt x="528" y="18"/>
                </a:lnTo>
                <a:lnTo>
                  <a:pt x="528" y="12"/>
                </a:lnTo>
                <a:lnTo>
                  <a:pt x="534" y="12"/>
                </a:lnTo>
                <a:lnTo>
                  <a:pt x="540" y="12"/>
                </a:lnTo>
                <a:lnTo>
                  <a:pt x="546" y="12"/>
                </a:lnTo>
                <a:lnTo>
                  <a:pt x="552" y="12"/>
                </a:lnTo>
                <a:lnTo>
                  <a:pt x="558" y="12"/>
                </a:lnTo>
                <a:lnTo>
                  <a:pt x="564" y="6"/>
                </a:lnTo>
                <a:lnTo>
                  <a:pt x="570" y="6"/>
                </a:lnTo>
                <a:lnTo>
                  <a:pt x="576" y="6"/>
                </a:lnTo>
                <a:lnTo>
                  <a:pt x="582" y="6"/>
                </a:lnTo>
                <a:lnTo>
                  <a:pt x="588" y="6"/>
                </a:lnTo>
                <a:lnTo>
                  <a:pt x="594" y="0"/>
                </a:lnTo>
              </a:path>
            </a:pathLst>
          </a:custGeom>
          <a:noFill/>
          <a:ln w="9525" cap="flat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4" name="Freeform 56">
            <a:extLst>
              <a:ext uri="{FF2B5EF4-FFF2-40B4-BE49-F238E27FC236}">
                <a16:creationId xmlns:a16="http://schemas.microsoft.com/office/drawing/2014/main" id="{44A7C4FD-0416-F781-4FB9-AFFD30FEFADC}"/>
              </a:ext>
            </a:extLst>
          </p:cNvPr>
          <p:cNvSpPr>
            <a:spLocks/>
          </p:cNvSpPr>
          <p:nvPr/>
        </p:nvSpPr>
        <p:spPr bwMode="auto">
          <a:xfrm>
            <a:off x="6494463" y="5303838"/>
            <a:ext cx="642937" cy="307975"/>
          </a:xfrm>
          <a:custGeom>
            <a:avLst/>
            <a:gdLst>
              <a:gd name="T0" fmla="*/ 2147483646 w 588"/>
              <a:gd name="T1" fmla="*/ 2147483646 h 282"/>
              <a:gd name="T2" fmla="*/ 2147483646 w 588"/>
              <a:gd name="T3" fmla="*/ 2147483646 h 282"/>
              <a:gd name="T4" fmla="*/ 2147483646 w 588"/>
              <a:gd name="T5" fmla="*/ 2147483646 h 282"/>
              <a:gd name="T6" fmla="*/ 2147483646 w 588"/>
              <a:gd name="T7" fmla="*/ 2147483646 h 282"/>
              <a:gd name="T8" fmla="*/ 2147483646 w 588"/>
              <a:gd name="T9" fmla="*/ 2147483646 h 282"/>
              <a:gd name="T10" fmla="*/ 2147483646 w 588"/>
              <a:gd name="T11" fmla="*/ 2147483646 h 282"/>
              <a:gd name="T12" fmla="*/ 2147483646 w 588"/>
              <a:gd name="T13" fmla="*/ 2147483646 h 282"/>
              <a:gd name="T14" fmla="*/ 2147483646 w 588"/>
              <a:gd name="T15" fmla="*/ 2147483646 h 282"/>
              <a:gd name="T16" fmla="*/ 2147483646 w 588"/>
              <a:gd name="T17" fmla="*/ 2147483646 h 282"/>
              <a:gd name="T18" fmla="*/ 2147483646 w 588"/>
              <a:gd name="T19" fmla="*/ 2147483646 h 282"/>
              <a:gd name="T20" fmla="*/ 2147483646 w 588"/>
              <a:gd name="T21" fmla="*/ 2147483646 h 282"/>
              <a:gd name="T22" fmla="*/ 2147483646 w 588"/>
              <a:gd name="T23" fmla="*/ 2147483646 h 282"/>
              <a:gd name="T24" fmla="*/ 2147483646 w 588"/>
              <a:gd name="T25" fmla="*/ 2147483646 h 282"/>
              <a:gd name="T26" fmla="*/ 2147483646 w 588"/>
              <a:gd name="T27" fmla="*/ 2147483646 h 282"/>
              <a:gd name="T28" fmla="*/ 2147483646 w 588"/>
              <a:gd name="T29" fmla="*/ 2147483646 h 282"/>
              <a:gd name="T30" fmla="*/ 2147483646 w 588"/>
              <a:gd name="T31" fmla="*/ 2147483646 h 282"/>
              <a:gd name="T32" fmla="*/ 2147483646 w 588"/>
              <a:gd name="T33" fmla="*/ 2147483646 h 282"/>
              <a:gd name="T34" fmla="*/ 2147483646 w 588"/>
              <a:gd name="T35" fmla="*/ 2147483646 h 282"/>
              <a:gd name="T36" fmla="*/ 2147483646 w 588"/>
              <a:gd name="T37" fmla="*/ 2147483646 h 282"/>
              <a:gd name="T38" fmla="*/ 2147483646 w 588"/>
              <a:gd name="T39" fmla="*/ 2147483646 h 282"/>
              <a:gd name="T40" fmla="*/ 2147483646 w 588"/>
              <a:gd name="T41" fmla="*/ 2147483646 h 282"/>
              <a:gd name="T42" fmla="*/ 2147483646 w 588"/>
              <a:gd name="T43" fmla="*/ 2147483646 h 282"/>
              <a:gd name="T44" fmla="*/ 2147483646 w 588"/>
              <a:gd name="T45" fmla="*/ 2147483646 h 282"/>
              <a:gd name="T46" fmla="*/ 2147483646 w 588"/>
              <a:gd name="T47" fmla="*/ 2147483646 h 282"/>
              <a:gd name="T48" fmla="*/ 2147483646 w 588"/>
              <a:gd name="T49" fmla="*/ 2147483646 h 282"/>
              <a:gd name="T50" fmla="*/ 2147483646 w 588"/>
              <a:gd name="T51" fmla="*/ 2147483646 h 282"/>
              <a:gd name="T52" fmla="*/ 2147483646 w 588"/>
              <a:gd name="T53" fmla="*/ 2147483646 h 282"/>
              <a:gd name="T54" fmla="*/ 2147483646 w 588"/>
              <a:gd name="T55" fmla="*/ 2147483646 h 282"/>
              <a:gd name="T56" fmla="*/ 2147483646 w 588"/>
              <a:gd name="T57" fmla="*/ 2147483646 h 282"/>
              <a:gd name="T58" fmla="*/ 2147483646 w 588"/>
              <a:gd name="T59" fmla="*/ 2147483646 h 282"/>
              <a:gd name="T60" fmla="*/ 2147483646 w 588"/>
              <a:gd name="T61" fmla="*/ 2147483646 h 282"/>
              <a:gd name="T62" fmla="*/ 2147483646 w 588"/>
              <a:gd name="T63" fmla="*/ 2147483646 h 282"/>
              <a:gd name="T64" fmla="*/ 2147483646 w 588"/>
              <a:gd name="T65" fmla="*/ 2147483646 h 282"/>
              <a:gd name="T66" fmla="*/ 2147483646 w 588"/>
              <a:gd name="T67" fmla="*/ 2147483646 h 282"/>
              <a:gd name="T68" fmla="*/ 2147483646 w 588"/>
              <a:gd name="T69" fmla="*/ 2147483646 h 282"/>
              <a:gd name="T70" fmla="*/ 2147483646 w 588"/>
              <a:gd name="T71" fmla="*/ 2147483646 h 282"/>
              <a:gd name="T72" fmla="*/ 2147483646 w 588"/>
              <a:gd name="T73" fmla="*/ 2147483646 h 282"/>
              <a:gd name="T74" fmla="*/ 2147483646 w 588"/>
              <a:gd name="T75" fmla="*/ 2147483646 h 282"/>
              <a:gd name="T76" fmla="*/ 2147483646 w 588"/>
              <a:gd name="T77" fmla="*/ 2147483646 h 282"/>
              <a:gd name="T78" fmla="*/ 2147483646 w 588"/>
              <a:gd name="T79" fmla="*/ 2147483646 h 282"/>
              <a:gd name="T80" fmla="*/ 2147483646 w 588"/>
              <a:gd name="T81" fmla="*/ 2147483646 h 282"/>
              <a:gd name="T82" fmla="*/ 2147483646 w 588"/>
              <a:gd name="T83" fmla="*/ 2147483646 h 282"/>
              <a:gd name="T84" fmla="*/ 2147483646 w 588"/>
              <a:gd name="T85" fmla="*/ 2147483646 h 282"/>
              <a:gd name="T86" fmla="*/ 2147483646 w 588"/>
              <a:gd name="T87" fmla="*/ 2147483646 h 282"/>
              <a:gd name="T88" fmla="*/ 2147483646 w 588"/>
              <a:gd name="T89" fmla="*/ 2147483646 h 282"/>
              <a:gd name="T90" fmla="*/ 2147483646 w 588"/>
              <a:gd name="T91" fmla="*/ 2147483646 h 282"/>
              <a:gd name="T92" fmla="*/ 2147483646 w 588"/>
              <a:gd name="T93" fmla="*/ 2147483646 h 282"/>
              <a:gd name="T94" fmla="*/ 2147483646 w 588"/>
              <a:gd name="T95" fmla="*/ 2147483646 h 282"/>
              <a:gd name="T96" fmla="*/ 2147483646 w 588"/>
              <a:gd name="T97" fmla="*/ 2147483646 h 282"/>
              <a:gd name="T98" fmla="*/ 2147483646 w 588"/>
              <a:gd name="T99" fmla="*/ 2147483646 h 282"/>
              <a:gd name="T100" fmla="*/ 2147483646 w 588"/>
              <a:gd name="T101" fmla="*/ 0 h 28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88" h="282">
                <a:moveTo>
                  <a:pt x="0" y="282"/>
                </a:moveTo>
                <a:lnTo>
                  <a:pt x="0" y="282"/>
                </a:lnTo>
                <a:lnTo>
                  <a:pt x="6" y="282"/>
                </a:lnTo>
                <a:lnTo>
                  <a:pt x="12" y="282"/>
                </a:lnTo>
                <a:lnTo>
                  <a:pt x="18" y="282"/>
                </a:lnTo>
                <a:lnTo>
                  <a:pt x="24" y="282"/>
                </a:lnTo>
                <a:lnTo>
                  <a:pt x="30" y="276"/>
                </a:lnTo>
                <a:lnTo>
                  <a:pt x="36" y="276"/>
                </a:lnTo>
                <a:lnTo>
                  <a:pt x="42" y="276"/>
                </a:lnTo>
                <a:lnTo>
                  <a:pt x="48" y="276"/>
                </a:lnTo>
                <a:lnTo>
                  <a:pt x="54" y="276"/>
                </a:lnTo>
                <a:lnTo>
                  <a:pt x="54" y="270"/>
                </a:lnTo>
                <a:lnTo>
                  <a:pt x="60" y="270"/>
                </a:lnTo>
                <a:lnTo>
                  <a:pt x="66" y="270"/>
                </a:lnTo>
                <a:lnTo>
                  <a:pt x="72" y="270"/>
                </a:lnTo>
                <a:lnTo>
                  <a:pt x="78" y="270"/>
                </a:lnTo>
                <a:lnTo>
                  <a:pt x="78" y="264"/>
                </a:lnTo>
                <a:lnTo>
                  <a:pt x="84" y="264"/>
                </a:lnTo>
                <a:lnTo>
                  <a:pt x="90" y="264"/>
                </a:lnTo>
                <a:lnTo>
                  <a:pt x="96" y="264"/>
                </a:lnTo>
                <a:lnTo>
                  <a:pt x="102" y="264"/>
                </a:lnTo>
                <a:lnTo>
                  <a:pt x="102" y="258"/>
                </a:lnTo>
                <a:lnTo>
                  <a:pt x="108" y="258"/>
                </a:lnTo>
                <a:lnTo>
                  <a:pt x="114" y="258"/>
                </a:lnTo>
                <a:lnTo>
                  <a:pt x="120" y="258"/>
                </a:lnTo>
                <a:lnTo>
                  <a:pt x="126" y="252"/>
                </a:lnTo>
                <a:lnTo>
                  <a:pt x="132" y="252"/>
                </a:lnTo>
                <a:lnTo>
                  <a:pt x="138" y="252"/>
                </a:lnTo>
                <a:lnTo>
                  <a:pt x="144" y="252"/>
                </a:lnTo>
                <a:lnTo>
                  <a:pt x="144" y="246"/>
                </a:lnTo>
                <a:lnTo>
                  <a:pt x="150" y="246"/>
                </a:lnTo>
                <a:lnTo>
                  <a:pt x="156" y="246"/>
                </a:lnTo>
                <a:lnTo>
                  <a:pt x="162" y="246"/>
                </a:lnTo>
                <a:lnTo>
                  <a:pt x="162" y="240"/>
                </a:lnTo>
                <a:lnTo>
                  <a:pt x="168" y="240"/>
                </a:lnTo>
                <a:lnTo>
                  <a:pt x="174" y="240"/>
                </a:lnTo>
                <a:lnTo>
                  <a:pt x="180" y="240"/>
                </a:lnTo>
                <a:lnTo>
                  <a:pt x="180" y="234"/>
                </a:lnTo>
                <a:lnTo>
                  <a:pt x="186" y="234"/>
                </a:lnTo>
                <a:lnTo>
                  <a:pt x="192" y="234"/>
                </a:lnTo>
                <a:lnTo>
                  <a:pt x="198" y="234"/>
                </a:lnTo>
                <a:lnTo>
                  <a:pt x="198" y="228"/>
                </a:lnTo>
                <a:lnTo>
                  <a:pt x="204" y="228"/>
                </a:lnTo>
                <a:lnTo>
                  <a:pt x="210" y="228"/>
                </a:lnTo>
                <a:lnTo>
                  <a:pt x="216" y="228"/>
                </a:lnTo>
                <a:lnTo>
                  <a:pt x="216" y="222"/>
                </a:lnTo>
                <a:lnTo>
                  <a:pt x="222" y="222"/>
                </a:lnTo>
                <a:lnTo>
                  <a:pt x="228" y="222"/>
                </a:lnTo>
                <a:lnTo>
                  <a:pt x="234" y="222"/>
                </a:lnTo>
                <a:lnTo>
                  <a:pt x="234" y="216"/>
                </a:lnTo>
                <a:lnTo>
                  <a:pt x="240" y="216"/>
                </a:lnTo>
                <a:lnTo>
                  <a:pt x="246" y="216"/>
                </a:lnTo>
                <a:lnTo>
                  <a:pt x="246" y="210"/>
                </a:lnTo>
                <a:lnTo>
                  <a:pt x="252" y="210"/>
                </a:lnTo>
                <a:lnTo>
                  <a:pt x="258" y="210"/>
                </a:lnTo>
                <a:lnTo>
                  <a:pt x="264" y="210"/>
                </a:lnTo>
                <a:lnTo>
                  <a:pt x="264" y="204"/>
                </a:lnTo>
                <a:lnTo>
                  <a:pt x="270" y="204"/>
                </a:lnTo>
                <a:lnTo>
                  <a:pt x="276" y="204"/>
                </a:lnTo>
                <a:lnTo>
                  <a:pt x="282" y="198"/>
                </a:lnTo>
                <a:lnTo>
                  <a:pt x="288" y="198"/>
                </a:lnTo>
                <a:lnTo>
                  <a:pt x="294" y="192"/>
                </a:lnTo>
                <a:lnTo>
                  <a:pt x="300" y="192"/>
                </a:lnTo>
                <a:lnTo>
                  <a:pt x="306" y="192"/>
                </a:lnTo>
                <a:lnTo>
                  <a:pt x="306" y="186"/>
                </a:lnTo>
                <a:lnTo>
                  <a:pt x="312" y="186"/>
                </a:lnTo>
                <a:lnTo>
                  <a:pt x="318" y="186"/>
                </a:lnTo>
                <a:lnTo>
                  <a:pt x="318" y="180"/>
                </a:lnTo>
                <a:lnTo>
                  <a:pt x="324" y="180"/>
                </a:lnTo>
                <a:lnTo>
                  <a:pt x="330" y="180"/>
                </a:lnTo>
                <a:lnTo>
                  <a:pt x="330" y="174"/>
                </a:lnTo>
                <a:lnTo>
                  <a:pt x="336" y="174"/>
                </a:lnTo>
                <a:lnTo>
                  <a:pt x="342" y="174"/>
                </a:lnTo>
                <a:lnTo>
                  <a:pt x="342" y="168"/>
                </a:lnTo>
                <a:lnTo>
                  <a:pt x="348" y="168"/>
                </a:lnTo>
                <a:lnTo>
                  <a:pt x="354" y="168"/>
                </a:lnTo>
                <a:lnTo>
                  <a:pt x="354" y="162"/>
                </a:lnTo>
                <a:lnTo>
                  <a:pt x="360" y="162"/>
                </a:lnTo>
                <a:lnTo>
                  <a:pt x="366" y="162"/>
                </a:lnTo>
                <a:lnTo>
                  <a:pt x="366" y="156"/>
                </a:lnTo>
                <a:lnTo>
                  <a:pt x="372" y="156"/>
                </a:lnTo>
                <a:lnTo>
                  <a:pt x="378" y="156"/>
                </a:lnTo>
                <a:lnTo>
                  <a:pt x="378" y="150"/>
                </a:lnTo>
                <a:lnTo>
                  <a:pt x="384" y="150"/>
                </a:lnTo>
                <a:lnTo>
                  <a:pt x="390" y="150"/>
                </a:lnTo>
                <a:lnTo>
                  <a:pt x="390" y="144"/>
                </a:lnTo>
                <a:lnTo>
                  <a:pt x="396" y="144"/>
                </a:lnTo>
                <a:lnTo>
                  <a:pt x="402" y="138"/>
                </a:lnTo>
                <a:lnTo>
                  <a:pt x="408" y="138"/>
                </a:lnTo>
                <a:lnTo>
                  <a:pt x="414" y="132"/>
                </a:lnTo>
                <a:lnTo>
                  <a:pt x="420" y="132"/>
                </a:lnTo>
                <a:lnTo>
                  <a:pt x="420" y="126"/>
                </a:lnTo>
                <a:lnTo>
                  <a:pt x="426" y="126"/>
                </a:lnTo>
                <a:lnTo>
                  <a:pt x="432" y="120"/>
                </a:lnTo>
                <a:lnTo>
                  <a:pt x="438" y="120"/>
                </a:lnTo>
                <a:lnTo>
                  <a:pt x="438" y="114"/>
                </a:lnTo>
                <a:lnTo>
                  <a:pt x="444" y="114"/>
                </a:lnTo>
                <a:lnTo>
                  <a:pt x="450" y="108"/>
                </a:lnTo>
                <a:lnTo>
                  <a:pt x="456" y="108"/>
                </a:lnTo>
                <a:lnTo>
                  <a:pt x="456" y="102"/>
                </a:lnTo>
                <a:lnTo>
                  <a:pt x="462" y="102"/>
                </a:lnTo>
                <a:lnTo>
                  <a:pt x="468" y="96"/>
                </a:lnTo>
                <a:lnTo>
                  <a:pt x="474" y="96"/>
                </a:lnTo>
                <a:lnTo>
                  <a:pt x="474" y="90"/>
                </a:lnTo>
                <a:lnTo>
                  <a:pt x="480" y="90"/>
                </a:lnTo>
                <a:lnTo>
                  <a:pt x="486" y="84"/>
                </a:lnTo>
                <a:lnTo>
                  <a:pt x="492" y="84"/>
                </a:lnTo>
                <a:lnTo>
                  <a:pt x="492" y="78"/>
                </a:lnTo>
                <a:lnTo>
                  <a:pt x="498" y="78"/>
                </a:lnTo>
                <a:lnTo>
                  <a:pt x="498" y="72"/>
                </a:lnTo>
                <a:lnTo>
                  <a:pt x="504" y="72"/>
                </a:lnTo>
                <a:lnTo>
                  <a:pt x="510" y="66"/>
                </a:lnTo>
                <a:lnTo>
                  <a:pt x="516" y="66"/>
                </a:lnTo>
                <a:lnTo>
                  <a:pt x="516" y="60"/>
                </a:lnTo>
                <a:lnTo>
                  <a:pt x="522" y="60"/>
                </a:lnTo>
                <a:lnTo>
                  <a:pt x="528" y="54"/>
                </a:lnTo>
                <a:lnTo>
                  <a:pt x="534" y="48"/>
                </a:lnTo>
                <a:lnTo>
                  <a:pt x="540" y="42"/>
                </a:lnTo>
                <a:lnTo>
                  <a:pt x="546" y="42"/>
                </a:lnTo>
                <a:lnTo>
                  <a:pt x="546" y="36"/>
                </a:lnTo>
                <a:lnTo>
                  <a:pt x="552" y="36"/>
                </a:lnTo>
                <a:lnTo>
                  <a:pt x="552" y="30"/>
                </a:lnTo>
                <a:lnTo>
                  <a:pt x="558" y="30"/>
                </a:lnTo>
                <a:lnTo>
                  <a:pt x="558" y="24"/>
                </a:lnTo>
                <a:lnTo>
                  <a:pt x="564" y="24"/>
                </a:lnTo>
                <a:lnTo>
                  <a:pt x="570" y="18"/>
                </a:lnTo>
                <a:lnTo>
                  <a:pt x="576" y="12"/>
                </a:lnTo>
                <a:lnTo>
                  <a:pt x="582" y="6"/>
                </a:lnTo>
                <a:lnTo>
                  <a:pt x="588" y="6"/>
                </a:lnTo>
                <a:lnTo>
                  <a:pt x="588" y="0"/>
                </a:lnTo>
              </a:path>
            </a:pathLst>
          </a:custGeom>
          <a:noFill/>
          <a:ln w="9525" cap="flat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825" name="Group 57">
            <a:extLst>
              <a:ext uri="{FF2B5EF4-FFF2-40B4-BE49-F238E27FC236}">
                <a16:creationId xmlns:a16="http://schemas.microsoft.com/office/drawing/2014/main" id="{9297D072-8FDF-B6F9-A039-6309534958D6}"/>
              </a:ext>
            </a:extLst>
          </p:cNvPr>
          <p:cNvGrpSpPr>
            <a:grpSpLocks/>
          </p:cNvGrpSpPr>
          <p:nvPr/>
        </p:nvGrpSpPr>
        <p:grpSpPr bwMode="auto">
          <a:xfrm>
            <a:off x="7137400" y="3814763"/>
            <a:ext cx="663575" cy="1489075"/>
            <a:chOff x="4470" y="2271"/>
            <a:chExt cx="606" cy="1362"/>
          </a:xfrm>
        </p:grpSpPr>
        <p:sp>
          <p:nvSpPr>
            <p:cNvPr id="33835" name="Freeform 58">
              <a:extLst>
                <a:ext uri="{FF2B5EF4-FFF2-40B4-BE49-F238E27FC236}">
                  <a16:creationId xmlns:a16="http://schemas.microsoft.com/office/drawing/2014/main" id="{DD907A22-23AC-BF9C-4DA0-EAB1FE58C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313"/>
              <a:ext cx="594" cy="1320"/>
            </a:xfrm>
            <a:custGeom>
              <a:avLst/>
              <a:gdLst>
                <a:gd name="T0" fmla="*/ 12 w 594"/>
                <a:gd name="T1" fmla="*/ 1308 h 1320"/>
                <a:gd name="T2" fmla="*/ 24 w 594"/>
                <a:gd name="T3" fmla="*/ 1296 h 1320"/>
                <a:gd name="T4" fmla="*/ 36 w 594"/>
                <a:gd name="T5" fmla="*/ 1284 h 1320"/>
                <a:gd name="T6" fmla="*/ 48 w 594"/>
                <a:gd name="T7" fmla="*/ 1272 h 1320"/>
                <a:gd name="T8" fmla="*/ 60 w 594"/>
                <a:gd name="T9" fmla="*/ 1260 h 1320"/>
                <a:gd name="T10" fmla="*/ 72 w 594"/>
                <a:gd name="T11" fmla="*/ 1248 h 1320"/>
                <a:gd name="T12" fmla="*/ 84 w 594"/>
                <a:gd name="T13" fmla="*/ 1236 h 1320"/>
                <a:gd name="T14" fmla="*/ 90 w 594"/>
                <a:gd name="T15" fmla="*/ 1224 h 1320"/>
                <a:gd name="T16" fmla="*/ 102 w 594"/>
                <a:gd name="T17" fmla="*/ 1206 h 1320"/>
                <a:gd name="T18" fmla="*/ 114 w 594"/>
                <a:gd name="T19" fmla="*/ 1194 h 1320"/>
                <a:gd name="T20" fmla="*/ 126 w 594"/>
                <a:gd name="T21" fmla="*/ 1176 h 1320"/>
                <a:gd name="T22" fmla="*/ 138 w 594"/>
                <a:gd name="T23" fmla="*/ 1164 h 1320"/>
                <a:gd name="T24" fmla="*/ 150 w 594"/>
                <a:gd name="T25" fmla="*/ 1146 h 1320"/>
                <a:gd name="T26" fmla="*/ 162 w 594"/>
                <a:gd name="T27" fmla="*/ 1134 h 1320"/>
                <a:gd name="T28" fmla="*/ 174 w 594"/>
                <a:gd name="T29" fmla="*/ 1116 h 1320"/>
                <a:gd name="T30" fmla="*/ 186 w 594"/>
                <a:gd name="T31" fmla="*/ 1098 h 1320"/>
                <a:gd name="T32" fmla="*/ 198 w 594"/>
                <a:gd name="T33" fmla="*/ 1080 h 1320"/>
                <a:gd name="T34" fmla="*/ 210 w 594"/>
                <a:gd name="T35" fmla="*/ 1062 h 1320"/>
                <a:gd name="T36" fmla="*/ 222 w 594"/>
                <a:gd name="T37" fmla="*/ 1044 h 1320"/>
                <a:gd name="T38" fmla="*/ 234 w 594"/>
                <a:gd name="T39" fmla="*/ 1020 h 1320"/>
                <a:gd name="T40" fmla="*/ 246 w 594"/>
                <a:gd name="T41" fmla="*/ 1002 h 1320"/>
                <a:gd name="T42" fmla="*/ 258 w 594"/>
                <a:gd name="T43" fmla="*/ 984 h 1320"/>
                <a:gd name="T44" fmla="*/ 264 w 594"/>
                <a:gd name="T45" fmla="*/ 960 h 1320"/>
                <a:gd name="T46" fmla="*/ 276 w 594"/>
                <a:gd name="T47" fmla="*/ 936 h 1320"/>
                <a:gd name="T48" fmla="*/ 288 w 594"/>
                <a:gd name="T49" fmla="*/ 918 h 1320"/>
                <a:gd name="T50" fmla="*/ 300 w 594"/>
                <a:gd name="T51" fmla="*/ 894 h 1320"/>
                <a:gd name="T52" fmla="*/ 312 w 594"/>
                <a:gd name="T53" fmla="*/ 870 h 1320"/>
                <a:gd name="T54" fmla="*/ 324 w 594"/>
                <a:gd name="T55" fmla="*/ 840 h 1320"/>
                <a:gd name="T56" fmla="*/ 336 w 594"/>
                <a:gd name="T57" fmla="*/ 816 h 1320"/>
                <a:gd name="T58" fmla="*/ 348 w 594"/>
                <a:gd name="T59" fmla="*/ 792 h 1320"/>
                <a:gd name="T60" fmla="*/ 360 w 594"/>
                <a:gd name="T61" fmla="*/ 762 h 1320"/>
                <a:gd name="T62" fmla="*/ 372 w 594"/>
                <a:gd name="T63" fmla="*/ 738 h 1320"/>
                <a:gd name="T64" fmla="*/ 384 w 594"/>
                <a:gd name="T65" fmla="*/ 708 h 1320"/>
                <a:gd name="T66" fmla="*/ 396 w 594"/>
                <a:gd name="T67" fmla="*/ 678 h 1320"/>
                <a:gd name="T68" fmla="*/ 408 w 594"/>
                <a:gd name="T69" fmla="*/ 648 h 1320"/>
                <a:gd name="T70" fmla="*/ 420 w 594"/>
                <a:gd name="T71" fmla="*/ 612 h 1320"/>
                <a:gd name="T72" fmla="*/ 432 w 594"/>
                <a:gd name="T73" fmla="*/ 582 h 1320"/>
                <a:gd name="T74" fmla="*/ 444 w 594"/>
                <a:gd name="T75" fmla="*/ 546 h 1320"/>
                <a:gd name="T76" fmla="*/ 450 w 594"/>
                <a:gd name="T77" fmla="*/ 516 h 1320"/>
                <a:gd name="T78" fmla="*/ 462 w 594"/>
                <a:gd name="T79" fmla="*/ 480 h 1320"/>
                <a:gd name="T80" fmla="*/ 474 w 594"/>
                <a:gd name="T81" fmla="*/ 444 h 1320"/>
                <a:gd name="T82" fmla="*/ 486 w 594"/>
                <a:gd name="T83" fmla="*/ 402 h 1320"/>
                <a:gd name="T84" fmla="*/ 498 w 594"/>
                <a:gd name="T85" fmla="*/ 366 h 1320"/>
                <a:gd name="T86" fmla="*/ 510 w 594"/>
                <a:gd name="T87" fmla="*/ 324 h 1320"/>
                <a:gd name="T88" fmla="*/ 522 w 594"/>
                <a:gd name="T89" fmla="*/ 282 h 1320"/>
                <a:gd name="T90" fmla="*/ 534 w 594"/>
                <a:gd name="T91" fmla="*/ 240 h 1320"/>
                <a:gd name="T92" fmla="*/ 546 w 594"/>
                <a:gd name="T93" fmla="*/ 198 h 1320"/>
                <a:gd name="T94" fmla="*/ 558 w 594"/>
                <a:gd name="T95" fmla="*/ 150 h 1320"/>
                <a:gd name="T96" fmla="*/ 570 w 594"/>
                <a:gd name="T97" fmla="*/ 102 h 1320"/>
                <a:gd name="T98" fmla="*/ 582 w 594"/>
                <a:gd name="T99" fmla="*/ 54 h 1320"/>
                <a:gd name="T100" fmla="*/ 594 w 594"/>
                <a:gd name="T101" fmla="*/ 6 h 13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94" h="1320">
                  <a:moveTo>
                    <a:pt x="0" y="1320"/>
                  </a:moveTo>
                  <a:lnTo>
                    <a:pt x="6" y="1314"/>
                  </a:lnTo>
                  <a:lnTo>
                    <a:pt x="12" y="1314"/>
                  </a:lnTo>
                  <a:lnTo>
                    <a:pt x="12" y="1308"/>
                  </a:lnTo>
                  <a:lnTo>
                    <a:pt x="18" y="1308"/>
                  </a:lnTo>
                  <a:lnTo>
                    <a:pt x="18" y="1302"/>
                  </a:lnTo>
                  <a:lnTo>
                    <a:pt x="24" y="1296"/>
                  </a:lnTo>
                  <a:lnTo>
                    <a:pt x="30" y="1296"/>
                  </a:lnTo>
                  <a:lnTo>
                    <a:pt x="30" y="1290"/>
                  </a:lnTo>
                  <a:lnTo>
                    <a:pt x="36" y="1284"/>
                  </a:lnTo>
                  <a:lnTo>
                    <a:pt x="42" y="1284"/>
                  </a:lnTo>
                  <a:lnTo>
                    <a:pt x="42" y="1278"/>
                  </a:lnTo>
                  <a:lnTo>
                    <a:pt x="48" y="1272"/>
                  </a:lnTo>
                  <a:lnTo>
                    <a:pt x="54" y="1266"/>
                  </a:lnTo>
                  <a:lnTo>
                    <a:pt x="60" y="1260"/>
                  </a:lnTo>
                  <a:lnTo>
                    <a:pt x="66" y="1254"/>
                  </a:lnTo>
                  <a:lnTo>
                    <a:pt x="72" y="1248"/>
                  </a:lnTo>
                  <a:lnTo>
                    <a:pt x="72" y="1242"/>
                  </a:lnTo>
                  <a:lnTo>
                    <a:pt x="78" y="1242"/>
                  </a:lnTo>
                  <a:lnTo>
                    <a:pt x="78" y="1236"/>
                  </a:lnTo>
                  <a:lnTo>
                    <a:pt x="84" y="1236"/>
                  </a:lnTo>
                  <a:lnTo>
                    <a:pt x="84" y="1230"/>
                  </a:lnTo>
                  <a:lnTo>
                    <a:pt x="90" y="1230"/>
                  </a:lnTo>
                  <a:lnTo>
                    <a:pt x="90" y="1224"/>
                  </a:lnTo>
                  <a:lnTo>
                    <a:pt x="96" y="1218"/>
                  </a:lnTo>
                  <a:lnTo>
                    <a:pt x="102" y="1212"/>
                  </a:lnTo>
                  <a:lnTo>
                    <a:pt x="102" y="1206"/>
                  </a:lnTo>
                  <a:lnTo>
                    <a:pt x="108" y="1206"/>
                  </a:lnTo>
                  <a:lnTo>
                    <a:pt x="108" y="1200"/>
                  </a:lnTo>
                  <a:lnTo>
                    <a:pt x="114" y="1200"/>
                  </a:lnTo>
                  <a:lnTo>
                    <a:pt x="114" y="1194"/>
                  </a:lnTo>
                  <a:lnTo>
                    <a:pt x="120" y="1188"/>
                  </a:lnTo>
                  <a:lnTo>
                    <a:pt x="120" y="1182"/>
                  </a:lnTo>
                  <a:lnTo>
                    <a:pt x="126" y="1182"/>
                  </a:lnTo>
                  <a:lnTo>
                    <a:pt x="126" y="1176"/>
                  </a:lnTo>
                  <a:lnTo>
                    <a:pt x="132" y="1176"/>
                  </a:lnTo>
                  <a:lnTo>
                    <a:pt x="132" y="1170"/>
                  </a:lnTo>
                  <a:lnTo>
                    <a:pt x="138" y="1164"/>
                  </a:lnTo>
                  <a:lnTo>
                    <a:pt x="144" y="1158"/>
                  </a:lnTo>
                  <a:lnTo>
                    <a:pt x="144" y="1152"/>
                  </a:lnTo>
                  <a:lnTo>
                    <a:pt x="150" y="1152"/>
                  </a:lnTo>
                  <a:lnTo>
                    <a:pt x="150" y="1146"/>
                  </a:lnTo>
                  <a:lnTo>
                    <a:pt x="156" y="1146"/>
                  </a:lnTo>
                  <a:lnTo>
                    <a:pt x="156" y="1140"/>
                  </a:lnTo>
                  <a:lnTo>
                    <a:pt x="162" y="1134"/>
                  </a:lnTo>
                  <a:lnTo>
                    <a:pt x="162" y="1128"/>
                  </a:lnTo>
                  <a:lnTo>
                    <a:pt x="168" y="1122"/>
                  </a:lnTo>
                  <a:lnTo>
                    <a:pt x="174" y="1116"/>
                  </a:lnTo>
                  <a:lnTo>
                    <a:pt x="174" y="1110"/>
                  </a:lnTo>
                  <a:lnTo>
                    <a:pt x="180" y="1110"/>
                  </a:lnTo>
                  <a:lnTo>
                    <a:pt x="180" y="1104"/>
                  </a:lnTo>
                  <a:lnTo>
                    <a:pt x="186" y="1098"/>
                  </a:lnTo>
                  <a:lnTo>
                    <a:pt x="186" y="1092"/>
                  </a:lnTo>
                  <a:lnTo>
                    <a:pt x="192" y="1092"/>
                  </a:lnTo>
                  <a:lnTo>
                    <a:pt x="192" y="1086"/>
                  </a:lnTo>
                  <a:lnTo>
                    <a:pt x="192" y="1080"/>
                  </a:lnTo>
                  <a:lnTo>
                    <a:pt x="198" y="1080"/>
                  </a:lnTo>
                  <a:lnTo>
                    <a:pt x="198" y="1074"/>
                  </a:lnTo>
                  <a:lnTo>
                    <a:pt x="204" y="1074"/>
                  </a:lnTo>
                  <a:lnTo>
                    <a:pt x="204" y="1068"/>
                  </a:lnTo>
                  <a:lnTo>
                    <a:pt x="204" y="1062"/>
                  </a:lnTo>
                  <a:lnTo>
                    <a:pt x="210" y="1062"/>
                  </a:lnTo>
                  <a:lnTo>
                    <a:pt x="210" y="1056"/>
                  </a:lnTo>
                  <a:lnTo>
                    <a:pt x="216" y="1056"/>
                  </a:lnTo>
                  <a:lnTo>
                    <a:pt x="216" y="1050"/>
                  </a:lnTo>
                  <a:lnTo>
                    <a:pt x="216" y="1044"/>
                  </a:lnTo>
                  <a:lnTo>
                    <a:pt x="222" y="1044"/>
                  </a:lnTo>
                  <a:lnTo>
                    <a:pt x="222" y="1038"/>
                  </a:lnTo>
                  <a:lnTo>
                    <a:pt x="228" y="1032"/>
                  </a:lnTo>
                  <a:lnTo>
                    <a:pt x="228" y="1026"/>
                  </a:lnTo>
                  <a:lnTo>
                    <a:pt x="234" y="1020"/>
                  </a:lnTo>
                  <a:lnTo>
                    <a:pt x="234" y="1014"/>
                  </a:lnTo>
                  <a:lnTo>
                    <a:pt x="240" y="1008"/>
                  </a:lnTo>
                  <a:lnTo>
                    <a:pt x="246" y="1002"/>
                  </a:lnTo>
                  <a:lnTo>
                    <a:pt x="246" y="996"/>
                  </a:lnTo>
                  <a:lnTo>
                    <a:pt x="252" y="990"/>
                  </a:lnTo>
                  <a:lnTo>
                    <a:pt x="252" y="984"/>
                  </a:lnTo>
                  <a:lnTo>
                    <a:pt x="258" y="984"/>
                  </a:lnTo>
                  <a:lnTo>
                    <a:pt x="258" y="978"/>
                  </a:lnTo>
                  <a:lnTo>
                    <a:pt x="258" y="972"/>
                  </a:lnTo>
                  <a:lnTo>
                    <a:pt x="264" y="966"/>
                  </a:lnTo>
                  <a:lnTo>
                    <a:pt x="264" y="960"/>
                  </a:lnTo>
                  <a:lnTo>
                    <a:pt x="270" y="954"/>
                  </a:lnTo>
                  <a:lnTo>
                    <a:pt x="276" y="948"/>
                  </a:lnTo>
                  <a:lnTo>
                    <a:pt x="276" y="942"/>
                  </a:lnTo>
                  <a:lnTo>
                    <a:pt x="276" y="936"/>
                  </a:lnTo>
                  <a:lnTo>
                    <a:pt x="282" y="936"/>
                  </a:lnTo>
                  <a:lnTo>
                    <a:pt x="282" y="930"/>
                  </a:lnTo>
                  <a:lnTo>
                    <a:pt x="288" y="924"/>
                  </a:lnTo>
                  <a:lnTo>
                    <a:pt x="288" y="918"/>
                  </a:lnTo>
                  <a:lnTo>
                    <a:pt x="294" y="912"/>
                  </a:lnTo>
                  <a:lnTo>
                    <a:pt x="294" y="906"/>
                  </a:lnTo>
                  <a:lnTo>
                    <a:pt x="300" y="900"/>
                  </a:lnTo>
                  <a:lnTo>
                    <a:pt x="300" y="894"/>
                  </a:lnTo>
                  <a:lnTo>
                    <a:pt x="306" y="888"/>
                  </a:lnTo>
                  <a:lnTo>
                    <a:pt x="306" y="882"/>
                  </a:lnTo>
                  <a:lnTo>
                    <a:pt x="306" y="876"/>
                  </a:lnTo>
                  <a:lnTo>
                    <a:pt x="312" y="870"/>
                  </a:lnTo>
                  <a:lnTo>
                    <a:pt x="318" y="864"/>
                  </a:lnTo>
                  <a:lnTo>
                    <a:pt x="318" y="858"/>
                  </a:lnTo>
                  <a:lnTo>
                    <a:pt x="318" y="852"/>
                  </a:lnTo>
                  <a:lnTo>
                    <a:pt x="324" y="846"/>
                  </a:lnTo>
                  <a:lnTo>
                    <a:pt x="324" y="840"/>
                  </a:lnTo>
                  <a:lnTo>
                    <a:pt x="330" y="840"/>
                  </a:lnTo>
                  <a:lnTo>
                    <a:pt x="330" y="834"/>
                  </a:lnTo>
                  <a:lnTo>
                    <a:pt x="330" y="828"/>
                  </a:lnTo>
                  <a:lnTo>
                    <a:pt x="336" y="822"/>
                  </a:lnTo>
                  <a:lnTo>
                    <a:pt x="336" y="816"/>
                  </a:lnTo>
                  <a:lnTo>
                    <a:pt x="336" y="810"/>
                  </a:lnTo>
                  <a:lnTo>
                    <a:pt x="342" y="804"/>
                  </a:lnTo>
                  <a:lnTo>
                    <a:pt x="348" y="798"/>
                  </a:lnTo>
                  <a:lnTo>
                    <a:pt x="348" y="792"/>
                  </a:lnTo>
                  <a:lnTo>
                    <a:pt x="348" y="786"/>
                  </a:lnTo>
                  <a:lnTo>
                    <a:pt x="354" y="780"/>
                  </a:lnTo>
                  <a:lnTo>
                    <a:pt x="354" y="774"/>
                  </a:lnTo>
                  <a:lnTo>
                    <a:pt x="360" y="768"/>
                  </a:lnTo>
                  <a:lnTo>
                    <a:pt x="360" y="762"/>
                  </a:lnTo>
                  <a:lnTo>
                    <a:pt x="360" y="756"/>
                  </a:lnTo>
                  <a:lnTo>
                    <a:pt x="366" y="750"/>
                  </a:lnTo>
                  <a:lnTo>
                    <a:pt x="372" y="744"/>
                  </a:lnTo>
                  <a:lnTo>
                    <a:pt x="372" y="738"/>
                  </a:lnTo>
                  <a:lnTo>
                    <a:pt x="372" y="732"/>
                  </a:lnTo>
                  <a:lnTo>
                    <a:pt x="378" y="726"/>
                  </a:lnTo>
                  <a:lnTo>
                    <a:pt x="378" y="720"/>
                  </a:lnTo>
                  <a:lnTo>
                    <a:pt x="378" y="714"/>
                  </a:lnTo>
                  <a:lnTo>
                    <a:pt x="384" y="708"/>
                  </a:lnTo>
                  <a:lnTo>
                    <a:pt x="384" y="702"/>
                  </a:lnTo>
                  <a:lnTo>
                    <a:pt x="390" y="696"/>
                  </a:lnTo>
                  <a:lnTo>
                    <a:pt x="390" y="690"/>
                  </a:lnTo>
                  <a:lnTo>
                    <a:pt x="390" y="684"/>
                  </a:lnTo>
                  <a:lnTo>
                    <a:pt x="396" y="678"/>
                  </a:lnTo>
                  <a:lnTo>
                    <a:pt x="396" y="672"/>
                  </a:lnTo>
                  <a:lnTo>
                    <a:pt x="402" y="666"/>
                  </a:lnTo>
                  <a:lnTo>
                    <a:pt x="402" y="660"/>
                  </a:lnTo>
                  <a:lnTo>
                    <a:pt x="402" y="654"/>
                  </a:lnTo>
                  <a:lnTo>
                    <a:pt x="408" y="648"/>
                  </a:lnTo>
                  <a:lnTo>
                    <a:pt x="408" y="642"/>
                  </a:lnTo>
                  <a:lnTo>
                    <a:pt x="408" y="636"/>
                  </a:lnTo>
                  <a:lnTo>
                    <a:pt x="414" y="630"/>
                  </a:lnTo>
                  <a:lnTo>
                    <a:pt x="414" y="624"/>
                  </a:lnTo>
                  <a:lnTo>
                    <a:pt x="420" y="612"/>
                  </a:lnTo>
                  <a:lnTo>
                    <a:pt x="420" y="606"/>
                  </a:lnTo>
                  <a:lnTo>
                    <a:pt x="420" y="600"/>
                  </a:lnTo>
                  <a:lnTo>
                    <a:pt x="426" y="594"/>
                  </a:lnTo>
                  <a:lnTo>
                    <a:pt x="426" y="588"/>
                  </a:lnTo>
                  <a:lnTo>
                    <a:pt x="432" y="582"/>
                  </a:lnTo>
                  <a:lnTo>
                    <a:pt x="432" y="576"/>
                  </a:lnTo>
                  <a:lnTo>
                    <a:pt x="432" y="570"/>
                  </a:lnTo>
                  <a:lnTo>
                    <a:pt x="438" y="564"/>
                  </a:lnTo>
                  <a:lnTo>
                    <a:pt x="438" y="558"/>
                  </a:lnTo>
                  <a:lnTo>
                    <a:pt x="444" y="546"/>
                  </a:lnTo>
                  <a:lnTo>
                    <a:pt x="444" y="540"/>
                  </a:lnTo>
                  <a:lnTo>
                    <a:pt x="444" y="534"/>
                  </a:lnTo>
                  <a:lnTo>
                    <a:pt x="450" y="528"/>
                  </a:lnTo>
                  <a:lnTo>
                    <a:pt x="450" y="522"/>
                  </a:lnTo>
                  <a:lnTo>
                    <a:pt x="450" y="516"/>
                  </a:lnTo>
                  <a:lnTo>
                    <a:pt x="456" y="510"/>
                  </a:lnTo>
                  <a:lnTo>
                    <a:pt x="456" y="498"/>
                  </a:lnTo>
                  <a:lnTo>
                    <a:pt x="462" y="492"/>
                  </a:lnTo>
                  <a:lnTo>
                    <a:pt x="462" y="486"/>
                  </a:lnTo>
                  <a:lnTo>
                    <a:pt x="462" y="480"/>
                  </a:lnTo>
                  <a:lnTo>
                    <a:pt x="468" y="474"/>
                  </a:lnTo>
                  <a:lnTo>
                    <a:pt x="468" y="462"/>
                  </a:lnTo>
                  <a:lnTo>
                    <a:pt x="474" y="456"/>
                  </a:lnTo>
                  <a:lnTo>
                    <a:pt x="474" y="450"/>
                  </a:lnTo>
                  <a:lnTo>
                    <a:pt x="474" y="444"/>
                  </a:lnTo>
                  <a:lnTo>
                    <a:pt x="480" y="432"/>
                  </a:lnTo>
                  <a:lnTo>
                    <a:pt x="480" y="426"/>
                  </a:lnTo>
                  <a:lnTo>
                    <a:pt x="480" y="420"/>
                  </a:lnTo>
                  <a:lnTo>
                    <a:pt x="486" y="414"/>
                  </a:lnTo>
                  <a:lnTo>
                    <a:pt x="486" y="402"/>
                  </a:lnTo>
                  <a:lnTo>
                    <a:pt x="492" y="396"/>
                  </a:lnTo>
                  <a:lnTo>
                    <a:pt x="492" y="390"/>
                  </a:lnTo>
                  <a:lnTo>
                    <a:pt x="492" y="378"/>
                  </a:lnTo>
                  <a:lnTo>
                    <a:pt x="498" y="372"/>
                  </a:lnTo>
                  <a:lnTo>
                    <a:pt x="498" y="366"/>
                  </a:lnTo>
                  <a:lnTo>
                    <a:pt x="504" y="360"/>
                  </a:lnTo>
                  <a:lnTo>
                    <a:pt x="504" y="348"/>
                  </a:lnTo>
                  <a:lnTo>
                    <a:pt x="504" y="342"/>
                  </a:lnTo>
                  <a:lnTo>
                    <a:pt x="510" y="330"/>
                  </a:lnTo>
                  <a:lnTo>
                    <a:pt x="510" y="324"/>
                  </a:lnTo>
                  <a:lnTo>
                    <a:pt x="516" y="318"/>
                  </a:lnTo>
                  <a:lnTo>
                    <a:pt x="516" y="306"/>
                  </a:lnTo>
                  <a:lnTo>
                    <a:pt x="516" y="300"/>
                  </a:lnTo>
                  <a:lnTo>
                    <a:pt x="522" y="294"/>
                  </a:lnTo>
                  <a:lnTo>
                    <a:pt x="522" y="282"/>
                  </a:lnTo>
                  <a:lnTo>
                    <a:pt x="522" y="276"/>
                  </a:lnTo>
                  <a:lnTo>
                    <a:pt x="528" y="264"/>
                  </a:lnTo>
                  <a:lnTo>
                    <a:pt x="528" y="258"/>
                  </a:lnTo>
                  <a:lnTo>
                    <a:pt x="534" y="252"/>
                  </a:lnTo>
                  <a:lnTo>
                    <a:pt x="534" y="240"/>
                  </a:lnTo>
                  <a:lnTo>
                    <a:pt x="534" y="234"/>
                  </a:lnTo>
                  <a:lnTo>
                    <a:pt x="540" y="222"/>
                  </a:lnTo>
                  <a:lnTo>
                    <a:pt x="540" y="216"/>
                  </a:lnTo>
                  <a:lnTo>
                    <a:pt x="546" y="204"/>
                  </a:lnTo>
                  <a:lnTo>
                    <a:pt x="546" y="198"/>
                  </a:lnTo>
                  <a:lnTo>
                    <a:pt x="546" y="186"/>
                  </a:lnTo>
                  <a:lnTo>
                    <a:pt x="552" y="180"/>
                  </a:lnTo>
                  <a:lnTo>
                    <a:pt x="552" y="168"/>
                  </a:lnTo>
                  <a:lnTo>
                    <a:pt x="552" y="162"/>
                  </a:lnTo>
                  <a:lnTo>
                    <a:pt x="558" y="150"/>
                  </a:lnTo>
                  <a:lnTo>
                    <a:pt x="558" y="144"/>
                  </a:lnTo>
                  <a:lnTo>
                    <a:pt x="564" y="132"/>
                  </a:lnTo>
                  <a:lnTo>
                    <a:pt x="564" y="126"/>
                  </a:lnTo>
                  <a:lnTo>
                    <a:pt x="564" y="114"/>
                  </a:lnTo>
                  <a:lnTo>
                    <a:pt x="570" y="102"/>
                  </a:lnTo>
                  <a:lnTo>
                    <a:pt x="570" y="96"/>
                  </a:lnTo>
                  <a:lnTo>
                    <a:pt x="576" y="84"/>
                  </a:lnTo>
                  <a:lnTo>
                    <a:pt x="576" y="78"/>
                  </a:lnTo>
                  <a:lnTo>
                    <a:pt x="576" y="66"/>
                  </a:lnTo>
                  <a:lnTo>
                    <a:pt x="582" y="54"/>
                  </a:lnTo>
                  <a:lnTo>
                    <a:pt x="582" y="48"/>
                  </a:lnTo>
                  <a:lnTo>
                    <a:pt x="588" y="36"/>
                  </a:lnTo>
                  <a:lnTo>
                    <a:pt x="588" y="30"/>
                  </a:lnTo>
                  <a:lnTo>
                    <a:pt x="588" y="18"/>
                  </a:lnTo>
                  <a:lnTo>
                    <a:pt x="594" y="6"/>
                  </a:lnTo>
                  <a:lnTo>
                    <a:pt x="594" y="0"/>
                  </a:lnTo>
                </a:path>
              </a:pathLst>
            </a:custGeom>
            <a:noFill/>
            <a:ln w="9525" cap="flat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Freeform 59">
              <a:extLst>
                <a:ext uri="{FF2B5EF4-FFF2-40B4-BE49-F238E27FC236}">
                  <a16:creationId xmlns:a16="http://schemas.microsoft.com/office/drawing/2014/main" id="{FDEA2A28-2D43-41B5-013A-D9CE3507F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4" y="2271"/>
              <a:ext cx="12" cy="42"/>
            </a:xfrm>
            <a:custGeom>
              <a:avLst/>
              <a:gdLst>
                <a:gd name="T0" fmla="*/ 0 w 12"/>
                <a:gd name="T1" fmla="*/ 42 h 42"/>
                <a:gd name="T2" fmla="*/ 0 w 12"/>
                <a:gd name="T3" fmla="*/ 30 h 42"/>
                <a:gd name="T4" fmla="*/ 6 w 12"/>
                <a:gd name="T5" fmla="*/ 18 h 42"/>
                <a:gd name="T6" fmla="*/ 6 w 12"/>
                <a:gd name="T7" fmla="*/ 6 h 42"/>
                <a:gd name="T8" fmla="*/ 12 w 1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2">
                  <a:moveTo>
                    <a:pt x="0" y="42"/>
                  </a:moveTo>
                  <a:lnTo>
                    <a:pt x="0" y="30"/>
                  </a:lnTo>
                  <a:lnTo>
                    <a:pt x="6" y="18"/>
                  </a:lnTo>
                  <a:lnTo>
                    <a:pt x="6" y="6"/>
                  </a:lnTo>
                  <a:lnTo>
                    <a:pt x="12" y="0"/>
                  </a:lnTo>
                </a:path>
              </a:pathLst>
            </a:custGeom>
            <a:noFill/>
            <a:ln w="9525" cap="flat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26" name="Freeform 60">
            <a:extLst>
              <a:ext uri="{FF2B5EF4-FFF2-40B4-BE49-F238E27FC236}">
                <a16:creationId xmlns:a16="http://schemas.microsoft.com/office/drawing/2014/main" id="{F5BD95E3-1A37-379D-C9D6-041D210AB017}"/>
              </a:ext>
            </a:extLst>
          </p:cNvPr>
          <p:cNvSpPr>
            <a:spLocks/>
          </p:cNvSpPr>
          <p:nvPr/>
        </p:nvSpPr>
        <p:spPr bwMode="auto">
          <a:xfrm>
            <a:off x="6429375" y="3814763"/>
            <a:ext cx="649288" cy="1476375"/>
          </a:xfrm>
          <a:custGeom>
            <a:avLst/>
            <a:gdLst>
              <a:gd name="T0" fmla="*/ 2147483646 w 594"/>
              <a:gd name="T1" fmla="*/ 2147483646 h 1350"/>
              <a:gd name="T2" fmla="*/ 2147483646 w 594"/>
              <a:gd name="T3" fmla="*/ 2147483646 h 1350"/>
              <a:gd name="T4" fmla="*/ 2147483646 w 594"/>
              <a:gd name="T5" fmla="*/ 2147483646 h 1350"/>
              <a:gd name="T6" fmla="*/ 2147483646 w 594"/>
              <a:gd name="T7" fmla="*/ 2147483646 h 1350"/>
              <a:gd name="T8" fmla="*/ 2147483646 w 594"/>
              <a:gd name="T9" fmla="*/ 2147483646 h 1350"/>
              <a:gd name="T10" fmla="*/ 2147483646 w 594"/>
              <a:gd name="T11" fmla="*/ 2147483646 h 1350"/>
              <a:gd name="T12" fmla="*/ 2147483646 w 594"/>
              <a:gd name="T13" fmla="*/ 2147483646 h 1350"/>
              <a:gd name="T14" fmla="*/ 2147483646 w 594"/>
              <a:gd name="T15" fmla="*/ 2147483646 h 1350"/>
              <a:gd name="T16" fmla="*/ 2147483646 w 594"/>
              <a:gd name="T17" fmla="*/ 2147483646 h 1350"/>
              <a:gd name="T18" fmla="*/ 2147483646 w 594"/>
              <a:gd name="T19" fmla="*/ 2147483646 h 1350"/>
              <a:gd name="T20" fmla="*/ 2147483646 w 594"/>
              <a:gd name="T21" fmla="*/ 2147483646 h 1350"/>
              <a:gd name="T22" fmla="*/ 2147483646 w 594"/>
              <a:gd name="T23" fmla="*/ 2147483646 h 1350"/>
              <a:gd name="T24" fmla="*/ 2147483646 w 594"/>
              <a:gd name="T25" fmla="*/ 2147483646 h 1350"/>
              <a:gd name="T26" fmla="*/ 2147483646 w 594"/>
              <a:gd name="T27" fmla="*/ 2147483646 h 1350"/>
              <a:gd name="T28" fmla="*/ 2147483646 w 594"/>
              <a:gd name="T29" fmla="*/ 2147483646 h 1350"/>
              <a:gd name="T30" fmla="*/ 2147483646 w 594"/>
              <a:gd name="T31" fmla="*/ 2147483646 h 1350"/>
              <a:gd name="T32" fmla="*/ 2147483646 w 594"/>
              <a:gd name="T33" fmla="*/ 2147483646 h 1350"/>
              <a:gd name="T34" fmla="*/ 2147483646 w 594"/>
              <a:gd name="T35" fmla="*/ 2147483646 h 1350"/>
              <a:gd name="T36" fmla="*/ 2147483646 w 594"/>
              <a:gd name="T37" fmla="*/ 2147483646 h 1350"/>
              <a:gd name="T38" fmla="*/ 2147483646 w 594"/>
              <a:gd name="T39" fmla="*/ 2147483646 h 1350"/>
              <a:gd name="T40" fmla="*/ 2147483646 w 594"/>
              <a:gd name="T41" fmla="*/ 2147483646 h 1350"/>
              <a:gd name="T42" fmla="*/ 2147483646 w 594"/>
              <a:gd name="T43" fmla="*/ 2147483646 h 1350"/>
              <a:gd name="T44" fmla="*/ 2147483646 w 594"/>
              <a:gd name="T45" fmla="*/ 2147483646 h 1350"/>
              <a:gd name="T46" fmla="*/ 2147483646 w 594"/>
              <a:gd name="T47" fmla="*/ 2147483646 h 1350"/>
              <a:gd name="T48" fmla="*/ 2147483646 w 594"/>
              <a:gd name="T49" fmla="*/ 2147483646 h 1350"/>
              <a:gd name="T50" fmla="*/ 2147483646 w 594"/>
              <a:gd name="T51" fmla="*/ 2147483646 h 1350"/>
              <a:gd name="T52" fmla="*/ 2147483646 w 594"/>
              <a:gd name="T53" fmla="*/ 2147483646 h 1350"/>
              <a:gd name="T54" fmla="*/ 2147483646 w 594"/>
              <a:gd name="T55" fmla="*/ 2147483646 h 1350"/>
              <a:gd name="T56" fmla="*/ 2147483646 w 594"/>
              <a:gd name="T57" fmla="*/ 2147483646 h 1350"/>
              <a:gd name="T58" fmla="*/ 2147483646 w 594"/>
              <a:gd name="T59" fmla="*/ 2147483646 h 1350"/>
              <a:gd name="T60" fmla="*/ 2147483646 w 594"/>
              <a:gd name="T61" fmla="*/ 2147483646 h 1350"/>
              <a:gd name="T62" fmla="*/ 2147483646 w 594"/>
              <a:gd name="T63" fmla="*/ 2147483646 h 1350"/>
              <a:gd name="T64" fmla="*/ 2147483646 w 594"/>
              <a:gd name="T65" fmla="*/ 2147483646 h 1350"/>
              <a:gd name="T66" fmla="*/ 2147483646 w 594"/>
              <a:gd name="T67" fmla="*/ 2147483646 h 1350"/>
              <a:gd name="T68" fmla="*/ 2147483646 w 594"/>
              <a:gd name="T69" fmla="*/ 2147483646 h 1350"/>
              <a:gd name="T70" fmla="*/ 2147483646 w 594"/>
              <a:gd name="T71" fmla="*/ 2147483646 h 1350"/>
              <a:gd name="T72" fmla="*/ 2147483646 w 594"/>
              <a:gd name="T73" fmla="*/ 2147483646 h 1350"/>
              <a:gd name="T74" fmla="*/ 2147483646 w 594"/>
              <a:gd name="T75" fmla="*/ 2147483646 h 1350"/>
              <a:gd name="T76" fmla="*/ 2147483646 w 594"/>
              <a:gd name="T77" fmla="*/ 2147483646 h 1350"/>
              <a:gd name="T78" fmla="*/ 2147483646 w 594"/>
              <a:gd name="T79" fmla="*/ 2147483646 h 1350"/>
              <a:gd name="T80" fmla="*/ 2147483646 w 594"/>
              <a:gd name="T81" fmla="*/ 2147483646 h 1350"/>
              <a:gd name="T82" fmla="*/ 2147483646 w 594"/>
              <a:gd name="T83" fmla="*/ 2147483646 h 1350"/>
              <a:gd name="T84" fmla="*/ 2147483646 w 594"/>
              <a:gd name="T85" fmla="*/ 2147483646 h 1350"/>
              <a:gd name="T86" fmla="*/ 2147483646 w 594"/>
              <a:gd name="T87" fmla="*/ 2147483646 h 1350"/>
              <a:gd name="T88" fmla="*/ 2147483646 w 594"/>
              <a:gd name="T89" fmla="*/ 2147483646 h 1350"/>
              <a:gd name="T90" fmla="*/ 2147483646 w 594"/>
              <a:gd name="T91" fmla="*/ 2147483646 h 1350"/>
              <a:gd name="T92" fmla="*/ 2147483646 w 594"/>
              <a:gd name="T93" fmla="*/ 2147483646 h 1350"/>
              <a:gd name="T94" fmla="*/ 2147483646 w 594"/>
              <a:gd name="T95" fmla="*/ 2147483646 h 1350"/>
              <a:gd name="T96" fmla="*/ 2147483646 w 594"/>
              <a:gd name="T97" fmla="*/ 2147483646 h 1350"/>
              <a:gd name="T98" fmla="*/ 2147483646 w 594"/>
              <a:gd name="T99" fmla="*/ 2147483646 h 1350"/>
              <a:gd name="T100" fmla="*/ 2147483646 w 594"/>
              <a:gd name="T101" fmla="*/ 2147483646 h 135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1350">
                <a:moveTo>
                  <a:pt x="0" y="0"/>
                </a:moveTo>
                <a:lnTo>
                  <a:pt x="6" y="6"/>
                </a:lnTo>
                <a:lnTo>
                  <a:pt x="6" y="18"/>
                </a:lnTo>
                <a:lnTo>
                  <a:pt x="12" y="30"/>
                </a:lnTo>
                <a:lnTo>
                  <a:pt x="12" y="42"/>
                </a:lnTo>
                <a:lnTo>
                  <a:pt x="12" y="48"/>
                </a:lnTo>
                <a:lnTo>
                  <a:pt x="18" y="60"/>
                </a:lnTo>
                <a:lnTo>
                  <a:pt x="18" y="72"/>
                </a:lnTo>
                <a:lnTo>
                  <a:pt x="18" y="78"/>
                </a:lnTo>
                <a:lnTo>
                  <a:pt x="24" y="90"/>
                </a:lnTo>
                <a:lnTo>
                  <a:pt x="24" y="96"/>
                </a:lnTo>
                <a:lnTo>
                  <a:pt x="30" y="108"/>
                </a:lnTo>
                <a:lnTo>
                  <a:pt x="30" y="120"/>
                </a:lnTo>
                <a:lnTo>
                  <a:pt x="30" y="126"/>
                </a:lnTo>
                <a:lnTo>
                  <a:pt x="36" y="138"/>
                </a:lnTo>
                <a:lnTo>
                  <a:pt x="36" y="144"/>
                </a:lnTo>
                <a:lnTo>
                  <a:pt x="42" y="156"/>
                </a:lnTo>
                <a:lnTo>
                  <a:pt x="42" y="168"/>
                </a:lnTo>
                <a:lnTo>
                  <a:pt x="42" y="174"/>
                </a:lnTo>
                <a:lnTo>
                  <a:pt x="48" y="186"/>
                </a:lnTo>
                <a:lnTo>
                  <a:pt x="48" y="192"/>
                </a:lnTo>
                <a:lnTo>
                  <a:pt x="54" y="204"/>
                </a:lnTo>
                <a:lnTo>
                  <a:pt x="54" y="210"/>
                </a:lnTo>
                <a:lnTo>
                  <a:pt x="54" y="222"/>
                </a:lnTo>
                <a:lnTo>
                  <a:pt x="60" y="228"/>
                </a:lnTo>
                <a:lnTo>
                  <a:pt x="60" y="240"/>
                </a:lnTo>
                <a:lnTo>
                  <a:pt x="60" y="246"/>
                </a:lnTo>
                <a:lnTo>
                  <a:pt x="66" y="258"/>
                </a:lnTo>
                <a:lnTo>
                  <a:pt x="66" y="264"/>
                </a:lnTo>
                <a:lnTo>
                  <a:pt x="72" y="276"/>
                </a:lnTo>
                <a:lnTo>
                  <a:pt x="72" y="282"/>
                </a:lnTo>
                <a:lnTo>
                  <a:pt x="72" y="294"/>
                </a:lnTo>
                <a:lnTo>
                  <a:pt x="78" y="300"/>
                </a:lnTo>
                <a:lnTo>
                  <a:pt x="78" y="306"/>
                </a:lnTo>
                <a:lnTo>
                  <a:pt x="84" y="318"/>
                </a:lnTo>
                <a:lnTo>
                  <a:pt x="84" y="324"/>
                </a:lnTo>
                <a:lnTo>
                  <a:pt x="84" y="336"/>
                </a:lnTo>
                <a:lnTo>
                  <a:pt x="90" y="342"/>
                </a:lnTo>
                <a:lnTo>
                  <a:pt x="90" y="348"/>
                </a:lnTo>
                <a:lnTo>
                  <a:pt x="90" y="360"/>
                </a:lnTo>
                <a:lnTo>
                  <a:pt x="96" y="366"/>
                </a:lnTo>
                <a:lnTo>
                  <a:pt x="96" y="372"/>
                </a:lnTo>
                <a:lnTo>
                  <a:pt x="102" y="384"/>
                </a:lnTo>
                <a:lnTo>
                  <a:pt x="102" y="390"/>
                </a:lnTo>
                <a:lnTo>
                  <a:pt x="102" y="402"/>
                </a:lnTo>
                <a:lnTo>
                  <a:pt x="108" y="408"/>
                </a:lnTo>
                <a:lnTo>
                  <a:pt x="108" y="414"/>
                </a:lnTo>
                <a:lnTo>
                  <a:pt x="114" y="420"/>
                </a:lnTo>
                <a:lnTo>
                  <a:pt x="114" y="432"/>
                </a:lnTo>
                <a:lnTo>
                  <a:pt x="114" y="438"/>
                </a:lnTo>
                <a:lnTo>
                  <a:pt x="120" y="444"/>
                </a:lnTo>
                <a:lnTo>
                  <a:pt x="120" y="456"/>
                </a:lnTo>
                <a:lnTo>
                  <a:pt x="126" y="462"/>
                </a:lnTo>
                <a:lnTo>
                  <a:pt x="126" y="468"/>
                </a:lnTo>
                <a:lnTo>
                  <a:pt x="126" y="474"/>
                </a:lnTo>
                <a:lnTo>
                  <a:pt x="132" y="486"/>
                </a:lnTo>
                <a:lnTo>
                  <a:pt x="132" y="492"/>
                </a:lnTo>
                <a:lnTo>
                  <a:pt x="132" y="498"/>
                </a:lnTo>
                <a:lnTo>
                  <a:pt x="138" y="504"/>
                </a:lnTo>
                <a:lnTo>
                  <a:pt x="138" y="516"/>
                </a:lnTo>
                <a:lnTo>
                  <a:pt x="144" y="522"/>
                </a:lnTo>
                <a:lnTo>
                  <a:pt x="144" y="528"/>
                </a:lnTo>
                <a:lnTo>
                  <a:pt x="144" y="534"/>
                </a:lnTo>
                <a:lnTo>
                  <a:pt x="150" y="540"/>
                </a:lnTo>
                <a:lnTo>
                  <a:pt x="150" y="552"/>
                </a:lnTo>
                <a:lnTo>
                  <a:pt x="156" y="558"/>
                </a:lnTo>
                <a:lnTo>
                  <a:pt x="156" y="564"/>
                </a:lnTo>
                <a:lnTo>
                  <a:pt x="156" y="570"/>
                </a:lnTo>
                <a:lnTo>
                  <a:pt x="162" y="576"/>
                </a:lnTo>
                <a:lnTo>
                  <a:pt x="162" y="582"/>
                </a:lnTo>
                <a:lnTo>
                  <a:pt x="162" y="588"/>
                </a:lnTo>
                <a:lnTo>
                  <a:pt x="168" y="600"/>
                </a:lnTo>
                <a:lnTo>
                  <a:pt x="168" y="606"/>
                </a:lnTo>
                <a:lnTo>
                  <a:pt x="174" y="612"/>
                </a:lnTo>
                <a:lnTo>
                  <a:pt x="174" y="618"/>
                </a:lnTo>
                <a:lnTo>
                  <a:pt x="174" y="624"/>
                </a:lnTo>
                <a:lnTo>
                  <a:pt x="180" y="630"/>
                </a:lnTo>
                <a:lnTo>
                  <a:pt x="180" y="636"/>
                </a:lnTo>
                <a:lnTo>
                  <a:pt x="186" y="642"/>
                </a:lnTo>
                <a:lnTo>
                  <a:pt x="186" y="648"/>
                </a:lnTo>
                <a:lnTo>
                  <a:pt x="186" y="654"/>
                </a:lnTo>
                <a:lnTo>
                  <a:pt x="192" y="666"/>
                </a:lnTo>
                <a:lnTo>
                  <a:pt x="192" y="672"/>
                </a:lnTo>
                <a:lnTo>
                  <a:pt x="198" y="678"/>
                </a:lnTo>
                <a:lnTo>
                  <a:pt x="198" y="684"/>
                </a:lnTo>
                <a:lnTo>
                  <a:pt x="198" y="690"/>
                </a:lnTo>
                <a:lnTo>
                  <a:pt x="204" y="696"/>
                </a:lnTo>
                <a:lnTo>
                  <a:pt x="204" y="702"/>
                </a:lnTo>
                <a:lnTo>
                  <a:pt x="204" y="708"/>
                </a:lnTo>
                <a:lnTo>
                  <a:pt x="210" y="714"/>
                </a:lnTo>
                <a:lnTo>
                  <a:pt x="210" y="720"/>
                </a:lnTo>
                <a:lnTo>
                  <a:pt x="216" y="726"/>
                </a:lnTo>
                <a:lnTo>
                  <a:pt x="216" y="732"/>
                </a:lnTo>
                <a:lnTo>
                  <a:pt x="216" y="738"/>
                </a:lnTo>
                <a:lnTo>
                  <a:pt x="222" y="744"/>
                </a:lnTo>
                <a:lnTo>
                  <a:pt x="222" y="750"/>
                </a:lnTo>
                <a:lnTo>
                  <a:pt x="228" y="756"/>
                </a:lnTo>
                <a:lnTo>
                  <a:pt x="228" y="762"/>
                </a:lnTo>
                <a:lnTo>
                  <a:pt x="228" y="768"/>
                </a:lnTo>
                <a:lnTo>
                  <a:pt x="234" y="774"/>
                </a:lnTo>
                <a:lnTo>
                  <a:pt x="234" y="780"/>
                </a:lnTo>
                <a:lnTo>
                  <a:pt x="234" y="786"/>
                </a:lnTo>
                <a:lnTo>
                  <a:pt x="240" y="792"/>
                </a:lnTo>
                <a:lnTo>
                  <a:pt x="246" y="798"/>
                </a:lnTo>
                <a:lnTo>
                  <a:pt x="246" y="804"/>
                </a:lnTo>
                <a:lnTo>
                  <a:pt x="246" y="810"/>
                </a:lnTo>
                <a:lnTo>
                  <a:pt x="252" y="816"/>
                </a:lnTo>
                <a:lnTo>
                  <a:pt x="252" y="822"/>
                </a:lnTo>
                <a:lnTo>
                  <a:pt x="258" y="828"/>
                </a:lnTo>
                <a:lnTo>
                  <a:pt x="258" y="834"/>
                </a:lnTo>
                <a:lnTo>
                  <a:pt x="258" y="840"/>
                </a:lnTo>
                <a:lnTo>
                  <a:pt x="264" y="846"/>
                </a:lnTo>
                <a:lnTo>
                  <a:pt x="270" y="852"/>
                </a:lnTo>
                <a:lnTo>
                  <a:pt x="270" y="858"/>
                </a:lnTo>
                <a:lnTo>
                  <a:pt x="270" y="864"/>
                </a:lnTo>
                <a:lnTo>
                  <a:pt x="276" y="870"/>
                </a:lnTo>
                <a:lnTo>
                  <a:pt x="276" y="876"/>
                </a:lnTo>
                <a:lnTo>
                  <a:pt x="276" y="882"/>
                </a:lnTo>
                <a:lnTo>
                  <a:pt x="282" y="882"/>
                </a:lnTo>
                <a:lnTo>
                  <a:pt x="282" y="888"/>
                </a:lnTo>
                <a:lnTo>
                  <a:pt x="288" y="894"/>
                </a:lnTo>
                <a:lnTo>
                  <a:pt x="288" y="900"/>
                </a:lnTo>
                <a:lnTo>
                  <a:pt x="288" y="906"/>
                </a:lnTo>
                <a:lnTo>
                  <a:pt x="294" y="912"/>
                </a:lnTo>
                <a:lnTo>
                  <a:pt x="300" y="918"/>
                </a:lnTo>
                <a:lnTo>
                  <a:pt x="300" y="924"/>
                </a:lnTo>
                <a:lnTo>
                  <a:pt x="300" y="930"/>
                </a:lnTo>
                <a:lnTo>
                  <a:pt x="306" y="936"/>
                </a:lnTo>
                <a:lnTo>
                  <a:pt x="306" y="942"/>
                </a:lnTo>
                <a:lnTo>
                  <a:pt x="312" y="948"/>
                </a:lnTo>
                <a:lnTo>
                  <a:pt x="312" y="954"/>
                </a:lnTo>
                <a:lnTo>
                  <a:pt x="318" y="960"/>
                </a:lnTo>
                <a:lnTo>
                  <a:pt x="318" y="966"/>
                </a:lnTo>
                <a:lnTo>
                  <a:pt x="324" y="972"/>
                </a:lnTo>
                <a:lnTo>
                  <a:pt x="324" y="978"/>
                </a:lnTo>
                <a:lnTo>
                  <a:pt x="330" y="978"/>
                </a:lnTo>
                <a:lnTo>
                  <a:pt x="330" y="984"/>
                </a:lnTo>
                <a:lnTo>
                  <a:pt x="330" y="990"/>
                </a:lnTo>
                <a:lnTo>
                  <a:pt x="336" y="996"/>
                </a:lnTo>
                <a:lnTo>
                  <a:pt x="342" y="1002"/>
                </a:lnTo>
                <a:lnTo>
                  <a:pt x="342" y="1008"/>
                </a:lnTo>
                <a:lnTo>
                  <a:pt x="348" y="1014"/>
                </a:lnTo>
                <a:lnTo>
                  <a:pt x="348" y="1020"/>
                </a:lnTo>
                <a:lnTo>
                  <a:pt x="348" y="1026"/>
                </a:lnTo>
                <a:lnTo>
                  <a:pt x="354" y="1026"/>
                </a:lnTo>
                <a:lnTo>
                  <a:pt x="354" y="1032"/>
                </a:lnTo>
                <a:lnTo>
                  <a:pt x="360" y="1038"/>
                </a:lnTo>
                <a:lnTo>
                  <a:pt x="360" y="1044"/>
                </a:lnTo>
                <a:lnTo>
                  <a:pt x="366" y="1050"/>
                </a:lnTo>
                <a:lnTo>
                  <a:pt x="372" y="1056"/>
                </a:lnTo>
                <a:lnTo>
                  <a:pt x="372" y="1062"/>
                </a:lnTo>
                <a:lnTo>
                  <a:pt x="378" y="1068"/>
                </a:lnTo>
                <a:lnTo>
                  <a:pt x="378" y="1074"/>
                </a:lnTo>
                <a:lnTo>
                  <a:pt x="384" y="1080"/>
                </a:lnTo>
                <a:lnTo>
                  <a:pt x="384" y="1086"/>
                </a:lnTo>
                <a:lnTo>
                  <a:pt x="390" y="1086"/>
                </a:lnTo>
                <a:lnTo>
                  <a:pt x="390" y="1092"/>
                </a:lnTo>
                <a:lnTo>
                  <a:pt x="390" y="1098"/>
                </a:lnTo>
                <a:lnTo>
                  <a:pt x="396" y="1098"/>
                </a:lnTo>
                <a:lnTo>
                  <a:pt x="396" y="1104"/>
                </a:lnTo>
                <a:lnTo>
                  <a:pt x="402" y="1104"/>
                </a:lnTo>
                <a:lnTo>
                  <a:pt x="402" y="1110"/>
                </a:lnTo>
                <a:lnTo>
                  <a:pt x="402" y="1116"/>
                </a:lnTo>
                <a:lnTo>
                  <a:pt x="408" y="1116"/>
                </a:lnTo>
                <a:lnTo>
                  <a:pt x="408" y="1122"/>
                </a:lnTo>
                <a:lnTo>
                  <a:pt x="414" y="1122"/>
                </a:lnTo>
                <a:lnTo>
                  <a:pt x="414" y="1128"/>
                </a:lnTo>
                <a:lnTo>
                  <a:pt x="414" y="1134"/>
                </a:lnTo>
                <a:lnTo>
                  <a:pt x="420" y="1134"/>
                </a:lnTo>
                <a:lnTo>
                  <a:pt x="420" y="1140"/>
                </a:lnTo>
                <a:lnTo>
                  <a:pt x="426" y="1146"/>
                </a:lnTo>
                <a:lnTo>
                  <a:pt x="426" y="1152"/>
                </a:lnTo>
                <a:lnTo>
                  <a:pt x="432" y="1152"/>
                </a:lnTo>
                <a:lnTo>
                  <a:pt x="432" y="1158"/>
                </a:lnTo>
                <a:lnTo>
                  <a:pt x="438" y="1164"/>
                </a:lnTo>
                <a:lnTo>
                  <a:pt x="444" y="1170"/>
                </a:lnTo>
                <a:lnTo>
                  <a:pt x="444" y="1176"/>
                </a:lnTo>
                <a:lnTo>
                  <a:pt x="450" y="1182"/>
                </a:lnTo>
                <a:lnTo>
                  <a:pt x="450" y="1188"/>
                </a:lnTo>
                <a:lnTo>
                  <a:pt x="456" y="1188"/>
                </a:lnTo>
                <a:lnTo>
                  <a:pt x="456" y="1194"/>
                </a:lnTo>
                <a:lnTo>
                  <a:pt x="462" y="1194"/>
                </a:lnTo>
                <a:lnTo>
                  <a:pt x="462" y="1200"/>
                </a:lnTo>
                <a:lnTo>
                  <a:pt x="468" y="1206"/>
                </a:lnTo>
                <a:lnTo>
                  <a:pt x="474" y="1212"/>
                </a:lnTo>
                <a:lnTo>
                  <a:pt x="474" y="1218"/>
                </a:lnTo>
                <a:lnTo>
                  <a:pt x="480" y="1218"/>
                </a:lnTo>
                <a:lnTo>
                  <a:pt x="480" y="1224"/>
                </a:lnTo>
                <a:lnTo>
                  <a:pt x="486" y="1224"/>
                </a:lnTo>
                <a:lnTo>
                  <a:pt x="486" y="1230"/>
                </a:lnTo>
                <a:lnTo>
                  <a:pt x="492" y="1236"/>
                </a:lnTo>
                <a:lnTo>
                  <a:pt x="492" y="1242"/>
                </a:lnTo>
                <a:lnTo>
                  <a:pt x="498" y="1242"/>
                </a:lnTo>
                <a:lnTo>
                  <a:pt x="498" y="1248"/>
                </a:lnTo>
                <a:lnTo>
                  <a:pt x="504" y="1248"/>
                </a:lnTo>
                <a:lnTo>
                  <a:pt x="504" y="1254"/>
                </a:lnTo>
                <a:lnTo>
                  <a:pt x="510" y="1260"/>
                </a:lnTo>
                <a:lnTo>
                  <a:pt x="516" y="1266"/>
                </a:lnTo>
                <a:lnTo>
                  <a:pt x="516" y="1272"/>
                </a:lnTo>
                <a:lnTo>
                  <a:pt x="522" y="1272"/>
                </a:lnTo>
                <a:lnTo>
                  <a:pt x="522" y="1278"/>
                </a:lnTo>
                <a:lnTo>
                  <a:pt x="528" y="1278"/>
                </a:lnTo>
                <a:lnTo>
                  <a:pt x="528" y="1284"/>
                </a:lnTo>
                <a:lnTo>
                  <a:pt x="534" y="1284"/>
                </a:lnTo>
                <a:lnTo>
                  <a:pt x="534" y="1290"/>
                </a:lnTo>
                <a:lnTo>
                  <a:pt x="540" y="1296"/>
                </a:lnTo>
                <a:lnTo>
                  <a:pt x="546" y="1302"/>
                </a:lnTo>
                <a:lnTo>
                  <a:pt x="552" y="1308"/>
                </a:lnTo>
                <a:lnTo>
                  <a:pt x="558" y="1314"/>
                </a:lnTo>
                <a:lnTo>
                  <a:pt x="564" y="1320"/>
                </a:lnTo>
                <a:lnTo>
                  <a:pt x="564" y="1326"/>
                </a:lnTo>
                <a:lnTo>
                  <a:pt x="570" y="1326"/>
                </a:lnTo>
                <a:lnTo>
                  <a:pt x="576" y="1332"/>
                </a:lnTo>
                <a:lnTo>
                  <a:pt x="576" y="1338"/>
                </a:lnTo>
                <a:lnTo>
                  <a:pt x="582" y="1338"/>
                </a:lnTo>
                <a:lnTo>
                  <a:pt x="588" y="1344"/>
                </a:lnTo>
                <a:lnTo>
                  <a:pt x="588" y="1350"/>
                </a:lnTo>
                <a:lnTo>
                  <a:pt x="594" y="1350"/>
                </a:lnTo>
              </a:path>
            </a:pathLst>
          </a:custGeom>
          <a:noFill/>
          <a:ln w="9525" cap="flat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7" name="Freeform 61">
            <a:extLst>
              <a:ext uri="{FF2B5EF4-FFF2-40B4-BE49-F238E27FC236}">
                <a16:creationId xmlns:a16="http://schemas.microsoft.com/office/drawing/2014/main" id="{C7A142B3-38A9-7334-D330-8425968CF1FF}"/>
              </a:ext>
            </a:extLst>
          </p:cNvPr>
          <p:cNvSpPr>
            <a:spLocks/>
          </p:cNvSpPr>
          <p:nvPr/>
        </p:nvSpPr>
        <p:spPr bwMode="auto">
          <a:xfrm>
            <a:off x="7078663" y="5291138"/>
            <a:ext cx="649287" cy="320675"/>
          </a:xfrm>
          <a:custGeom>
            <a:avLst/>
            <a:gdLst>
              <a:gd name="T0" fmla="*/ 2147483646 w 594"/>
              <a:gd name="T1" fmla="*/ 2147483646 h 294"/>
              <a:gd name="T2" fmla="*/ 2147483646 w 594"/>
              <a:gd name="T3" fmla="*/ 2147483646 h 294"/>
              <a:gd name="T4" fmla="*/ 2147483646 w 594"/>
              <a:gd name="T5" fmla="*/ 2147483646 h 294"/>
              <a:gd name="T6" fmla="*/ 2147483646 w 594"/>
              <a:gd name="T7" fmla="*/ 2147483646 h 294"/>
              <a:gd name="T8" fmla="*/ 2147483646 w 594"/>
              <a:gd name="T9" fmla="*/ 2147483646 h 294"/>
              <a:gd name="T10" fmla="*/ 2147483646 w 594"/>
              <a:gd name="T11" fmla="*/ 2147483646 h 294"/>
              <a:gd name="T12" fmla="*/ 2147483646 w 594"/>
              <a:gd name="T13" fmla="*/ 2147483646 h 294"/>
              <a:gd name="T14" fmla="*/ 2147483646 w 594"/>
              <a:gd name="T15" fmla="*/ 2147483646 h 294"/>
              <a:gd name="T16" fmla="*/ 2147483646 w 594"/>
              <a:gd name="T17" fmla="*/ 2147483646 h 294"/>
              <a:gd name="T18" fmla="*/ 2147483646 w 594"/>
              <a:gd name="T19" fmla="*/ 2147483646 h 294"/>
              <a:gd name="T20" fmla="*/ 2147483646 w 594"/>
              <a:gd name="T21" fmla="*/ 2147483646 h 294"/>
              <a:gd name="T22" fmla="*/ 2147483646 w 594"/>
              <a:gd name="T23" fmla="*/ 2147483646 h 294"/>
              <a:gd name="T24" fmla="*/ 2147483646 w 594"/>
              <a:gd name="T25" fmla="*/ 2147483646 h 294"/>
              <a:gd name="T26" fmla="*/ 2147483646 w 594"/>
              <a:gd name="T27" fmla="*/ 2147483646 h 294"/>
              <a:gd name="T28" fmla="*/ 2147483646 w 594"/>
              <a:gd name="T29" fmla="*/ 2147483646 h 294"/>
              <a:gd name="T30" fmla="*/ 2147483646 w 594"/>
              <a:gd name="T31" fmla="*/ 2147483646 h 294"/>
              <a:gd name="T32" fmla="*/ 2147483646 w 594"/>
              <a:gd name="T33" fmla="*/ 2147483646 h 294"/>
              <a:gd name="T34" fmla="*/ 2147483646 w 594"/>
              <a:gd name="T35" fmla="*/ 2147483646 h 294"/>
              <a:gd name="T36" fmla="*/ 2147483646 w 594"/>
              <a:gd name="T37" fmla="*/ 2147483646 h 294"/>
              <a:gd name="T38" fmla="*/ 2147483646 w 594"/>
              <a:gd name="T39" fmla="*/ 2147483646 h 294"/>
              <a:gd name="T40" fmla="*/ 2147483646 w 594"/>
              <a:gd name="T41" fmla="*/ 2147483646 h 294"/>
              <a:gd name="T42" fmla="*/ 2147483646 w 594"/>
              <a:gd name="T43" fmla="*/ 2147483646 h 294"/>
              <a:gd name="T44" fmla="*/ 2147483646 w 594"/>
              <a:gd name="T45" fmla="*/ 2147483646 h 294"/>
              <a:gd name="T46" fmla="*/ 2147483646 w 594"/>
              <a:gd name="T47" fmla="*/ 2147483646 h 294"/>
              <a:gd name="T48" fmla="*/ 2147483646 w 594"/>
              <a:gd name="T49" fmla="*/ 2147483646 h 294"/>
              <a:gd name="T50" fmla="*/ 2147483646 w 594"/>
              <a:gd name="T51" fmla="*/ 2147483646 h 294"/>
              <a:gd name="T52" fmla="*/ 2147483646 w 594"/>
              <a:gd name="T53" fmla="*/ 2147483646 h 294"/>
              <a:gd name="T54" fmla="*/ 2147483646 w 594"/>
              <a:gd name="T55" fmla="*/ 2147483646 h 294"/>
              <a:gd name="T56" fmla="*/ 2147483646 w 594"/>
              <a:gd name="T57" fmla="*/ 2147483646 h 294"/>
              <a:gd name="T58" fmla="*/ 2147483646 w 594"/>
              <a:gd name="T59" fmla="*/ 2147483646 h 294"/>
              <a:gd name="T60" fmla="*/ 2147483646 w 594"/>
              <a:gd name="T61" fmla="*/ 2147483646 h 294"/>
              <a:gd name="T62" fmla="*/ 2147483646 w 594"/>
              <a:gd name="T63" fmla="*/ 2147483646 h 294"/>
              <a:gd name="T64" fmla="*/ 2147483646 w 594"/>
              <a:gd name="T65" fmla="*/ 2147483646 h 294"/>
              <a:gd name="T66" fmla="*/ 2147483646 w 594"/>
              <a:gd name="T67" fmla="*/ 2147483646 h 294"/>
              <a:gd name="T68" fmla="*/ 2147483646 w 594"/>
              <a:gd name="T69" fmla="*/ 2147483646 h 294"/>
              <a:gd name="T70" fmla="*/ 2147483646 w 594"/>
              <a:gd name="T71" fmla="*/ 2147483646 h 294"/>
              <a:gd name="T72" fmla="*/ 2147483646 w 594"/>
              <a:gd name="T73" fmla="*/ 2147483646 h 294"/>
              <a:gd name="T74" fmla="*/ 2147483646 w 594"/>
              <a:gd name="T75" fmla="*/ 2147483646 h 294"/>
              <a:gd name="T76" fmla="*/ 2147483646 w 594"/>
              <a:gd name="T77" fmla="*/ 2147483646 h 294"/>
              <a:gd name="T78" fmla="*/ 2147483646 w 594"/>
              <a:gd name="T79" fmla="*/ 2147483646 h 294"/>
              <a:gd name="T80" fmla="*/ 2147483646 w 594"/>
              <a:gd name="T81" fmla="*/ 2147483646 h 294"/>
              <a:gd name="T82" fmla="*/ 2147483646 w 594"/>
              <a:gd name="T83" fmla="*/ 2147483646 h 294"/>
              <a:gd name="T84" fmla="*/ 2147483646 w 594"/>
              <a:gd name="T85" fmla="*/ 2147483646 h 294"/>
              <a:gd name="T86" fmla="*/ 2147483646 w 594"/>
              <a:gd name="T87" fmla="*/ 2147483646 h 294"/>
              <a:gd name="T88" fmla="*/ 2147483646 w 594"/>
              <a:gd name="T89" fmla="*/ 2147483646 h 294"/>
              <a:gd name="T90" fmla="*/ 2147483646 w 594"/>
              <a:gd name="T91" fmla="*/ 2147483646 h 294"/>
              <a:gd name="T92" fmla="*/ 2147483646 w 594"/>
              <a:gd name="T93" fmla="*/ 2147483646 h 294"/>
              <a:gd name="T94" fmla="*/ 2147483646 w 594"/>
              <a:gd name="T95" fmla="*/ 2147483646 h 294"/>
              <a:gd name="T96" fmla="*/ 2147483646 w 594"/>
              <a:gd name="T97" fmla="*/ 2147483646 h 294"/>
              <a:gd name="T98" fmla="*/ 2147483646 w 594"/>
              <a:gd name="T99" fmla="*/ 2147483646 h 294"/>
              <a:gd name="T100" fmla="*/ 2147483646 w 594"/>
              <a:gd name="T101" fmla="*/ 2147483646 h 29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4" h="294">
                <a:moveTo>
                  <a:pt x="0" y="0"/>
                </a:moveTo>
                <a:lnTo>
                  <a:pt x="0" y="6"/>
                </a:lnTo>
                <a:lnTo>
                  <a:pt x="6" y="6"/>
                </a:lnTo>
                <a:lnTo>
                  <a:pt x="12" y="12"/>
                </a:lnTo>
                <a:lnTo>
                  <a:pt x="12" y="18"/>
                </a:lnTo>
                <a:lnTo>
                  <a:pt x="18" y="18"/>
                </a:lnTo>
                <a:lnTo>
                  <a:pt x="24" y="24"/>
                </a:lnTo>
                <a:lnTo>
                  <a:pt x="30" y="30"/>
                </a:lnTo>
                <a:lnTo>
                  <a:pt x="36" y="30"/>
                </a:lnTo>
                <a:lnTo>
                  <a:pt x="36" y="36"/>
                </a:lnTo>
                <a:lnTo>
                  <a:pt x="42" y="36"/>
                </a:lnTo>
                <a:lnTo>
                  <a:pt x="42" y="42"/>
                </a:lnTo>
                <a:lnTo>
                  <a:pt x="48" y="42"/>
                </a:lnTo>
                <a:lnTo>
                  <a:pt x="48" y="48"/>
                </a:lnTo>
                <a:lnTo>
                  <a:pt x="54" y="48"/>
                </a:lnTo>
                <a:lnTo>
                  <a:pt x="54" y="54"/>
                </a:lnTo>
                <a:lnTo>
                  <a:pt x="60" y="54"/>
                </a:lnTo>
                <a:lnTo>
                  <a:pt x="66" y="60"/>
                </a:lnTo>
                <a:lnTo>
                  <a:pt x="72" y="66"/>
                </a:lnTo>
                <a:lnTo>
                  <a:pt x="78" y="72"/>
                </a:lnTo>
                <a:lnTo>
                  <a:pt x="84" y="72"/>
                </a:lnTo>
                <a:lnTo>
                  <a:pt x="84" y="78"/>
                </a:lnTo>
                <a:lnTo>
                  <a:pt x="90" y="78"/>
                </a:lnTo>
                <a:lnTo>
                  <a:pt x="96" y="84"/>
                </a:lnTo>
                <a:lnTo>
                  <a:pt x="102" y="84"/>
                </a:lnTo>
                <a:lnTo>
                  <a:pt x="102" y="90"/>
                </a:lnTo>
                <a:lnTo>
                  <a:pt x="108" y="90"/>
                </a:lnTo>
                <a:lnTo>
                  <a:pt x="108" y="96"/>
                </a:lnTo>
                <a:lnTo>
                  <a:pt x="114" y="96"/>
                </a:lnTo>
                <a:lnTo>
                  <a:pt x="120" y="102"/>
                </a:lnTo>
                <a:lnTo>
                  <a:pt x="126" y="102"/>
                </a:lnTo>
                <a:lnTo>
                  <a:pt x="126" y="108"/>
                </a:lnTo>
                <a:lnTo>
                  <a:pt x="132" y="108"/>
                </a:lnTo>
                <a:lnTo>
                  <a:pt x="138" y="114"/>
                </a:lnTo>
                <a:lnTo>
                  <a:pt x="144" y="114"/>
                </a:lnTo>
                <a:lnTo>
                  <a:pt x="144" y="120"/>
                </a:lnTo>
                <a:lnTo>
                  <a:pt x="150" y="120"/>
                </a:lnTo>
                <a:lnTo>
                  <a:pt x="156" y="126"/>
                </a:lnTo>
                <a:lnTo>
                  <a:pt x="162" y="126"/>
                </a:lnTo>
                <a:lnTo>
                  <a:pt x="162" y="132"/>
                </a:lnTo>
                <a:lnTo>
                  <a:pt x="168" y="132"/>
                </a:lnTo>
                <a:lnTo>
                  <a:pt x="174" y="138"/>
                </a:lnTo>
                <a:lnTo>
                  <a:pt x="180" y="138"/>
                </a:lnTo>
                <a:lnTo>
                  <a:pt x="180" y="144"/>
                </a:lnTo>
                <a:lnTo>
                  <a:pt x="186" y="144"/>
                </a:lnTo>
                <a:lnTo>
                  <a:pt x="192" y="150"/>
                </a:lnTo>
                <a:lnTo>
                  <a:pt x="198" y="150"/>
                </a:lnTo>
                <a:lnTo>
                  <a:pt x="204" y="156"/>
                </a:lnTo>
                <a:lnTo>
                  <a:pt x="210" y="156"/>
                </a:lnTo>
                <a:lnTo>
                  <a:pt x="210" y="162"/>
                </a:lnTo>
                <a:lnTo>
                  <a:pt x="216" y="162"/>
                </a:lnTo>
                <a:lnTo>
                  <a:pt x="222" y="162"/>
                </a:lnTo>
                <a:lnTo>
                  <a:pt x="222" y="168"/>
                </a:lnTo>
                <a:lnTo>
                  <a:pt x="228" y="168"/>
                </a:lnTo>
                <a:lnTo>
                  <a:pt x="234" y="168"/>
                </a:lnTo>
                <a:lnTo>
                  <a:pt x="234" y="174"/>
                </a:lnTo>
                <a:lnTo>
                  <a:pt x="240" y="174"/>
                </a:lnTo>
                <a:lnTo>
                  <a:pt x="246" y="174"/>
                </a:lnTo>
                <a:lnTo>
                  <a:pt x="246" y="180"/>
                </a:lnTo>
                <a:lnTo>
                  <a:pt x="252" y="180"/>
                </a:lnTo>
                <a:lnTo>
                  <a:pt x="258" y="180"/>
                </a:lnTo>
                <a:lnTo>
                  <a:pt x="258" y="186"/>
                </a:lnTo>
                <a:lnTo>
                  <a:pt x="264" y="186"/>
                </a:lnTo>
                <a:lnTo>
                  <a:pt x="270" y="186"/>
                </a:lnTo>
                <a:lnTo>
                  <a:pt x="270" y="192"/>
                </a:lnTo>
                <a:lnTo>
                  <a:pt x="276" y="192"/>
                </a:lnTo>
                <a:lnTo>
                  <a:pt x="282" y="192"/>
                </a:lnTo>
                <a:lnTo>
                  <a:pt x="282" y="198"/>
                </a:lnTo>
                <a:lnTo>
                  <a:pt x="288" y="198"/>
                </a:lnTo>
                <a:lnTo>
                  <a:pt x="294" y="198"/>
                </a:lnTo>
                <a:lnTo>
                  <a:pt x="294" y="204"/>
                </a:lnTo>
                <a:lnTo>
                  <a:pt x="300" y="204"/>
                </a:lnTo>
                <a:lnTo>
                  <a:pt x="306" y="204"/>
                </a:lnTo>
                <a:lnTo>
                  <a:pt x="312" y="210"/>
                </a:lnTo>
                <a:lnTo>
                  <a:pt x="318" y="210"/>
                </a:lnTo>
                <a:lnTo>
                  <a:pt x="324" y="216"/>
                </a:lnTo>
                <a:lnTo>
                  <a:pt x="330" y="216"/>
                </a:lnTo>
                <a:lnTo>
                  <a:pt x="336" y="216"/>
                </a:lnTo>
                <a:lnTo>
                  <a:pt x="336" y="222"/>
                </a:lnTo>
                <a:lnTo>
                  <a:pt x="342" y="222"/>
                </a:lnTo>
                <a:lnTo>
                  <a:pt x="348" y="222"/>
                </a:lnTo>
                <a:lnTo>
                  <a:pt x="354" y="222"/>
                </a:lnTo>
                <a:lnTo>
                  <a:pt x="354" y="228"/>
                </a:lnTo>
                <a:lnTo>
                  <a:pt x="360" y="228"/>
                </a:lnTo>
                <a:lnTo>
                  <a:pt x="366" y="228"/>
                </a:lnTo>
                <a:lnTo>
                  <a:pt x="366" y="234"/>
                </a:lnTo>
                <a:lnTo>
                  <a:pt x="372" y="234"/>
                </a:lnTo>
                <a:lnTo>
                  <a:pt x="378" y="234"/>
                </a:lnTo>
                <a:lnTo>
                  <a:pt x="384" y="234"/>
                </a:lnTo>
                <a:lnTo>
                  <a:pt x="384" y="240"/>
                </a:lnTo>
                <a:lnTo>
                  <a:pt x="390" y="240"/>
                </a:lnTo>
                <a:lnTo>
                  <a:pt x="396" y="240"/>
                </a:lnTo>
                <a:lnTo>
                  <a:pt x="402" y="240"/>
                </a:lnTo>
                <a:lnTo>
                  <a:pt x="402" y="246"/>
                </a:lnTo>
                <a:lnTo>
                  <a:pt x="408" y="246"/>
                </a:lnTo>
                <a:lnTo>
                  <a:pt x="414" y="246"/>
                </a:lnTo>
                <a:lnTo>
                  <a:pt x="420" y="246"/>
                </a:lnTo>
                <a:lnTo>
                  <a:pt x="420" y="252"/>
                </a:lnTo>
                <a:lnTo>
                  <a:pt x="426" y="252"/>
                </a:lnTo>
                <a:lnTo>
                  <a:pt x="432" y="252"/>
                </a:lnTo>
                <a:lnTo>
                  <a:pt x="438" y="252"/>
                </a:lnTo>
                <a:lnTo>
                  <a:pt x="438" y="258"/>
                </a:lnTo>
                <a:lnTo>
                  <a:pt x="444" y="258"/>
                </a:lnTo>
                <a:lnTo>
                  <a:pt x="450" y="258"/>
                </a:lnTo>
                <a:lnTo>
                  <a:pt x="456" y="258"/>
                </a:lnTo>
                <a:lnTo>
                  <a:pt x="456" y="264"/>
                </a:lnTo>
                <a:lnTo>
                  <a:pt x="462" y="264"/>
                </a:lnTo>
                <a:lnTo>
                  <a:pt x="468" y="264"/>
                </a:lnTo>
                <a:lnTo>
                  <a:pt x="474" y="264"/>
                </a:lnTo>
                <a:lnTo>
                  <a:pt x="480" y="270"/>
                </a:lnTo>
                <a:lnTo>
                  <a:pt x="486" y="270"/>
                </a:lnTo>
                <a:lnTo>
                  <a:pt x="492" y="270"/>
                </a:lnTo>
                <a:lnTo>
                  <a:pt x="498" y="270"/>
                </a:lnTo>
                <a:lnTo>
                  <a:pt x="498" y="276"/>
                </a:lnTo>
                <a:lnTo>
                  <a:pt x="504" y="276"/>
                </a:lnTo>
                <a:lnTo>
                  <a:pt x="510" y="276"/>
                </a:lnTo>
                <a:lnTo>
                  <a:pt x="516" y="276"/>
                </a:lnTo>
                <a:lnTo>
                  <a:pt x="522" y="276"/>
                </a:lnTo>
                <a:lnTo>
                  <a:pt x="522" y="282"/>
                </a:lnTo>
                <a:lnTo>
                  <a:pt x="528" y="282"/>
                </a:lnTo>
                <a:lnTo>
                  <a:pt x="534" y="282"/>
                </a:lnTo>
                <a:lnTo>
                  <a:pt x="540" y="282"/>
                </a:lnTo>
                <a:lnTo>
                  <a:pt x="546" y="282"/>
                </a:lnTo>
                <a:lnTo>
                  <a:pt x="546" y="288"/>
                </a:lnTo>
                <a:lnTo>
                  <a:pt x="552" y="288"/>
                </a:lnTo>
                <a:lnTo>
                  <a:pt x="558" y="288"/>
                </a:lnTo>
                <a:lnTo>
                  <a:pt x="564" y="288"/>
                </a:lnTo>
                <a:lnTo>
                  <a:pt x="570" y="288"/>
                </a:lnTo>
                <a:lnTo>
                  <a:pt x="576" y="294"/>
                </a:lnTo>
                <a:lnTo>
                  <a:pt x="582" y="294"/>
                </a:lnTo>
                <a:lnTo>
                  <a:pt x="588" y="294"/>
                </a:lnTo>
                <a:lnTo>
                  <a:pt x="594" y="294"/>
                </a:lnTo>
              </a:path>
            </a:pathLst>
          </a:custGeom>
          <a:noFill/>
          <a:ln w="9525" cap="flat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8" name="Freeform 62">
            <a:extLst>
              <a:ext uri="{FF2B5EF4-FFF2-40B4-BE49-F238E27FC236}">
                <a16:creationId xmlns:a16="http://schemas.microsoft.com/office/drawing/2014/main" id="{E316DC15-98A3-C9B9-8813-6A49A7F950BF}"/>
              </a:ext>
            </a:extLst>
          </p:cNvPr>
          <p:cNvSpPr>
            <a:spLocks/>
          </p:cNvSpPr>
          <p:nvPr/>
        </p:nvSpPr>
        <p:spPr bwMode="auto">
          <a:xfrm>
            <a:off x="7727950" y="5611813"/>
            <a:ext cx="642938" cy="71437"/>
          </a:xfrm>
          <a:custGeom>
            <a:avLst/>
            <a:gdLst>
              <a:gd name="T0" fmla="*/ 2147483646 w 588"/>
              <a:gd name="T1" fmla="*/ 0 h 66"/>
              <a:gd name="T2" fmla="*/ 2147483646 w 588"/>
              <a:gd name="T3" fmla="*/ 2147483646 h 66"/>
              <a:gd name="T4" fmla="*/ 2147483646 w 588"/>
              <a:gd name="T5" fmla="*/ 2147483646 h 66"/>
              <a:gd name="T6" fmla="*/ 2147483646 w 588"/>
              <a:gd name="T7" fmla="*/ 2147483646 h 66"/>
              <a:gd name="T8" fmla="*/ 2147483646 w 588"/>
              <a:gd name="T9" fmla="*/ 2147483646 h 66"/>
              <a:gd name="T10" fmla="*/ 2147483646 w 588"/>
              <a:gd name="T11" fmla="*/ 2147483646 h 66"/>
              <a:gd name="T12" fmla="*/ 2147483646 w 588"/>
              <a:gd name="T13" fmla="*/ 2147483646 h 66"/>
              <a:gd name="T14" fmla="*/ 2147483646 w 588"/>
              <a:gd name="T15" fmla="*/ 2147483646 h 66"/>
              <a:gd name="T16" fmla="*/ 2147483646 w 588"/>
              <a:gd name="T17" fmla="*/ 2147483646 h 66"/>
              <a:gd name="T18" fmla="*/ 2147483646 w 588"/>
              <a:gd name="T19" fmla="*/ 2147483646 h 66"/>
              <a:gd name="T20" fmla="*/ 2147483646 w 588"/>
              <a:gd name="T21" fmla="*/ 2147483646 h 66"/>
              <a:gd name="T22" fmla="*/ 2147483646 w 588"/>
              <a:gd name="T23" fmla="*/ 2147483646 h 66"/>
              <a:gd name="T24" fmla="*/ 2147483646 w 588"/>
              <a:gd name="T25" fmla="*/ 2147483646 h 66"/>
              <a:gd name="T26" fmla="*/ 2147483646 w 588"/>
              <a:gd name="T27" fmla="*/ 2147483646 h 66"/>
              <a:gd name="T28" fmla="*/ 2147483646 w 588"/>
              <a:gd name="T29" fmla="*/ 2147483646 h 66"/>
              <a:gd name="T30" fmla="*/ 2147483646 w 588"/>
              <a:gd name="T31" fmla="*/ 2147483646 h 66"/>
              <a:gd name="T32" fmla="*/ 2147483646 w 588"/>
              <a:gd name="T33" fmla="*/ 2147483646 h 66"/>
              <a:gd name="T34" fmla="*/ 2147483646 w 588"/>
              <a:gd name="T35" fmla="*/ 2147483646 h 66"/>
              <a:gd name="T36" fmla="*/ 2147483646 w 588"/>
              <a:gd name="T37" fmla="*/ 2147483646 h 66"/>
              <a:gd name="T38" fmla="*/ 2147483646 w 588"/>
              <a:gd name="T39" fmla="*/ 2147483646 h 66"/>
              <a:gd name="T40" fmla="*/ 2147483646 w 588"/>
              <a:gd name="T41" fmla="*/ 2147483646 h 66"/>
              <a:gd name="T42" fmla="*/ 2147483646 w 588"/>
              <a:gd name="T43" fmla="*/ 2147483646 h 66"/>
              <a:gd name="T44" fmla="*/ 2147483646 w 588"/>
              <a:gd name="T45" fmla="*/ 2147483646 h 66"/>
              <a:gd name="T46" fmla="*/ 2147483646 w 588"/>
              <a:gd name="T47" fmla="*/ 2147483646 h 66"/>
              <a:gd name="T48" fmla="*/ 2147483646 w 588"/>
              <a:gd name="T49" fmla="*/ 2147483646 h 66"/>
              <a:gd name="T50" fmla="*/ 2147483646 w 588"/>
              <a:gd name="T51" fmla="*/ 2147483646 h 66"/>
              <a:gd name="T52" fmla="*/ 2147483646 w 588"/>
              <a:gd name="T53" fmla="*/ 2147483646 h 66"/>
              <a:gd name="T54" fmla="*/ 2147483646 w 588"/>
              <a:gd name="T55" fmla="*/ 2147483646 h 66"/>
              <a:gd name="T56" fmla="*/ 2147483646 w 588"/>
              <a:gd name="T57" fmla="*/ 2147483646 h 66"/>
              <a:gd name="T58" fmla="*/ 2147483646 w 588"/>
              <a:gd name="T59" fmla="*/ 2147483646 h 66"/>
              <a:gd name="T60" fmla="*/ 2147483646 w 588"/>
              <a:gd name="T61" fmla="*/ 2147483646 h 66"/>
              <a:gd name="T62" fmla="*/ 2147483646 w 588"/>
              <a:gd name="T63" fmla="*/ 2147483646 h 66"/>
              <a:gd name="T64" fmla="*/ 2147483646 w 588"/>
              <a:gd name="T65" fmla="*/ 2147483646 h 66"/>
              <a:gd name="T66" fmla="*/ 2147483646 w 588"/>
              <a:gd name="T67" fmla="*/ 2147483646 h 66"/>
              <a:gd name="T68" fmla="*/ 2147483646 w 588"/>
              <a:gd name="T69" fmla="*/ 2147483646 h 66"/>
              <a:gd name="T70" fmla="*/ 2147483646 w 588"/>
              <a:gd name="T71" fmla="*/ 2147483646 h 66"/>
              <a:gd name="T72" fmla="*/ 2147483646 w 588"/>
              <a:gd name="T73" fmla="*/ 2147483646 h 66"/>
              <a:gd name="T74" fmla="*/ 2147483646 w 588"/>
              <a:gd name="T75" fmla="*/ 2147483646 h 66"/>
              <a:gd name="T76" fmla="*/ 2147483646 w 588"/>
              <a:gd name="T77" fmla="*/ 2147483646 h 66"/>
              <a:gd name="T78" fmla="*/ 2147483646 w 588"/>
              <a:gd name="T79" fmla="*/ 2147483646 h 66"/>
              <a:gd name="T80" fmla="*/ 2147483646 w 588"/>
              <a:gd name="T81" fmla="*/ 2147483646 h 66"/>
              <a:gd name="T82" fmla="*/ 2147483646 w 588"/>
              <a:gd name="T83" fmla="*/ 2147483646 h 66"/>
              <a:gd name="T84" fmla="*/ 2147483646 w 588"/>
              <a:gd name="T85" fmla="*/ 2147483646 h 66"/>
              <a:gd name="T86" fmla="*/ 2147483646 w 588"/>
              <a:gd name="T87" fmla="*/ 2147483646 h 66"/>
              <a:gd name="T88" fmla="*/ 2147483646 w 588"/>
              <a:gd name="T89" fmla="*/ 2147483646 h 66"/>
              <a:gd name="T90" fmla="*/ 2147483646 w 588"/>
              <a:gd name="T91" fmla="*/ 2147483646 h 66"/>
              <a:gd name="T92" fmla="*/ 2147483646 w 588"/>
              <a:gd name="T93" fmla="*/ 2147483646 h 66"/>
              <a:gd name="T94" fmla="*/ 2147483646 w 588"/>
              <a:gd name="T95" fmla="*/ 2147483646 h 66"/>
              <a:gd name="T96" fmla="*/ 2147483646 w 588"/>
              <a:gd name="T97" fmla="*/ 2147483646 h 66"/>
              <a:gd name="T98" fmla="*/ 2147483646 w 588"/>
              <a:gd name="T99" fmla="*/ 2147483646 h 66"/>
              <a:gd name="T100" fmla="*/ 2147483646 w 588"/>
              <a:gd name="T101" fmla="*/ 2147483646 h 6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88" h="66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12" y="6"/>
                </a:lnTo>
                <a:lnTo>
                  <a:pt x="18" y="6"/>
                </a:lnTo>
                <a:lnTo>
                  <a:pt x="24" y="6"/>
                </a:lnTo>
                <a:lnTo>
                  <a:pt x="30" y="6"/>
                </a:lnTo>
                <a:lnTo>
                  <a:pt x="36" y="6"/>
                </a:lnTo>
                <a:lnTo>
                  <a:pt x="42" y="12"/>
                </a:lnTo>
                <a:lnTo>
                  <a:pt x="48" y="12"/>
                </a:lnTo>
                <a:lnTo>
                  <a:pt x="54" y="12"/>
                </a:lnTo>
                <a:lnTo>
                  <a:pt x="60" y="12"/>
                </a:lnTo>
                <a:lnTo>
                  <a:pt x="66" y="12"/>
                </a:lnTo>
                <a:lnTo>
                  <a:pt x="72" y="12"/>
                </a:lnTo>
                <a:lnTo>
                  <a:pt x="72" y="18"/>
                </a:lnTo>
                <a:lnTo>
                  <a:pt x="78" y="18"/>
                </a:lnTo>
                <a:lnTo>
                  <a:pt x="84" y="18"/>
                </a:lnTo>
                <a:lnTo>
                  <a:pt x="90" y="18"/>
                </a:lnTo>
                <a:lnTo>
                  <a:pt x="96" y="18"/>
                </a:lnTo>
                <a:lnTo>
                  <a:pt x="102" y="18"/>
                </a:lnTo>
                <a:lnTo>
                  <a:pt x="108" y="18"/>
                </a:lnTo>
                <a:lnTo>
                  <a:pt x="108" y="24"/>
                </a:lnTo>
                <a:lnTo>
                  <a:pt x="114" y="24"/>
                </a:lnTo>
                <a:lnTo>
                  <a:pt x="120" y="24"/>
                </a:lnTo>
                <a:lnTo>
                  <a:pt x="126" y="24"/>
                </a:lnTo>
                <a:lnTo>
                  <a:pt x="132" y="24"/>
                </a:lnTo>
                <a:lnTo>
                  <a:pt x="138" y="24"/>
                </a:lnTo>
                <a:lnTo>
                  <a:pt x="144" y="24"/>
                </a:lnTo>
                <a:lnTo>
                  <a:pt x="150" y="24"/>
                </a:lnTo>
                <a:lnTo>
                  <a:pt x="150" y="30"/>
                </a:lnTo>
                <a:lnTo>
                  <a:pt x="156" y="30"/>
                </a:lnTo>
                <a:lnTo>
                  <a:pt x="162" y="30"/>
                </a:lnTo>
                <a:lnTo>
                  <a:pt x="168" y="30"/>
                </a:lnTo>
                <a:lnTo>
                  <a:pt x="174" y="30"/>
                </a:lnTo>
                <a:lnTo>
                  <a:pt x="180" y="30"/>
                </a:lnTo>
                <a:lnTo>
                  <a:pt x="186" y="30"/>
                </a:lnTo>
                <a:lnTo>
                  <a:pt x="192" y="30"/>
                </a:lnTo>
                <a:lnTo>
                  <a:pt x="192" y="36"/>
                </a:lnTo>
                <a:lnTo>
                  <a:pt x="198" y="36"/>
                </a:lnTo>
                <a:lnTo>
                  <a:pt x="204" y="36"/>
                </a:lnTo>
                <a:lnTo>
                  <a:pt x="210" y="36"/>
                </a:lnTo>
                <a:lnTo>
                  <a:pt x="216" y="36"/>
                </a:lnTo>
                <a:lnTo>
                  <a:pt x="222" y="36"/>
                </a:lnTo>
                <a:lnTo>
                  <a:pt x="228" y="36"/>
                </a:lnTo>
                <a:lnTo>
                  <a:pt x="234" y="36"/>
                </a:lnTo>
                <a:lnTo>
                  <a:pt x="240" y="36"/>
                </a:lnTo>
                <a:lnTo>
                  <a:pt x="246" y="42"/>
                </a:lnTo>
                <a:lnTo>
                  <a:pt x="252" y="42"/>
                </a:lnTo>
                <a:lnTo>
                  <a:pt x="258" y="42"/>
                </a:lnTo>
                <a:lnTo>
                  <a:pt x="264" y="42"/>
                </a:lnTo>
                <a:lnTo>
                  <a:pt x="270" y="42"/>
                </a:lnTo>
                <a:lnTo>
                  <a:pt x="276" y="42"/>
                </a:lnTo>
                <a:lnTo>
                  <a:pt x="282" y="42"/>
                </a:lnTo>
                <a:lnTo>
                  <a:pt x="288" y="42"/>
                </a:lnTo>
                <a:lnTo>
                  <a:pt x="294" y="42"/>
                </a:lnTo>
                <a:lnTo>
                  <a:pt x="300" y="42"/>
                </a:lnTo>
                <a:lnTo>
                  <a:pt x="300" y="48"/>
                </a:lnTo>
                <a:lnTo>
                  <a:pt x="306" y="48"/>
                </a:lnTo>
                <a:lnTo>
                  <a:pt x="312" y="48"/>
                </a:lnTo>
                <a:lnTo>
                  <a:pt x="318" y="48"/>
                </a:lnTo>
                <a:lnTo>
                  <a:pt x="324" y="48"/>
                </a:lnTo>
                <a:lnTo>
                  <a:pt x="330" y="48"/>
                </a:lnTo>
                <a:lnTo>
                  <a:pt x="336" y="48"/>
                </a:lnTo>
                <a:lnTo>
                  <a:pt x="342" y="48"/>
                </a:lnTo>
                <a:lnTo>
                  <a:pt x="348" y="48"/>
                </a:lnTo>
                <a:lnTo>
                  <a:pt x="354" y="48"/>
                </a:lnTo>
                <a:lnTo>
                  <a:pt x="360" y="48"/>
                </a:lnTo>
                <a:lnTo>
                  <a:pt x="366" y="48"/>
                </a:lnTo>
                <a:lnTo>
                  <a:pt x="372" y="48"/>
                </a:lnTo>
                <a:lnTo>
                  <a:pt x="372" y="54"/>
                </a:lnTo>
                <a:lnTo>
                  <a:pt x="378" y="54"/>
                </a:lnTo>
                <a:lnTo>
                  <a:pt x="384" y="54"/>
                </a:lnTo>
                <a:lnTo>
                  <a:pt x="390" y="54"/>
                </a:lnTo>
                <a:lnTo>
                  <a:pt x="396" y="54"/>
                </a:lnTo>
                <a:lnTo>
                  <a:pt x="402" y="54"/>
                </a:lnTo>
                <a:lnTo>
                  <a:pt x="408" y="54"/>
                </a:lnTo>
                <a:lnTo>
                  <a:pt x="414" y="54"/>
                </a:lnTo>
                <a:lnTo>
                  <a:pt x="420" y="54"/>
                </a:lnTo>
                <a:lnTo>
                  <a:pt x="426" y="54"/>
                </a:lnTo>
                <a:lnTo>
                  <a:pt x="432" y="54"/>
                </a:lnTo>
                <a:lnTo>
                  <a:pt x="438" y="54"/>
                </a:lnTo>
                <a:lnTo>
                  <a:pt x="444" y="54"/>
                </a:lnTo>
                <a:lnTo>
                  <a:pt x="450" y="54"/>
                </a:lnTo>
                <a:lnTo>
                  <a:pt x="456" y="60"/>
                </a:lnTo>
                <a:lnTo>
                  <a:pt x="462" y="60"/>
                </a:lnTo>
                <a:lnTo>
                  <a:pt x="468" y="60"/>
                </a:lnTo>
                <a:lnTo>
                  <a:pt x="474" y="60"/>
                </a:lnTo>
                <a:lnTo>
                  <a:pt x="480" y="60"/>
                </a:lnTo>
                <a:lnTo>
                  <a:pt x="486" y="60"/>
                </a:lnTo>
                <a:lnTo>
                  <a:pt x="492" y="60"/>
                </a:lnTo>
                <a:lnTo>
                  <a:pt x="498" y="60"/>
                </a:lnTo>
                <a:lnTo>
                  <a:pt x="504" y="60"/>
                </a:lnTo>
                <a:lnTo>
                  <a:pt x="510" y="60"/>
                </a:lnTo>
                <a:lnTo>
                  <a:pt x="516" y="60"/>
                </a:lnTo>
                <a:lnTo>
                  <a:pt x="522" y="60"/>
                </a:lnTo>
                <a:lnTo>
                  <a:pt x="528" y="60"/>
                </a:lnTo>
                <a:lnTo>
                  <a:pt x="534" y="60"/>
                </a:lnTo>
                <a:lnTo>
                  <a:pt x="540" y="60"/>
                </a:lnTo>
                <a:lnTo>
                  <a:pt x="546" y="60"/>
                </a:lnTo>
                <a:lnTo>
                  <a:pt x="552" y="60"/>
                </a:lnTo>
                <a:lnTo>
                  <a:pt x="558" y="60"/>
                </a:lnTo>
                <a:lnTo>
                  <a:pt x="558" y="66"/>
                </a:lnTo>
                <a:lnTo>
                  <a:pt x="564" y="66"/>
                </a:lnTo>
                <a:lnTo>
                  <a:pt x="570" y="66"/>
                </a:lnTo>
                <a:lnTo>
                  <a:pt x="576" y="66"/>
                </a:lnTo>
                <a:lnTo>
                  <a:pt x="582" y="66"/>
                </a:lnTo>
                <a:lnTo>
                  <a:pt x="588" y="66"/>
                </a:lnTo>
              </a:path>
            </a:pathLst>
          </a:custGeom>
          <a:noFill/>
          <a:ln w="9525" cap="flat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829" name="图片 41">
            <a:extLst>
              <a:ext uri="{FF2B5EF4-FFF2-40B4-BE49-F238E27FC236}">
                <a16:creationId xmlns:a16="http://schemas.microsoft.com/office/drawing/2014/main" id="{CFBB3972-5706-476E-05E6-61C007FB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765550"/>
            <a:ext cx="3429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30" name="图片 42">
            <a:extLst>
              <a:ext uri="{FF2B5EF4-FFF2-40B4-BE49-F238E27FC236}">
                <a16:creationId xmlns:a16="http://schemas.microsoft.com/office/drawing/2014/main" id="{58D0AC68-FE5D-015F-9908-B52E707E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841750"/>
            <a:ext cx="4953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3831" name="图片 43">
            <a:extLst>
              <a:ext uri="{FF2B5EF4-FFF2-40B4-BE49-F238E27FC236}">
                <a16:creationId xmlns:a16="http://schemas.microsoft.com/office/drawing/2014/main" id="{0AAC26EA-ECD4-4F0A-E744-767588518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0" y="4400550"/>
            <a:ext cx="1193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832" name="Text Box 66">
            <a:extLst>
              <a:ext uri="{FF2B5EF4-FFF2-40B4-BE49-F238E27FC236}">
                <a16:creationId xmlns:a16="http://schemas.microsoft.com/office/drawing/2014/main" id="{258DFCA5-3EC0-D31C-B60C-4D7324273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414963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双曲余弦</a:t>
            </a:r>
          </a:p>
        </p:txBody>
      </p:sp>
      <p:sp>
        <p:nvSpPr>
          <p:cNvPr id="33833" name="Text Box 67">
            <a:extLst>
              <a:ext uri="{FF2B5EF4-FFF2-40B4-BE49-F238E27FC236}">
                <a16:creationId xmlns:a16="http://schemas.microsoft.com/office/drawing/2014/main" id="{987BC572-9449-F98C-4929-878EECB2E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3" y="5164138"/>
            <a:ext cx="1122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denote</a:t>
            </a:r>
            <a:endParaRPr lang="zh-CN" altLang="en-US" sz="2400">
              <a:solidFill>
                <a:schemeClr val="accent2"/>
              </a:solidFill>
              <a:latin typeface="等线" panose="02010600030101010101" pitchFamily="2" charset="-122"/>
            </a:endParaRPr>
          </a:p>
        </p:txBody>
      </p:sp>
      <p:pic>
        <p:nvPicPr>
          <p:cNvPr id="33834" name="图片 78" descr="图表&#10;&#10;描述已自动生成">
            <a:extLst>
              <a:ext uri="{FF2B5EF4-FFF2-40B4-BE49-F238E27FC236}">
                <a16:creationId xmlns:a16="http://schemas.microsoft.com/office/drawing/2014/main" id="{2A51F5A2-D714-AEB7-07F7-305C296FA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1371600"/>
            <a:ext cx="21463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F2773D6A-734B-7003-85B0-7FF44E96A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425" y="677863"/>
            <a:ext cx="1138238" cy="519112"/>
          </a:xfrm>
        </p:spPr>
        <p:txBody>
          <a:bodyPr/>
          <a:lstStyle/>
          <a:p>
            <a:pPr>
              <a:defRPr/>
            </a:pPr>
            <a:r>
              <a:rPr lang="zh-CN" altLang="en-US" sz="2400">
                <a:latin typeface="+mn-ea"/>
                <a:ea typeface="+mn-ea"/>
              </a:rPr>
              <a:t>又 </a:t>
            </a:r>
            <a:r>
              <a:rPr lang="en-US" altLang="zh-CN" sz="2400">
                <a:latin typeface="+mn-ea"/>
                <a:ea typeface="+mn-ea"/>
              </a:rPr>
              <a:t>such as,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4818" name="Freeform 2">
            <a:extLst>
              <a:ext uri="{FF2B5EF4-FFF2-40B4-BE49-F238E27FC236}">
                <a16:creationId xmlns:a16="http://schemas.microsoft.com/office/drawing/2014/main" id="{769FE2AF-D609-4344-A29B-D264AB1BADA4}"/>
              </a:ext>
            </a:extLst>
          </p:cNvPr>
          <p:cNvSpPr>
            <a:spLocks/>
          </p:cNvSpPr>
          <p:nvPr/>
        </p:nvSpPr>
        <p:spPr bwMode="auto">
          <a:xfrm>
            <a:off x="4892675" y="5375275"/>
            <a:ext cx="3252788" cy="1588"/>
          </a:xfrm>
          <a:custGeom>
            <a:avLst/>
            <a:gdLst>
              <a:gd name="T0" fmla="*/ 2147483646 w 642"/>
              <a:gd name="T1" fmla="*/ 0 h 1587"/>
              <a:gd name="T2" fmla="*/ 2147483646 w 642"/>
              <a:gd name="T3" fmla="*/ 0 h 1587"/>
              <a:gd name="T4" fmla="*/ 2147483646 w 642"/>
              <a:gd name="T5" fmla="*/ 0 h 1587"/>
              <a:gd name="T6" fmla="*/ 2147483646 w 642"/>
              <a:gd name="T7" fmla="*/ 0 h 1587"/>
              <a:gd name="T8" fmla="*/ 2147483646 w 642"/>
              <a:gd name="T9" fmla="*/ 0 h 1587"/>
              <a:gd name="T10" fmla="*/ 2147483646 w 642"/>
              <a:gd name="T11" fmla="*/ 0 h 1587"/>
              <a:gd name="T12" fmla="*/ 2147483646 w 642"/>
              <a:gd name="T13" fmla="*/ 0 h 1587"/>
              <a:gd name="T14" fmla="*/ 2147483646 w 642"/>
              <a:gd name="T15" fmla="*/ 0 h 1587"/>
              <a:gd name="T16" fmla="*/ 2147483646 w 642"/>
              <a:gd name="T17" fmla="*/ 0 h 1587"/>
              <a:gd name="T18" fmla="*/ 2147483646 w 642"/>
              <a:gd name="T19" fmla="*/ 0 h 1587"/>
              <a:gd name="T20" fmla="*/ 2147483646 w 642"/>
              <a:gd name="T21" fmla="*/ 0 h 1587"/>
              <a:gd name="T22" fmla="*/ 2147483646 w 642"/>
              <a:gd name="T23" fmla="*/ 0 h 1587"/>
              <a:gd name="T24" fmla="*/ 2147483646 w 642"/>
              <a:gd name="T25" fmla="*/ 0 h 1587"/>
              <a:gd name="T26" fmla="*/ 2147483646 w 642"/>
              <a:gd name="T27" fmla="*/ 0 h 1587"/>
              <a:gd name="T28" fmla="*/ 2147483646 w 642"/>
              <a:gd name="T29" fmla="*/ 0 h 1587"/>
              <a:gd name="T30" fmla="*/ 2147483646 w 642"/>
              <a:gd name="T31" fmla="*/ 0 h 1587"/>
              <a:gd name="T32" fmla="*/ 2147483646 w 642"/>
              <a:gd name="T33" fmla="*/ 0 h 1587"/>
              <a:gd name="T34" fmla="*/ 2147483646 w 642"/>
              <a:gd name="T35" fmla="*/ 0 h 1587"/>
              <a:gd name="T36" fmla="*/ 2147483646 w 642"/>
              <a:gd name="T37" fmla="*/ 0 h 1587"/>
              <a:gd name="T38" fmla="*/ 2147483646 w 642"/>
              <a:gd name="T39" fmla="*/ 0 h 1587"/>
              <a:gd name="T40" fmla="*/ 2147483646 w 642"/>
              <a:gd name="T41" fmla="*/ 0 h 1587"/>
              <a:gd name="T42" fmla="*/ 2147483646 w 642"/>
              <a:gd name="T43" fmla="*/ 0 h 1587"/>
              <a:gd name="T44" fmla="*/ 2147483646 w 642"/>
              <a:gd name="T45" fmla="*/ 0 h 1587"/>
              <a:gd name="T46" fmla="*/ 2147483646 w 642"/>
              <a:gd name="T47" fmla="*/ 0 h 1587"/>
              <a:gd name="T48" fmla="*/ 2147483646 w 642"/>
              <a:gd name="T49" fmla="*/ 0 h 1587"/>
              <a:gd name="T50" fmla="*/ 2147483646 w 642"/>
              <a:gd name="T51" fmla="*/ 0 h 1587"/>
              <a:gd name="T52" fmla="*/ 2147483646 w 642"/>
              <a:gd name="T53" fmla="*/ 0 h 1587"/>
              <a:gd name="T54" fmla="*/ 2147483646 w 642"/>
              <a:gd name="T55" fmla="*/ 0 h 1587"/>
              <a:gd name="T56" fmla="*/ 2147483646 w 642"/>
              <a:gd name="T57" fmla="*/ 0 h 1587"/>
              <a:gd name="T58" fmla="*/ 2147483646 w 642"/>
              <a:gd name="T59" fmla="*/ 0 h 1587"/>
              <a:gd name="T60" fmla="*/ 2147483646 w 642"/>
              <a:gd name="T61" fmla="*/ 0 h 1587"/>
              <a:gd name="T62" fmla="*/ 2147483646 w 642"/>
              <a:gd name="T63" fmla="*/ 0 h 1587"/>
              <a:gd name="T64" fmla="*/ 2147483646 w 642"/>
              <a:gd name="T65" fmla="*/ 0 h 1587"/>
              <a:gd name="T66" fmla="*/ 2147483646 w 642"/>
              <a:gd name="T67" fmla="*/ 0 h 1587"/>
              <a:gd name="T68" fmla="*/ 2147483646 w 642"/>
              <a:gd name="T69" fmla="*/ 0 h 1587"/>
              <a:gd name="T70" fmla="*/ 2147483646 w 642"/>
              <a:gd name="T71" fmla="*/ 0 h 1587"/>
              <a:gd name="T72" fmla="*/ 2147483646 w 642"/>
              <a:gd name="T73" fmla="*/ 0 h 1587"/>
              <a:gd name="T74" fmla="*/ 2147483646 w 642"/>
              <a:gd name="T75" fmla="*/ 0 h 1587"/>
              <a:gd name="T76" fmla="*/ 2147483646 w 642"/>
              <a:gd name="T77" fmla="*/ 0 h 1587"/>
              <a:gd name="T78" fmla="*/ 2147483646 w 642"/>
              <a:gd name="T79" fmla="*/ 0 h 1587"/>
              <a:gd name="T80" fmla="*/ 2147483646 w 642"/>
              <a:gd name="T81" fmla="*/ 0 h 1587"/>
              <a:gd name="T82" fmla="*/ 2147483646 w 642"/>
              <a:gd name="T83" fmla="*/ 0 h 1587"/>
              <a:gd name="T84" fmla="*/ 2147483646 w 642"/>
              <a:gd name="T85" fmla="*/ 0 h 1587"/>
              <a:gd name="T86" fmla="*/ 2147483646 w 642"/>
              <a:gd name="T87" fmla="*/ 0 h 1587"/>
              <a:gd name="T88" fmla="*/ 2147483646 w 642"/>
              <a:gd name="T89" fmla="*/ 0 h 1587"/>
              <a:gd name="T90" fmla="*/ 2147483646 w 642"/>
              <a:gd name="T91" fmla="*/ 0 h 1587"/>
              <a:gd name="T92" fmla="*/ 2147483646 w 642"/>
              <a:gd name="T93" fmla="*/ 0 h 1587"/>
              <a:gd name="T94" fmla="*/ 2147483646 w 642"/>
              <a:gd name="T95" fmla="*/ 0 h 1587"/>
              <a:gd name="T96" fmla="*/ 2147483646 w 642"/>
              <a:gd name="T97" fmla="*/ 0 h 1587"/>
              <a:gd name="T98" fmla="*/ 2147483646 w 642"/>
              <a:gd name="T99" fmla="*/ 0 h 1587"/>
              <a:gd name="T100" fmla="*/ 2147483646 w 642"/>
              <a:gd name="T101" fmla="*/ 0 h 1587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642" h="1587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12" y="0"/>
                </a:lnTo>
                <a:lnTo>
                  <a:pt x="18" y="0"/>
                </a:lnTo>
                <a:lnTo>
                  <a:pt x="24" y="0"/>
                </a:lnTo>
                <a:lnTo>
                  <a:pt x="30" y="0"/>
                </a:lnTo>
                <a:lnTo>
                  <a:pt x="36" y="0"/>
                </a:lnTo>
                <a:lnTo>
                  <a:pt x="42" y="0"/>
                </a:lnTo>
                <a:lnTo>
                  <a:pt x="48" y="0"/>
                </a:lnTo>
                <a:lnTo>
                  <a:pt x="54" y="0"/>
                </a:lnTo>
                <a:lnTo>
                  <a:pt x="60" y="0"/>
                </a:lnTo>
                <a:lnTo>
                  <a:pt x="66" y="0"/>
                </a:lnTo>
                <a:lnTo>
                  <a:pt x="72" y="0"/>
                </a:lnTo>
                <a:lnTo>
                  <a:pt x="78" y="0"/>
                </a:lnTo>
                <a:lnTo>
                  <a:pt x="84" y="0"/>
                </a:lnTo>
                <a:lnTo>
                  <a:pt x="90" y="0"/>
                </a:lnTo>
                <a:lnTo>
                  <a:pt x="96" y="0"/>
                </a:lnTo>
                <a:lnTo>
                  <a:pt x="102" y="0"/>
                </a:lnTo>
                <a:lnTo>
                  <a:pt x="108" y="0"/>
                </a:lnTo>
                <a:lnTo>
                  <a:pt x="114" y="0"/>
                </a:lnTo>
                <a:lnTo>
                  <a:pt x="120" y="0"/>
                </a:lnTo>
                <a:lnTo>
                  <a:pt x="126" y="0"/>
                </a:lnTo>
                <a:lnTo>
                  <a:pt x="132" y="0"/>
                </a:lnTo>
                <a:lnTo>
                  <a:pt x="138" y="0"/>
                </a:lnTo>
                <a:lnTo>
                  <a:pt x="144" y="0"/>
                </a:lnTo>
                <a:lnTo>
                  <a:pt x="150" y="0"/>
                </a:lnTo>
                <a:lnTo>
                  <a:pt x="156" y="0"/>
                </a:lnTo>
                <a:lnTo>
                  <a:pt x="162" y="0"/>
                </a:lnTo>
                <a:lnTo>
                  <a:pt x="168" y="0"/>
                </a:lnTo>
                <a:lnTo>
                  <a:pt x="174" y="0"/>
                </a:lnTo>
                <a:lnTo>
                  <a:pt x="180" y="0"/>
                </a:lnTo>
                <a:lnTo>
                  <a:pt x="186" y="0"/>
                </a:lnTo>
                <a:lnTo>
                  <a:pt x="192" y="0"/>
                </a:lnTo>
                <a:lnTo>
                  <a:pt x="198" y="0"/>
                </a:lnTo>
                <a:lnTo>
                  <a:pt x="204" y="0"/>
                </a:lnTo>
                <a:lnTo>
                  <a:pt x="210" y="0"/>
                </a:lnTo>
                <a:lnTo>
                  <a:pt x="216" y="0"/>
                </a:lnTo>
                <a:lnTo>
                  <a:pt x="222" y="0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lnTo>
                  <a:pt x="246" y="0"/>
                </a:lnTo>
                <a:lnTo>
                  <a:pt x="252" y="0"/>
                </a:lnTo>
                <a:lnTo>
                  <a:pt x="258" y="0"/>
                </a:lnTo>
                <a:lnTo>
                  <a:pt x="264" y="0"/>
                </a:lnTo>
                <a:lnTo>
                  <a:pt x="270" y="0"/>
                </a:lnTo>
                <a:lnTo>
                  <a:pt x="276" y="0"/>
                </a:lnTo>
                <a:lnTo>
                  <a:pt x="282" y="0"/>
                </a:lnTo>
                <a:lnTo>
                  <a:pt x="288" y="0"/>
                </a:lnTo>
                <a:lnTo>
                  <a:pt x="294" y="0"/>
                </a:lnTo>
                <a:lnTo>
                  <a:pt x="300" y="0"/>
                </a:lnTo>
                <a:lnTo>
                  <a:pt x="306" y="0"/>
                </a:lnTo>
                <a:lnTo>
                  <a:pt x="312" y="0"/>
                </a:lnTo>
                <a:lnTo>
                  <a:pt x="318" y="0"/>
                </a:lnTo>
                <a:lnTo>
                  <a:pt x="324" y="0"/>
                </a:lnTo>
                <a:lnTo>
                  <a:pt x="330" y="0"/>
                </a:lnTo>
                <a:lnTo>
                  <a:pt x="336" y="0"/>
                </a:lnTo>
                <a:lnTo>
                  <a:pt x="342" y="0"/>
                </a:lnTo>
                <a:lnTo>
                  <a:pt x="348" y="0"/>
                </a:lnTo>
                <a:lnTo>
                  <a:pt x="354" y="0"/>
                </a:lnTo>
                <a:lnTo>
                  <a:pt x="360" y="0"/>
                </a:lnTo>
                <a:lnTo>
                  <a:pt x="366" y="0"/>
                </a:lnTo>
                <a:lnTo>
                  <a:pt x="372" y="0"/>
                </a:lnTo>
                <a:lnTo>
                  <a:pt x="378" y="0"/>
                </a:lnTo>
                <a:lnTo>
                  <a:pt x="384" y="0"/>
                </a:lnTo>
                <a:lnTo>
                  <a:pt x="390" y="0"/>
                </a:lnTo>
                <a:lnTo>
                  <a:pt x="396" y="0"/>
                </a:lnTo>
                <a:lnTo>
                  <a:pt x="402" y="0"/>
                </a:lnTo>
                <a:lnTo>
                  <a:pt x="408" y="0"/>
                </a:lnTo>
                <a:lnTo>
                  <a:pt x="414" y="0"/>
                </a:lnTo>
                <a:lnTo>
                  <a:pt x="420" y="0"/>
                </a:lnTo>
                <a:lnTo>
                  <a:pt x="426" y="0"/>
                </a:lnTo>
                <a:lnTo>
                  <a:pt x="432" y="0"/>
                </a:lnTo>
                <a:lnTo>
                  <a:pt x="438" y="0"/>
                </a:lnTo>
                <a:lnTo>
                  <a:pt x="444" y="0"/>
                </a:lnTo>
                <a:lnTo>
                  <a:pt x="450" y="0"/>
                </a:lnTo>
                <a:lnTo>
                  <a:pt x="456" y="0"/>
                </a:lnTo>
                <a:lnTo>
                  <a:pt x="462" y="0"/>
                </a:lnTo>
                <a:lnTo>
                  <a:pt x="468" y="0"/>
                </a:lnTo>
                <a:lnTo>
                  <a:pt x="474" y="0"/>
                </a:lnTo>
                <a:lnTo>
                  <a:pt x="480" y="0"/>
                </a:lnTo>
                <a:lnTo>
                  <a:pt x="486" y="0"/>
                </a:lnTo>
                <a:lnTo>
                  <a:pt x="492" y="0"/>
                </a:lnTo>
                <a:lnTo>
                  <a:pt x="498" y="0"/>
                </a:lnTo>
                <a:lnTo>
                  <a:pt x="504" y="0"/>
                </a:lnTo>
                <a:lnTo>
                  <a:pt x="510" y="0"/>
                </a:lnTo>
                <a:lnTo>
                  <a:pt x="516" y="0"/>
                </a:lnTo>
                <a:lnTo>
                  <a:pt x="522" y="0"/>
                </a:lnTo>
                <a:lnTo>
                  <a:pt x="528" y="0"/>
                </a:lnTo>
                <a:lnTo>
                  <a:pt x="534" y="0"/>
                </a:lnTo>
                <a:lnTo>
                  <a:pt x="540" y="0"/>
                </a:lnTo>
                <a:lnTo>
                  <a:pt x="546" y="0"/>
                </a:lnTo>
                <a:lnTo>
                  <a:pt x="552" y="0"/>
                </a:lnTo>
                <a:lnTo>
                  <a:pt x="558" y="0"/>
                </a:lnTo>
                <a:lnTo>
                  <a:pt x="564" y="0"/>
                </a:lnTo>
                <a:lnTo>
                  <a:pt x="570" y="0"/>
                </a:lnTo>
                <a:lnTo>
                  <a:pt x="576" y="0"/>
                </a:lnTo>
                <a:lnTo>
                  <a:pt x="582" y="0"/>
                </a:lnTo>
                <a:lnTo>
                  <a:pt x="588" y="0"/>
                </a:lnTo>
                <a:lnTo>
                  <a:pt x="594" y="0"/>
                </a:lnTo>
                <a:lnTo>
                  <a:pt x="600" y="0"/>
                </a:lnTo>
                <a:lnTo>
                  <a:pt x="606" y="0"/>
                </a:lnTo>
                <a:lnTo>
                  <a:pt x="612" y="0"/>
                </a:lnTo>
                <a:lnTo>
                  <a:pt x="618" y="0"/>
                </a:lnTo>
                <a:lnTo>
                  <a:pt x="624" y="0"/>
                </a:lnTo>
                <a:lnTo>
                  <a:pt x="630" y="0"/>
                </a:lnTo>
                <a:lnTo>
                  <a:pt x="636" y="0"/>
                </a:lnTo>
                <a:lnTo>
                  <a:pt x="642" y="0"/>
                </a:lnTo>
              </a:path>
            </a:pathLst>
          </a:custGeom>
          <a:noFill/>
          <a:ln w="9525">
            <a:solidFill>
              <a:srgbClr val="00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19" name="Freeform 3">
            <a:extLst>
              <a:ext uri="{FF2B5EF4-FFF2-40B4-BE49-F238E27FC236}">
                <a16:creationId xmlns:a16="http://schemas.microsoft.com/office/drawing/2014/main" id="{53C44519-7A5F-9B78-031F-666227AF0C1D}"/>
              </a:ext>
            </a:extLst>
          </p:cNvPr>
          <p:cNvSpPr>
            <a:spLocks/>
          </p:cNvSpPr>
          <p:nvPr/>
        </p:nvSpPr>
        <p:spPr bwMode="auto">
          <a:xfrm>
            <a:off x="4892675" y="5326063"/>
            <a:ext cx="814388" cy="44450"/>
          </a:xfrm>
          <a:custGeom>
            <a:avLst/>
            <a:gdLst>
              <a:gd name="T0" fmla="*/ 2147483646 w 642"/>
              <a:gd name="T1" fmla="*/ 2147483646 h 36"/>
              <a:gd name="T2" fmla="*/ 2147483646 w 642"/>
              <a:gd name="T3" fmla="*/ 2147483646 h 36"/>
              <a:gd name="T4" fmla="*/ 2147483646 w 642"/>
              <a:gd name="T5" fmla="*/ 2147483646 h 36"/>
              <a:gd name="T6" fmla="*/ 2147483646 w 642"/>
              <a:gd name="T7" fmla="*/ 2147483646 h 36"/>
              <a:gd name="T8" fmla="*/ 2147483646 w 642"/>
              <a:gd name="T9" fmla="*/ 2147483646 h 36"/>
              <a:gd name="T10" fmla="*/ 2147483646 w 642"/>
              <a:gd name="T11" fmla="*/ 2147483646 h 36"/>
              <a:gd name="T12" fmla="*/ 2147483646 w 642"/>
              <a:gd name="T13" fmla="*/ 2147483646 h 36"/>
              <a:gd name="T14" fmla="*/ 2147483646 w 642"/>
              <a:gd name="T15" fmla="*/ 2147483646 h 36"/>
              <a:gd name="T16" fmla="*/ 2147483646 w 642"/>
              <a:gd name="T17" fmla="*/ 2147483646 h 36"/>
              <a:gd name="T18" fmla="*/ 2147483646 w 642"/>
              <a:gd name="T19" fmla="*/ 2147483646 h 36"/>
              <a:gd name="T20" fmla="*/ 2147483646 w 642"/>
              <a:gd name="T21" fmla="*/ 2147483646 h 36"/>
              <a:gd name="T22" fmla="*/ 2147483646 w 642"/>
              <a:gd name="T23" fmla="*/ 2147483646 h 36"/>
              <a:gd name="T24" fmla="*/ 2147483646 w 642"/>
              <a:gd name="T25" fmla="*/ 2147483646 h 36"/>
              <a:gd name="T26" fmla="*/ 2147483646 w 642"/>
              <a:gd name="T27" fmla="*/ 2147483646 h 36"/>
              <a:gd name="T28" fmla="*/ 2147483646 w 642"/>
              <a:gd name="T29" fmla="*/ 2147483646 h 36"/>
              <a:gd name="T30" fmla="*/ 2147483646 w 642"/>
              <a:gd name="T31" fmla="*/ 2147483646 h 36"/>
              <a:gd name="T32" fmla="*/ 2147483646 w 642"/>
              <a:gd name="T33" fmla="*/ 2147483646 h 36"/>
              <a:gd name="T34" fmla="*/ 2147483646 w 642"/>
              <a:gd name="T35" fmla="*/ 2147483646 h 36"/>
              <a:gd name="T36" fmla="*/ 2147483646 w 642"/>
              <a:gd name="T37" fmla="*/ 2147483646 h 36"/>
              <a:gd name="T38" fmla="*/ 2147483646 w 642"/>
              <a:gd name="T39" fmla="*/ 2147483646 h 36"/>
              <a:gd name="T40" fmla="*/ 2147483646 w 642"/>
              <a:gd name="T41" fmla="*/ 2147483646 h 36"/>
              <a:gd name="T42" fmla="*/ 2147483646 w 642"/>
              <a:gd name="T43" fmla="*/ 2147483646 h 36"/>
              <a:gd name="T44" fmla="*/ 2147483646 w 642"/>
              <a:gd name="T45" fmla="*/ 2147483646 h 36"/>
              <a:gd name="T46" fmla="*/ 2147483646 w 642"/>
              <a:gd name="T47" fmla="*/ 2147483646 h 36"/>
              <a:gd name="T48" fmla="*/ 2147483646 w 642"/>
              <a:gd name="T49" fmla="*/ 2147483646 h 36"/>
              <a:gd name="T50" fmla="*/ 2147483646 w 642"/>
              <a:gd name="T51" fmla="*/ 2147483646 h 36"/>
              <a:gd name="T52" fmla="*/ 2147483646 w 642"/>
              <a:gd name="T53" fmla="*/ 2147483646 h 36"/>
              <a:gd name="T54" fmla="*/ 2147483646 w 642"/>
              <a:gd name="T55" fmla="*/ 2147483646 h 36"/>
              <a:gd name="T56" fmla="*/ 2147483646 w 642"/>
              <a:gd name="T57" fmla="*/ 2147483646 h 36"/>
              <a:gd name="T58" fmla="*/ 2147483646 w 642"/>
              <a:gd name="T59" fmla="*/ 2147483646 h 36"/>
              <a:gd name="T60" fmla="*/ 2147483646 w 642"/>
              <a:gd name="T61" fmla="*/ 2147483646 h 36"/>
              <a:gd name="T62" fmla="*/ 2147483646 w 642"/>
              <a:gd name="T63" fmla="*/ 2147483646 h 36"/>
              <a:gd name="T64" fmla="*/ 2147483646 w 642"/>
              <a:gd name="T65" fmla="*/ 2147483646 h 36"/>
              <a:gd name="T66" fmla="*/ 2147483646 w 642"/>
              <a:gd name="T67" fmla="*/ 2147483646 h 36"/>
              <a:gd name="T68" fmla="*/ 2147483646 w 642"/>
              <a:gd name="T69" fmla="*/ 2147483646 h 36"/>
              <a:gd name="T70" fmla="*/ 2147483646 w 642"/>
              <a:gd name="T71" fmla="*/ 2147483646 h 36"/>
              <a:gd name="T72" fmla="*/ 2147483646 w 642"/>
              <a:gd name="T73" fmla="*/ 2147483646 h 36"/>
              <a:gd name="T74" fmla="*/ 2147483646 w 642"/>
              <a:gd name="T75" fmla="*/ 2147483646 h 36"/>
              <a:gd name="T76" fmla="*/ 2147483646 w 642"/>
              <a:gd name="T77" fmla="*/ 2147483646 h 36"/>
              <a:gd name="T78" fmla="*/ 2147483646 w 642"/>
              <a:gd name="T79" fmla="*/ 2147483646 h 36"/>
              <a:gd name="T80" fmla="*/ 2147483646 w 642"/>
              <a:gd name="T81" fmla="*/ 2147483646 h 36"/>
              <a:gd name="T82" fmla="*/ 2147483646 w 642"/>
              <a:gd name="T83" fmla="*/ 2147483646 h 36"/>
              <a:gd name="T84" fmla="*/ 2147483646 w 642"/>
              <a:gd name="T85" fmla="*/ 2147483646 h 36"/>
              <a:gd name="T86" fmla="*/ 2147483646 w 642"/>
              <a:gd name="T87" fmla="*/ 2147483646 h 36"/>
              <a:gd name="T88" fmla="*/ 2147483646 w 642"/>
              <a:gd name="T89" fmla="*/ 2147483646 h 36"/>
              <a:gd name="T90" fmla="*/ 2147483646 w 642"/>
              <a:gd name="T91" fmla="*/ 2147483646 h 36"/>
              <a:gd name="T92" fmla="*/ 2147483646 w 642"/>
              <a:gd name="T93" fmla="*/ 2147483646 h 36"/>
              <a:gd name="T94" fmla="*/ 2147483646 w 642"/>
              <a:gd name="T95" fmla="*/ 2147483646 h 36"/>
              <a:gd name="T96" fmla="*/ 2147483646 w 642"/>
              <a:gd name="T97" fmla="*/ 2147483646 h 36"/>
              <a:gd name="T98" fmla="*/ 2147483646 w 642"/>
              <a:gd name="T99" fmla="*/ 2147483646 h 36"/>
              <a:gd name="T100" fmla="*/ 2147483646 w 642"/>
              <a:gd name="T101" fmla="*/ 0 h 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642" h="36">
                <a:moveTo>
                  <a:pt x="0" y="36"/>
                </a:moveTo>
                <a:lnTo>
                  <a:pt x="0" y="36"/>
                </a:lnTo>
                <a:lnTo>
                  <a:pt x="6" y="36"/>
                </a:lnTo>
                <a:lnTo>
                  <a:pt x="12" y="36"/>
                </a:lnTo>
                <a:lnTo>
                  <a:pt x="18" y="36"/>
                </a:lnTo>
                <a:lnTo>
                  <a:pt x="24" y="36"/>
                </a:lnTo>
                <a:lnTo>
                  <a:pt x="30" y="36"/>
                </a:lnTo>
                <a:lnTo>
                  <a:pt x="36" y="36"/>
                </a:lnTo>
                <a:lnTo>
                  <a:pt x="42" y="36"/>
                </a:lnTo>
                <a:lnTo>
                  <a:pt x="48" y="36"/>
                </a:lnTo>
                <a:lnTo>
                  <a:pt x="54" y="36"/>
                </a:lnTo>
                <a:lnTo>
                  <a:pt x="60" y="36"/>
                </a:lnTo>
                <a:lnTo>
                  <a:pt x="66" y="36"/>
                </a:lnTo>
                <a:lnTo>
                  <a:pt x="72" y="36"/>
                </a:lnTo>
                <a:lnTo>
                  <a:pt x="78" y="36"/>
                </a:lnTo>
                <a:lnTo>
                  <a:pt x="84" y="36"/>
                </a:lnTo>
                <a:lnTo>
                  <a:pt x="90" y="36"/>
                </a:lnTo>
                <a:lnTo>
                  <a:pt x="96" y="36"/>
                </a:lnTo>
                <a:lnTo>
                  <a:pt x="102" y="36"/>
                </a:lnTo>
                <a:lnTo>
                  <a:pt x="108" y="36"/>
                </a:lnTo>
                <a:lnTo>
                  <a:pt x="114" y="36"/>
                </a:lnTo>
                <a:lnTo>
                  <a:pt x="120" y="36"/>
                </a:lnTo>
                <a:lnTo>
                  <a:pt x="126" y="36"/>
                </a:lnTo>
                <a:lnTo>
                  <a:pt x="126" y="30"/>
                </a:lnTo>
                <a:lnTo>
                  <a:pt x="132" y="30"/>
                </a:lnTo>
                <a:lnTo>
                  <a:pt x="138" y="30"/>
                </a:lnTo>
                <a:lnTo>
                  <a:pt x="144" y="30"/>
                </a:lnTo>
                <a:lnTo>
                  <a:pt x="150" y="30"/>
                </a:lnTo>
                <a:lnTo>
                  <a:pt x="156" y="30"/>
                </a:lnTo>
                <a:lnTo>
                  <a:pt x="162" y="30"/>
                </a:lnTo>
                <a:lnTo>
                  <a:pt x="168" y="30"/>
                </a:lnTo>
                <a:lnTo>
                  <a:pt x="174" y="30"/>
                </a:lnTo>
                <a:lnTo>
                  <a:pt x="180" y="30"/>
                </a:lnTo>
                <a:lnTo>
                  <a:pt x="186" y="30"/>
                </a:lnTo>
                <a:lnTo>
                  <a:pt x="192" y="30"/>
                </a:lnTo>
                <a:lnTo>
                  <a:pt x="198" y="30"/>
                </a:lnTo>
                <a:lnTo>
                  <a:pt x="204" y="30"/>
                </a:lnTo>
                <a:lnTo>
                  <a:pt x="210" y="30"/>
                </a:lnTo>
                <a:lnTo>
                  <a:pt x="216" y="30"/>
                </a:lnTo>
                <a:lnTo>
                  <a:pt x="222" y="30"/>
                </a:lnTo>
                <a:lnTo>
                  <a:pt x="228" y="30"/>
                </a:lnTo>
                <a:lnTo>
                  <a:pt x="234" y="30"/>
                </a:lnTo>
                <a:lnTo>
                  <a:pt x="240" y="30"/>
                </a:lnTo>
                <a:lnTo>
                  <a:pt x="246" y="30"/>
                </a:lnTo>
                <a:lnTo>
                  <a:pt x="252" y="30"/>
                </a:lnTo>
                <a:lnTo>
                  <a:pt x="258" y="30"/>
                </a:lnTo>
                <a:lnTo>
                  <a:pt x="264" y="30"/>
                </a:lnTo>
                <a:lnTo>
                  <a:pt x="270" y="30"/>
                </a:lnTo>
                <a:lnTo>
                  <a:pt x="276" y="30"/>
                </a:lnTo>
                <a:lnTo>
                  <a:pt x="282" y="30"/>
                </a:lnTo>
                <a:lnTo>
                  <a:pt x="288" y="30"/>
                </a:lnTo>
                <a:lnTo>
                  <a:pt x="294" y="30"/>
                </a:lnTo>
                <a:lnTo>
                  <a:pt x="300" y="30"/>
                </a:lnTo>
                <a:lnTo>
                  <a:pt x="306" y="30"/>
                </a:lnTo>
                <a:lnTo>
                  <a:pt x="312" y="30"/>
                </a:lnTo>
                <a:lnTo>
                  <a:pt x="318" y="30"/>
                </a:lnTo>
                <a:lnTo>
                  <a:pt x="324" y="30"/>
                </a:lnTo>
                <a:lnTo>
                  <a:pt x="330" y="30"/>
                </a:lnTo>
                <a:lnTo>
                  <a:pt x="336" y="30"/>
                </a:lnTo>
                <a:lnTo>
                  <a:pt x="342" y="30"/>
                </a:lnTo>
                <a:lnTo>
                  <a:pt x="348" y="30"/>
                </a:lnTo>
                <a:lnTo>
                  <a:pt x="354" y="30"/>
                </a:lnTo>
                <a:lnTo>
                  <a:pt x="354" y="24"/>
                </a:lnTo>
                <a:lnTo>
                  <a:pt x="360" y="24"/>
                </a:lnTo>
                <a:lnTo>
                  <a:pt x="366" y="24"/>
                </a:lnTo>
                <a:lnTo>
                  <a:pt x="372" y="24"/>
                </a:lnTo>
                <a:lnTo>
                  <a:pt x="378" y="24"/>
                </a:lnTo>
                <a:lnTo>
                  <a:pt x="384" y="24"/>
                </a:lnTo>
                <a:lnTo>
                  <a:pt x="390" y="24"/>
                </a:lnTo>
                <a:lnTo>
                  <a:pt x="396" y="24"/>
                </a:lnTo>
                <a:lnTo>
                  <a:pt x="402" y="24"/>
                </a:lnTo>
                <a:lnTo>
                  <a:pt x="408" y="24"/>
                </a:lnTo>
                <a:lnTo>
                  <a:pt x="414" y="24"/>
                </a:lnTo>
                <a:lnTo>
                  <a:pt x="420" y="24"/>
                </a:lnTo>
                <a:lnTo>
                  <a:pt x="426" y="24"/>
                </a:lnTo>
                <a:lnTo>
                  <a:pt x="432" y="24"/>
                </a:lnTo>
                <a:lnTo>
                  <a:pt x="438" y="24"/>
                </a:lnTo>
                <a:lnTo>
                  <a:pt x="444" y="24"/>
                </a:lnTo>
                <a:lnTo>
                  <a:pt x="450" y="24"/>
                </a:lnTo>
                <a:lnTo>
                  <a:pt x="456" y="24"/>
                </a:lnTo>
                <a:lnTo>
                  <a:pt x="462" y="24"/>
                </a:lnTo>
                <a:lnTo>
                  <a:pt x="468" y="24"/>
                </a:lnTo>
                <a:lnTo>
                  <a:pt x="468" y="18"/>
                </a:lnTo>
                <a:lnTo>
                  <a:pt x="474" y="18"/>
                </a:lnTo>
                <a:lnTo>
                  <a:pt x="480" y="18"/>
                </a:lnTo>
                <a:lnTo>
                  <a:pt x="486" y="18"/>
                </a:lnTo>
                <a:lnTo>
                  <a:pt x="492" y="18"/>
                </a:lnTo>
                <a:lnTo>
                  <a:pt x="498" y="18"/>
                </a:lnTo>
                <a:lnTo>
                  <a:pt x="504" y="18"/>
                </a:lnTo>
                <a:lnTo>
                  <a:pt x="510" y="18"/>
                </a:lnTo>
                <a:lnTo>
                  <a:pt x="516" y="18"/>
                </a:lnTo>
                <a:lnTo>
                  <a:pt x="522" y="18"/>
                </a:lnTo>
                <a:lnTo>
                  <a:pt x="528" y="18"/>
                </a:lnTo>
                <a:lnTo>
                  <a:pt x="534" y="18"/>
                </a:lnTo>
                <a:lnTo>
                  <a:pt x="540" y="12"/>
                </a:lnTo>
                <a:lnTo>
                  <a:pt x="546" y="12"/>
                </a:lnTo>
                <a:lnTo>
                  <a:pt x="552" y="12"/>
                </a:lnTo>
                <a:lnTo>
                  <a:pt x="558" y="12"/>
                </a:lnTo>
                <a:lnTo>
                  <a:pt x="564" y="12"/>
                </a:lnTo>
                <a:lnTo>
                  <a:pt x="570" y="12"/>
                </a:lnTo>
                <a:lnTo>
                  <a:pt x="576" y="12"/>
                </a:lnTo>
                <a:lnTo>
                  <a:pt x="582" y="12"/>
                </a:lnTo>
                <a:lnTo>
                  <a:pt x="588" y="12"/>
                </a:lnTo>
                <a:lnTo>
                  <a:pt x="594" y="6"/>
                </a:lnTo>
                <a:lnTo>
                  <a:pt x="600" y="6"/>
                </a:lnTo>
                <a:lnTo>
                  <a:pt x="606" y="6"/>
                </a:lnTo>
                <a:lnTo>
                  <a:pt x="612" y="6"/>
                </a:lnTo>
                <a:lnTo>
                  <a:pt x="618" y="6"/>
                </a:lnTo>
                <a:lnTo>
                  <a:pt x="624" y="6"/>
                </a:lnTo>
                <a:lnTo>
                  <a:pt x="630" y="6"/>
                </a:lnTo>
                <a:lnTo>
                  <a:pt x="636" y="6"/>
                </a:lnTo>
                <a:lnTo>
                  <a:pt x="636" y="0"/>
                </a:lnTo>
                <a:lnTo>
                  <a:pt x="642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Freeform 4">
            <a:extLst>
              <a:ext uri="{FF2B5EF4-FFF2-40B4-BE49-F238E27FC236}">
                <a16:creationId xmlns:a16="http://schemas.microsoft.com/office/drawing/2014/main" id="{8714A813-E84E-D34A-CC7A-9E8FDF3727BC}"/>
              </a:ext>
            </a:extLst>
          </p:cNvPr>
          <p:cNvSpPr>
            <a:spLocks/>
          </p:cNvSpPr>
          <p:nvPr/>
        </p:nvSpPr>
        <p:spPr bwMode="auto">
          <a:xfrm>
            <a:off x="6770688" y="1543050"/>
            <a:ext cx="457200" cy="342900"/>
          </a:xfrm>
          <a:custGeom>
            <a:avLst/>
            <a:gdLst>
              <a:gd name="T0" fmla="*/ 2147483646 w 360"/>
              <a:gd name="T1" fmla="*/ 2147483646 h 270"/>
              <a:gd name="T2" fmla="*/ 2147483646 w 360"/>
              <a:gd name="T3" fmla="*/ 2147483646 h 270"/>
              <a:gd name="T4" fmla="*/ 2147483646 w 360"/>
              <a:gd name="T5" fmla="*/ 2147483646 h 270"/>
              <a:gd name="T6" fmla="*/ 2147483646 w 360"/>
              <a:gd name="T7" fmla="*/ 2147483646 h 270"/>
              <a:gd name="T8" fmla="*/ 2147483646 w 360"/>
              <a:gd name="T9" fmla="*/ 2147483646 h 270"/>
              <a:gd name="T10" fmla="*/ 2147483646 w 360"/>
              <a:gd name="T11" fmla="*/ 2147483646 h 270"/>
              <a:gd name="T12" fmla="*/ 2147483646 w 360"/>
              <a:gd name="T13" fmla="*/ 2147483646 h 270"/>
              <a:gd name="T14" fmla="*/ 2147483646 w 360"/>
              <a:gd name="T15" fmla="*/ 2147483646 h 270"/>
              <a:gd name="T16" fmla="*/ 2147483646 w 360"/>
              <a:gd name="T17" fmla="*/ 2147483646 h 270"/>
              <a:gd name="T18" fmla="*/ 2147483646 w 360"/>
              <a:gd name="T19" fmla="*/ 2147483646 h 270"/>
              <a:gd name="T20" fmla="*/ 2147483646 w 360"/>
              <a:gd name="T21" fmla="*/ 2147483646 h 270"/>
              <a:gd name="T22" fmla="*/ 2147483646 w 360"/>
              <a:gd name="T23" fmla="*/ 2147483646 h 270"/>
              <a:gd name="T24" fmla="*/ 2147483646 w 360"/>
              <a:gd name="T25" fmla="*/ 2147483646 h 270"/>
              <a:gd name="T26" fmla="*/ 2147483646 w 360"/>
              <a:gd name="T27" fmla="*/ 2147483646 h 270"/>
              <a:gd name="T28" fmla="*/ 2147483646 w 360"/>
              <a:gd name="T29" fmla="*/ 2147483646 h 270"/>
              <a:gd name="T30" fmla="*/ 2147483646 w 360"/>
              <a:gd name="T31" fmla="*/ 2147483646 h 270"/>
              <a:gd name="T32" fmla="*/ 2147483646 w 360"/>
              <a:gd name="T33" fmla="*/ 2147483646 h 270"/>
              <a:gd name="T34" fmla="*/ 2147483646 w 360"/>
              <a:gd name="T35" fmla="*/ 2147483646 h 270"/>
              <a:gd name="T36" fmla="*/ 2147483646 w 360"/>
              <a:gd name="T37" fmla="*/ 2147483646 h 270"/>
              <a:gd name="T38" fmla="*/ 2147483646 w 360"/>
              <a:gd name="T39" fmla="*/ 2147483646 h 270"/>
              <a:gd name="T40" fmla="*/ 2147483646 w 360"/>
              <a:gd name="T41" fmla="*/ 2147483646 h 270"/>
              <a:gd name="T42" fmla="*/ 2147483646 w 360"/>
              <a:gd name="T43" fmla="*/ 2147483646 h 270"/>
              <a:gd name="T44" fmla="*/ 2147483646 w 360"/>
              <a:gd name="T45" fmla="*/ 2147483646 h 270"/>
              <a:gd name="T46" fmla="*/ 2147483646 w 360"/>
              <a:gd name="T47" fmla="*/ 2147483646 h 270"/>
              <a:gd name="T48" fmla="*/ 2147483646 w 360"/>
              <a:gd name="T49" fmla="*/ 2147483646 h 270"/>
              <a:gd name="T50" fmla="*/ 2147483646 w 360"/>
              <a:gd name="T51" fmla="*/ 2147483646 h 270"/>
              <a:gd name="T52" fmla="*/ 2147483646 w 360"/>
              <a:gd name="T53" fmla="*/ 2147483646 h 270"/>
              <a:gd name="T54" fmla="*/ 2147483646 w 360"/>
              <a:gd name="T55" fmla="*/ 2147483646 h 270"/>
              <a:gd name="T56" fmla="*/ 2147483646 w 360"/>
              <a:gd name="T57" fmla="*/ 2147483646 h 270"/>
              <a:gd name="T58" fmla="*/ 2147483646 w 360"/>
              <a:gd name="T59" fmla="*/ 2147483646 h 270"/>
              <a:gd name="T60" fmla="*/ 2147483646 w 360"/>
              <a:gd name="T61" fmla="*/ 2147483646 h 270"/>
              <a:gd name="T62" fmla="*/ 2147483646 w 360"/>
              <a:gd name="T63" fmla="*/ 2147483646 h 270"/>
              <a:gd name="T64" fmla="*/ 2147483646 w 360"/>
              <a:gd name="T65" fmla="*/ 2147483646 h 270"/>
              <a:gd name="T66" fmla="*/ 2147483646 w 360"/>
              <a:gd name="T67" fmla="*/ 2147483646 h 270"/>
              <a:gd name="T68" fmla="*/ 2147483646 w 360"/>
              <a:gd name="T69" fmla="*/ 2147483646 h 270"/>
              <a:gd name="T70" fmla="*/ 2147483646 w 360"/>
              <a:gd name="T71" fmla="*/ 2147483646 h 270"/>
              <a:gd name="T72" fmla="*/ 2147483646 w 360"/>
              <a:gd name="T73" fmla="*/ 2147483646 h 270"/>
              <a:gd name="T74" fmla="*/ 2147483646 w 360"/>
              <a:gd name="T75" fmla="*/ 2147483646 h 270"/>
              <a:gd name="T76" fmla="*/ 2147483646 w 360"/>
              <a:gd name="T77" fmla="*/ 2147483646 h 270"/>
              <a:gd name="T78" fmla="*/ 2147483646 w 360"/>
              <a:gd name="T79" fmla="*/ 2147483646 h 270"/>
              <a:gd name="T80" fmla="*/ 2147483646 w 360"/>
              <a:gd name="T81" fmla="*/ 2147483646 h 270"/>
              <a:gd name="T82" fmla="*/ 2147483646 w 360"/>
              <a:gd name="T83" fmla="*/ 2147483646 h 270"/>
              <a:gd name="T84" fmla="*/ 2147483646 w 360"/>
              <a:gd name="T85" fmla="*/ 2147483646 h 270"/>
              <a:gd name="T86" fmla="*/ 2147483646 w 360"/>
              <a:gd name="T87" fmla="*/ 2147483646 h 270"/>
              <a:gd name="T88" fmla="*/ 2147483646 w 360"/>
              <a:gd name="T89" fmla="*/ 2147483646 h 270"/>
              <a:gd name="T90" fmla="*/ 2147483646 w 360"/>
              <a:gd name="T91" fmla="*/ 2147483646 h 270"/>
              <a:gd name="T92" fmla="*/ 2147483646 w 360"/>
              <a:gd name="T93" fmla="*/ 2147483646 h 270"/>
              <a:gd name="T94" fmla="*/ 2147483646 w 360"/>
              <a:gd name="T95" fmla="*/ 2147483646 h 270"/>
              <a:gd name="T96" fmla="*/ 2147483646 w 360"/>
              <a:gd name="T97" fmla="*/ 2147483646 h 270"/>
              <a:gd name="T98" fmla="*/ 2147483646 w 360"/>
              <a:gd name="T99" fmla="*/ 2147483646 h 270"/>
              <a:gd name="T100" fmla="*/ 2147483646 w 360"/>
              <a:gd name="T101" fmla="*/ 0 h 27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270">
                <a:moveTo>
                  <a:pt x="0" y="270"/>
                </a:moveTo>
                <a:lnTo>
                  <a:pt x="0" y="270"/>
                </a:lnTo>
                <a:lnTo>
                  <a:pt x="6" y="270"/>
                </a:lnTo>
                <a:lnTo>
                  <a:pt x="6" y="264"/>
                </a:lnTo>
                <a:lnTo>
                  <a:pt x="12" y="264"/>
                </a:lnTo>
                <a:lnTo>
                  <a:pt x="12" y="258"/>
                </a:lnTo>
                <a:lnTo>
                  <a:pt x="18" y="258"/>
                </a:lnTo>
                <a:lnTo>
                  <a:pt x="18" y="252"/>
                </a:lnTo>
                <a:lnTo>
                  <a:pt x="24" y="252"/>
                </a:lnTo>
                <a:lnTo>
                  <a:pt x="24" y="246"/>
                </a:lnTo>
                <a:lnTo>
                  <a:pt x="30" y="246"/>
                </a:lnTo>
                <a:lnTo>
                  <a:pt x="30" y="240"/>
                </a:lnTo>
                <a:lnTo>
                  <a:pt x="36" y="240"/>
                </a:lnTo>
                <a:lnTo>
                  <a:pt x="42" y="234"/>
                </a:lnTo>
                <a:lnTo>
                  <a:pt x="48" y="234"/>
                </a:lnTo>
                <a:lnTo>
                  <a:pt x="48" y="228"/>
                </a:lnTo>
                <a:lnTo>
                  <a:pt x="54" y="228"/>
                </a:lnTo>
                <a:lnTo>
                  <a:pt x="54" y="222"/>
                </a:lnTo>
                <a:lnTo>
                  <a:pt x="60" y="222"/>
                </a:lnTo>
                <a:lnTo>
                  <a:pt x="60" y="216"/>
                </a:lnTo>
                <a:lnTo>
                  <a:pt x="66" y="216"/>
                </a:lnTo>
                <a:lnTo>
                  <a:pt x="72" y="210"/>
                </a:lnTo>
                <a:lnTo>
                  <a:pt x="78" y="210"/>
                </a:lnTo>
                <a:lnTo>
                  <a:pt x="78" y="204"/>
                </a:lnTo>
                <a:lnTo>
                  <a:pt x="84" y="204"/>
                </a:lnTo>
                <a:lnTo>
                  <a:pt x="84" y="198"/>
                </a:lnTo>
                <a:lnTo>
                  <a:pt x="90" y="198"/>
                </a:lnTo>
                <a:lnTo>
                  <a:pt x="96" y="198"/>
                </a:lnTo>
                <a:lnTo>
                  <a:pt x="96" y="192"/>
                </a:lnTo>
                <a:lnTo>
                  <a:pt x="102" y="192"/>
                </a:lnTo>
                <a:lnTo>
                  <a:pt x="102" y="186"/>
                </a:lnTo>
                <a:lnTo>
                  <a:pt x="108" y="186"/>
                </a:lnTo>
                <a:lnTo>
                  <a:pt x="114" y="180"/>
                </a:lnTo>
                <a:lnTo>
                  <a:pt x="120" y="180"/>
                </a:lnTo>
                <a:lnTo>
                  <a:pt x="120" y="174"/>
                </a:lnTo>
                <a:lnTo>
                  <a:pt x="126" y="174"/>
                </a:lnTo>
                <a:lnTo>
                  <a:pt x="132" y="168"/>
                </a:lnTo>
                <a:lnTo>
                  <a:pt x="138" y="168"/>
                </a:lnTo>
                <a:lnTo>
                  <a:pt x="138" y="162"/>
                </a:lnTo>
                <a:lnTo>
                  <a:pt x="144" y="162"/>
                </a:lnTo>
                <a:lnTo>
                  <a:pt x="150" y="162"/>
                </a:lnTo>
                <a:lnTo>
                  <a:pt x="150" y="156"/>
                </a:lnTo>
                <a:lnTo>
                  <a:pt x="156" y="156"/>
                </a:lnTo>
                <a:lnTo>
                  <a:pt x="156" y="150"/>
                </a:lnTo>
                <a:lnTo>
                  <a:pt x="162" y="150"/>
                </a:lnTo>
                <a:lnTo>
                  <a:pt x="168" y="150"/>
                </a:lnTo>
                <a:lnTo>
                  <a:pt x="168" y="144"/>
                </a:lnTo>
                <a:lnTo>
                  <a:pt x="174" y="144"/>
                </a:lnTo>
                <a:lnTo>
                  <a:pt x="174" y="138"/>
                </a:lnTo>
                <a:lnTo>
                  <a:pt x="180" y="138"/>
                </a:lnTo>
                <a:lnTo>
                  <a:pt x="186" y="138"/>
                </a:lnTo>
                <a:lnTo>
                  <a:pt x="186" y="132"/>
                </a:lnTo>
                <a:lnTo>
                  <a:pt x="192" y="132"/>
                </a:lnTo>
                <a:lnTo>
                  <a:pt x="192" y="126"/>
                </a:lnTo>
                <a:lnTo>
                  <a:pt x="198" y="126"/>
                </a:lnTo>
                <a:lnTo>
                  <a:pt x="204" y="126"/>
                </a:lnTo>
                <a:lnTo>
                  <a:pt x="204" y="120"/>
                </a:lnTo>
                <a:lnTo>
                  <a:pt x="210" y="120"/>
                </a:lnTo>
                <a:lnTo>
                  <a:pt x="216" y="114"/>
                </a:lnTo>
                <a:lnTo>
                  <a:pt x="222" y="114"/>
                </a:lnTo>
                <a:lnTo>
                  <a:pt x="222" y="108"/>
                </a:lnTo>
                <a:lnTo>
                  <a:pt x="228" y="108"/>
                </a:lnTo>
                <a:lnTo>
                  <a:pt x="234" y="102"/>
                </a:lnTo>
                <a:lnTo>
                  <a:pt x="240" y="102"/>
                </a:lnTo>
                <a:lnTo>
                  <a:pt x="240" y="96"/>
                </a:lnTo>
                <a:lnTo>
                  <a:pt x="246" y="96"/>
                </a:lnTo>
                <a:lnTo>
                  <a:pt x="246" y="90"/>
                </a:lnTo>
                <a:lnTo>
                  <a:pt x="252" y="90"/>
                </a:lnTo>
                <a:lnTo>
                  <a:pt x="258" y="90"/>
                </a:lnTo>
                <a:lnTo>
                  <a:pt x="258" y="84"/>
                </a:lnTo>
                <a:lnTo>
                  <a:pt x="264" y="84"/>
                </a:lnTo>
                <a:lnTo>
                  <a:pt x="264" y="78"/>
                </a:lnTo>
                <a:lnTo>
                  <a:pt x="270" y="78"/>
                </a:lnTo>
                <a:lnTo>
                  <a:pt x="276" y="72"/>
                </a:lnTo>
                <a:lnTo>
                  <a:pt x="282" y="72"/>
                </a:lnTo>
                <a:lnTo>
                  <a:pt x="282" y="66"/>
                </a:lnTo>
                <a:lnTo>
                  <a:pt x="288" y="66"/>
                </a:lnTo>
                <a:lnTo>
                  <a:pt x="288" y="60"/>
                </a:lnTo>
                <a:lnTo>
                  <a:pt x="294" y="60"/>
                </a:lnTo>
                <a:lnTo>
                  <a:pt x="294" y="54"/>
                </a:lnTo>
                <a:lnTo>
                  <a:pt x="300" y="54"/>
                </a:lnTo>
                <a:lnTo>
                  <a:pt x="306" y="48"/>
                </a:lnTo>
                <a:lnTo>
                  <a:pt x="312" y="48"/>
                </a:lnTo>
                <a:lnTo>
                  <a:pt x="312" y="42"/>
                </a:lnTo>
                <a:lnTo>
                  <a:pt x="318" y="42"/>
                </a:lnTo>
                <a:lnTo>
                  <a:pt x="318" y="36"/>
                </a:lnTo>
                <a:lnTo>
                  <a:pt x="324" y="36"/>
                </a:lnTo>
                <a:lnTo>
                  <a:pt x="324" y="30"/>
                </a:lnTo>
                <a:lnTo>
                  <a:pt x="330" y="30"/>
                </a:lnTo>
                <a:lnTo>
                  <a:pt x="330" y="24"/>
                </a:lnTo>
                <a:lnTo>
                  <a:pt x="336" y="24"/>
                </a:lnTo>
                <a:lnTo>
                  <a:pt x="336" y="18"/>
                </a:lnTo>
                <a:lnTo>
                  <a:pt x="342" y="18"/>
                </a:lnTo>
                <a:lnTo>
                  <a:pt x="342" y="12"/>
                </a:lnTo>
                <a:lnTo>
                  <a:pt x="348" y="12"/>
                </a:lnTo>
                <a:lnTo>
                  <a:pt x="348" y="6"/>
                </a:lnTo>
                <a:lnTo>
                  <a:pt x="354" y="6"/>
                </a:lnTo>
                <a:lnTo>
                  <a:pt x="354" y="0"/>
                </a:lnTo>
                <a:lnTo>
                  <a:pt x="360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821" name="Group 5">
            <a:extLst>
              <a:ext uri="{FF2B5EF4-FFF2-40B4-BE49-F238E27FC236}">
                <a16:creationId xmlns:a16="http://schemas.microsoft.com/office/drawing/2014/main" id="{4091F687-773E-DA8A-17E6-44DDF248A7D2}"/>
              </a:ext>
            </a:extLst>
          </p:cNvPr>
          <p:cNvGrpSpPr>
            <a:grpSpLocks/>
          </p:cNvGrpSpPr>
          <p:nvPr/>
        </p:nvGrpSpPr>
        <p:grpSpPr bwMode="auto">
          <a:xfrm>
            <a:off x="6170613" y="200025"/>
            <a:ext cx="2147482687" cy="2147482688"/>
            <a:chOff x="-350" y="-1444"/>
            <a:chExt cx="8109300" cy="2189807"/>
          </a:xfrm>
        </p:grpSpPr>
        <p:sp>
          <p:nvSpPr>
            <p:cNvPr id="34866" name="Line 6">
              <a:extLst>
                <a:ext uri="{FF2B5EF4-FFF2-40B4-BE49-F238E27FC236}">
                  <a16:creationId xmlns:a16="http://schemas.microsoft.com/office/drawing/2014/main" id="{5856613B-60B4-8706-4318-767E3C200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50" y="129"/>
              <a:ext cx="7142" cy="3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7" name="Line 7">
              <a:extLst>
                <a:ext uri="{FF2B5EF4-FFF2-40B4-BE49-F238E27FC236}">
                  <a16:creationId xmlns:a16="http://schemas.microsoft.com/office/drawing/2014/main" id="{E0C1C377-1256-1F51-D17B-174282D6F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9" y="-1444"/>
              <a:ext cx="1" cy="2256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4868" name="图片 54">
              <a:extLst>
                <a:ext uri="{FF2B5EF4-FFF2-40B4-BE49-F238E27FC236}">
                  <a16:creationId xmlns:a16="http://schemas.microsoft.com/office/drawing/2014/main" id="{7F7DAB09-620C-0111-20ED-182048729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5971" y="1908841"/>
              <a:ext cx="252979" cy="279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4869" name="图片 55">
              <a:extLst>
                <a:ext uri="{FF2B5EF4-FFF2-40B4-BE49-F238E27FC236}">
                  <a16:creationId xmlns:a16="http://schemas.microsoft.com/office/drawing/2014/main" id="{4C74C801-3654-8E97-BF3F-31D1019287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1422" y="384175"/>
              <a:ext cx="279676" cy="330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4870" name="图片 56">
              <a:extLst>
                <a:ext uri="{FF2B5EF4-FFF2-40B4-BE49-F238E27FC236}">
                  <a16:creationId xmlns:a16="http://schemas.microsoft.com/office/drawing/2014/main" id="{196B9583-FFDD-2898-265E-F2E53586E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1341" y="1891053"/>
              <a:ext cx="242809" cy="269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4822" name="Freeform 11">
            <a:extLst>
              <a:ext uri="{FF2B5EF4-FFF2-40B4-BE49-F238E27FC236}">
                <a16:creationId xmlns:a16="http://schemas.microsoft.com/office/drawing/2014/main" id="{85B3291B-98A3-4797-9236-361227544D14}"/>
              </a:ext>
            </a:extLst>
          </p:cNvPr>
          <p:cNvSpPr>
            <a:spLocks/>
          </p:cNvSpPr>
          <p:nvPr/>
        </p:nvSpPr>
        <p:spPr bwMode="auto">
          <a:xfrm>
            <a:off x="6327775" y="1885950"/>
            <a:ext cx="457200" cy="1281113"/>
          </a:xfrm>
          <a:custGeom>
            <a:avLst/>
            <a:gdLst>
              <a:gd name="T0" fmla="*/ 2147483646 w 360"/>
              <a:gd name="T1" fmla="*/ 2147483646 h 1008"/>
              <a:gd name="T2" fmla="*/ 2147483646 w 360"/>
              <a:gd name="T3" fmla="*/ 2147483646 h 1008"/>
              <a:gd name="T4" fmla="*/ 2147483646 w 360"/>
              <a:gd name="T5" fmla="*/ 2147483646 h 1008"/>
              <a:gd name="T6" fmla="*/ 2147483646 w 360"/>
              <a:gd name="T7" fmla="*/ 2147483646 h 1008"/>
              <a:gd name="T8" fmla="*/ 2147483646 w 360"/>
              <a:gd name="T9" fmla="*/ 2147483646 h 1008"/>
              <a:gd name="T10" fmla="*/ 2147483646 w 360"/>
              <a:gd name="T11" fmla="*/ 2147483646 h 1008"/>
              <a:gd name="T12" fmla="*/ 2147483646 w 360"/>
              <a:gd name="T13" fmla="*/ 2147483646 h 1008"/>
              <a:gd name="T14" fmla="*/ 2147483646 w 360"/>
              <a:gd name="T15" fmla="*/ 2147483646 h 1008"/>
              <a:gd name="T16" fmla="*/ 2147483646 w 360"/>
              <a:gd name="T17" fmla="*/ 2147483646 h 1008"/>
              <a:gd name="T18" fmla="*/ 2147483646 w 360"/>
              <a:gd name="T19" fmla="*/ 2147483646 h 1008"/>
              <a:gd name="T20" fmla="*/ 2147483646 w 360"/>
              <a:gd name="T21" fmla="*/ 2147483646 h 1008"/>
              <a:gd name="T22" fmla="*/ 2147483646 w 360"/>
              <a:gd name="T23" fmla="*/ 2147483646 h 1008"/>
              <a:gd name="T24" fmla="*/ 2147483646 w 360"/>
              <a:gd name="T25" fmla="*/ 2147483646 h 1008"/>
              <a:gd name="T26" fmla="*/ 2147483646 w 360"/>
              <a:gd name="T27" fmla="*/ 2147483646 h 1008"/>
              <a:gd name="T28" fmla="*/ 2147483646 w 360"/>
              <a:gd name="T29" fmla="*/ 2147483646 h 1008"/>
              <a:gd name="T30" fmla="*/ 2147483646 w 360"/>
              <a:gd name="T31" fmla="*/ 2147483646 h 1008"/>
              <a:gd name="T32" fmla="*/ 2147483646 w 360"/>
              <a:gd name="T33" fmla="*/ 2147483646 h 1008"/>
              <a:gd name="T34" fmla="*/ 2147483646 w 360"/>
              <a:gd name="T35" fmla="*/ 2147483646 h 1008"/>
              <a:gd name="T36" fmla="*/ 2147483646 w 360"/>
              <a:gd name="T37" fmla="*/ 2147483646 h 1008"/>
              <a:gd name="T38" fmla="*/ 2147483646 w 360"/>
              <a:gd name="T39" fmla="*/ 2147483646 h 1008"/>
              <a:gd name="T40" fmla="*/ 2147483646 w 360"/>
              <a:gd name="T41" fmla="*/ 2147483646 h 1008"/>
              <a:gd name="T42" fmla="*/ 2147483646 w 360"/>
              <a:gd name="T43" fmla="*/ 2147483646 h 1008"/>
              <a:gd name="T44" fmla="*/ 2147483646 w 360"/>
              <a:gd name="T45" fmla="*/ 2147483646 h 1008"/>
              <a:gd name="T46" fmla="*/ 2147483646 w 360"/>
              <a:gd name="T47" fmla="*/ 2147483646 h 1008"/>
              <a:gd name="T48" fmla="*/ 2147483646 w 360"/>
              <a:gd name="T49" fmla="*/ 2147483646 h 1008"/>
              <a:gd name="T50" fmla="*/ 2147483646 w 360"/>
              <a:gd name="T51" fmla="*/ 2147483646 h 1008"/>
              <a:gd name="T52" fmla="*/ 2147483646 w 360"/>
              <a:gd name="T53" fmla="*/ 2147483646 h 1008"/>
              <a:gd name="T54" fmla="*/ 2147483646 w 360"/>
              <a:gd name="T55" fmla="*/ 2147483646 h 1008"/>
              <a:gd name="T56" fmla="*/ 2147483646 w 360"/>
              <a:gd name="T57" fmla="*/ 2147483646 h 1008"/>
              <a:gd name="T58" fmla="*/ 2147483646 w 360"/>
              <a:gd name="T59" fmla="*/ 2147483646 h 1008"/>
              <a:gd name="T60" fmla="*/ 2147483646 w 360"/>
              <a:gd name="T61" fmla="*/ 2147483646 h 1008"/>
              <a:gd name="T62" fmla="*/ 2147483646 w 360"/>
              <a:gd name="T63" fmla="*/ 2147483646 h 1008"/>
              <a:gd name="T64" fmla="*/ 2147483646 w 360"/>
              <a:gd name="T65" fmla="*/ 2147483646 h 1008"/>
              <a:gd name="T66" fmla="*/ 2147483646 w 360"/>
              <a:gd name="T67" fmla="*/ 2147483646 h 1008"/>
              <a:gd name="T68" fmla="*/ 2147483646 w 360"/>
              <a:gd name="T69" fmla="*/ 2147483646 h 1008"/>
              <a:gd name="T70" fmla="*/ 2147483646 w 360"/>
              <a:gd name="T71" fmla="*/ 2147483646 h 1008"/>
              <a:gd name="T72" fmla="*/ 2147483646 w 360"/>
              <a:gd name="T73" fmla="*/ 2147483646 h 1008"/>
              <a:gd name="T74" fmla="*/ 2147483646 w 360"/>
              <a:gd name="T75" fmla="*/ 2147483646 h 1008"/>
              <a:gd name="T76" fmla="*/ 2147483646 w 360"/>
              <a:gd name="T77" fmla="*/ 2147483646 h 1008"/>
              <a:gd name="T78" fmla="*/ 2147483646 w 360"/>
              <a:gd name="T79" fmla="*/ 2147483646 h 1008"/>
              <a:gd name="T80" fmla="*/ 2147483646 w 360"/>
              <a:gd name="T81" fmla="*/ 2147483646 h 1008"/>
              <a:gd name="T82" fmla="*/ 2147483646 w 360"/>
              <a:gd name="T83" fmla="*/ 2147483646 h 1008"/>
              <a:gd name="T84" fmla="*/ 2147483646 w 360"/>
              <a:gd name="T85" fmla="*/ 2147483646 h 1008"/>
              <a:gd name="T86" fmla="*/ 2147483646 w 360"/>
              <a:gd name="T87" fmla="*/ 2147483646 h 1008"/>
              <a:gd name="T88" fmla="*/ 2147483646 w 360"/>
              <a:gd name="T89" fmla="*/ 2147483646 h 1008"/>
              <a:gd name="T90" fmla="*/ 2147483646 w 360"/>
              <a:gd name="T91" fmla="*/ 2147483646 h 1008"/>
              <a:gd name="T92" fmla="*/ 2147483646 w 360"/>
              <a:gd name="T93" fmla="*/ 2147483646 h 1008"/>
              <a:gd name="T94" fmla="*/ 2147483646 w 360"/>
              <a:gd name="T95" fmla="*/ 2147483646 h 1008"/>
              <a:gd name="T96" fmla="*/ 2147483646 w 360"/>
              <a:gd name="T97" fmla="*/ 2147483646 h 1008"/>
              <a:gd name="T98" fmla="*/ 2147483646 w 360"/>
              <a:gd name="T99" fmla="*/ 2147483646 h 1008"/>
              <a:gd name="T100" fmla="*/ 2147483646 w 360"/>
              <a:gd name="T101" fmla="*/ 0 h 1008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1008">
                <a:moveTo>
                  <a:pt x="0" y="1008"/>
                </a:moveTo>
                <a:lnTo>
                  <a:pt x="0" y="1002"/>
                </a:lnTo>
                <a:lnTo>
                  <a:pt x="6" y="996"/>
                </a:lnTo>
                <a:lnTo>
                  <a:pt x="6" y="984"/>
                </a:lnTo>
                <a:lnTo>
                  <a:pt x="6" y="978"/>
                </a:lnTo>
                <a:lnTo>
                  <a:pt x="6" y="966"/>
                </a:lnTo>
                <a:lnTo>
                  <a:pt x="12" y="960"/>
                </a:lnTo>
                <a:lnTo>
                  <a:pt x="12" y="948"/>
                </a:lnTo>
                <a:lnTo>
                  <a:pt x="12" y="942"/>
                </a:lnTo>
                <a:lnTo>
                  <a:pt x="12" y="936"/>
                </a:lnTo>
                <a:lnTo>
                  <a:pt x="12" y="924"/>
                </a:lnTo>
                <a:lnTo>
                  <a:pt x="18" y="918"/>
                </a:lnTo>
                <a:lnTo>
                  <a:pt x="18" y="906"/>
                </a:lnTo>
                <a:lnTo>
                  <a:pt x="18" y="900"/>
                </a:lnTo>
                <a:lnTo>
                  <a:pt x="18" y="894"/>
                </a:lnTo>
                <a:lnTo>
                  <a:pt x="24" y="882"/>
                </a:lnTo>
                <a:lnTo>
                  <a:pt x="24" y="876"/>
                </a:lnTo>
                <a:lnTo>
                  <a:pt x="24" y="870"/>
                </a:lnTo>
                <a:lnTo>
                  <a:pt x="24" y="858"/>
                </a:lnTo>
                <a:lnTo>
                  <a:pt x="30" y="852"/>
                </a:lnTo>
                <a:lnTo>
                  <a:pt x="30" y="846"/>
                </a:lnTo>
                <a:lnTo>
                  <a:pt x="30" y="834"/>
                </a:lnTo>
                <a:lnTo>
                  <a:pt x="30" y="828"/>
                </a:lnTo>
                <a:lnTo>
                  <a:pt x="36" y="822"/>
                </a:lnTo>
                <a:lnTo>
                  <a:pt x="36" y="816"/>
                </a:lnTo>
                <a:lnTo>
                  <a:pt x="36" y="804"/>
                </a:lnTo>
                <a:lnTo>
                  <a:pt x="36" y="798"/>
                </a:lnTo>
                <a:lnTo>
                  <a:pt x="36" y="792"/>
                </a:lnTo>
                <a:lnTo>
                  <a:pt x="42" y="786"/>
                </a:lnTo>
                <a:lnTo>
                  <a:pt x="42" y="774"/>
                </a:lnTo>
                <a:lnTo>
                  <a:pt x="42" y="768"/>
                </a:lnTo>
                <a:lnTo>
                  <a:pt x="42" y="762"/>
                </a:lnTo>
                <a:lnTo>
                  <a:pt x="48" y="756"/>
                </a:lnTo>
                <a:lnTo>
                  <a:pt x="48" y="750"/>
                </a:lnTo>
                <a:lnTo>
                  <a:pt x="48" y="738"/>
                </a:lnTo>
                <a:lnTo>
                  <a:pt x="48" y="732"/>
                </a:lnTo>
                <a:lnTo>
                  <a:pt x="54" y="726"/>
                </a:lnTo>
                <a:lnTo>
                  <a:pt x="54" y="720"/>
                </a:lnTo>
                <a:lnTo>
                  <a:pt x="54" y="714"/>
                </a:lnTo>
                <a:lnTo>
                  <a:pt x="54" y="708"/>
                </a:lnTo>
                <a:lnTo>
                  <a:pt x="60" y="702"/>
                </a:lnTo>
                <a:lnTo>
                  <a:pt x="60" y="690"/>
                </a:lnTo>
                <a:lnTo>
                  <a:pt x="60" y="684"/>
                </a:lnTo>
                <a:lnTo>
                  <a:pt x="60" y="678"/>
                </a:lnTo>
                <a:lnTo>
                  <a:pt x="60" y="672"/>
                </a:lnTo>
                <a:lnTo>
                  <a:pt x="66" y="666"/>
                </a:lnTo>
                <a:lnTo>
                  <a:pt x="66" y="660"/>
                </a:lnTo>
                <a:lnTo>
                  <a:pt x="66" y="654"/>
                </a:lnTo>
                <a:lnTo>
                  <a:pt x="66" y="648"/>
                </a:lnTo>
                <a:lnTo>
                  <a:pt x="72" y="642"/>
                </a:lnTo>
                <a:lnTo>
                  <a:pt x="72" y="636"/>
                </a:lnTo>
                <a:lnTo>
                  <a:pt x="72" y="630"/>
                </a:lnTo>
                <a:lnTo>
                  <a:pt x="72" y="624"/>
                </a:lnTo>
                <a:lnTo>
                  <a:pt x="78" y="618"/>
                </a:lnTo>
                <a:lnTo>
                  <a:pt x="78" y="612"/>
                </a:lnTo>
                <a:lnTo>
                  <a:pt x="78" y="606"/>
                </a:lnTo>
                <a:lnTo>
                  <a:pt x="78" y="600"/>
                </a:lnTo>
                <a:lnTo>
                  <a:pt x="84" y="594"/>
                </a:lnTo>
                <a:lnTo>
                  <a:pt x="84" y="588"/>
                </a:lnTo>
                <a:lnTo>
                  <a:pt x="84" y="582"/>
                </a:lnTo>
                <a:lnTo>
                  <a:pt x="84" y="576"/>
                </a:lnTo>
                <a:lnTo>
                  <a:pt x="84" y="570"/>
                </a:lnTo>
                <a:lnTo>
                  <a:pt x="90" y="564"/>
                </a:lnTo>
                <a:lnTo>
                  <a:pt x="90" y="558"/>
                </a:lnTo>
                <a:lnTo>
                  <a:pt x="90" y="552"/>
                </a:lnTo>
                <a:lnTo>
                  <a:pt x="90" y="546"/>
                </a:lnTo>
                <a:lnTo>
                  <a:pt x="96" y="540"/>
                </a:lnTo>
                <a:lnTo>
                  <a:pt x="96" y="534"/>
                </a:lnTo>
                <a:lnTo>
                  <a:pt x="96" y="528"/>
                </a:lnTo>
                <a:lnTo>
                  <a:pt x="102" y="522"/>
                </a:lnTo>
                <a:lnTo>
                  <a:pt x="102" y="516"/>
                </a:lnTo>
                <a:lnTo>
                  <a:pt x="102" y="510"/>
                </a:lnTo>
                <a:lnTo>
                  <a:pt x="102" y="504"/>
                </a:lnTo>
                <a:lnTo>
                  <a:pt x="108" y="498"/>
                </a:lnTo>
                <a:lnTo>
                  <a:pt x="108" y="492"/>
                </a:lnTo>
                <a:lnTo>
                  <a:pt x="108" y="486"/>
                </a:lnTo>
                <a:lnTo>
                  <a:pt x="108" y="480"/>
                </a:lnTo>
                <a:lnTo>
                  <a:pt x="114" y="474"/>
                </a:lnTo>
                <a:lnTo>
                  <a:pt x="114" y="468"/>
                </a:lnTo>
                <a:lnTo>
                  <a:pt x="114" y="462"/>
                </a:lnTo>
                <a:lnTo>
                  <a:pt x="120" y="456"/>
                </a:lnTo>
                <a:lnTo>
                  <a:pt x="120" y="450"/>
                </a:lnTo>
                <a:lnTo>
                  <a:pt x="120" y="444"/>
                </a:lnTo>
                <a:lnTo>
                  <a:pt x="126" y="438"/>
                </a:lnTo>
                <a:lnTo>
                  <a:pt x="126" y="432"/>
                </a:lnTo>
                <a:lnTo>
                  <a:pt x="126" y="426"/>
                </a:lnTo>
                <a:lnTo>
                  <a:pt x="132" y="420"/>
                </a:lnTo>
                <a:lnTo>
                  <a:pt x="132" y="414"/>
                </a:lnTo>
                <a:lnTo>
                  <a:pt x="132" y="408"/>
                </a:lnTo>
                <a:lnTo>
                  <a:pt x="132" y="402"/>
                </a:lnTo>
                <a:lnTo>
                  <a:pt x="138" y="396"/>
                </a:lnTo>
                <a:lnTo>
                  <a:pt x="138" y="390"/>
                </a:lnTo>
                <a:lnTo>
                  <a:pt x="138" y="384"/>
                </a:lnTo>
                <a:lnTo>
                  <a:pt x="144" y="378"/>
                </a:lnTo>
                <a:lnTo>
                  <a:pt x="144" y="372"/>
                </a:lnTo>
                <a:lnTo>
                  <a:pt x="144" y="366"/>
                </a:lnTo>
                <a:lnTo>
                  <a:pt x="150" y="366"/>
                </a:lnTo>
                <a:lnTo>
                  <a:pt x="150" y="360"/>
                </a:lnTo>
                <a:lnTo>
                  <a:pt x="150" y="354"/>
                </a:lnTo>
                <a:lnTo>
                  <a:pt x="156" y="348"/>
                </a:lnTo>
                <a:lnTo>
                  <a:pt x="156" y="342"/>
                </a:lnTo>
                <a:lnTo>
                  <a:pt x="156" y="336"/>
                </a:lnTo>
                <a:lnTo>
                  <a:pt x="162" y="330"/>
                </a:lnTo>
                <a:lnTo>
                  <a:pt x="162" y="324"/>
                </a:lnTo>
                <a:lnTo>
                  <a:pt x="162" y="318"/>
                </a:lnTo>
                <a:lnTo>
                  <a:pt x="168" y="312"/>
                </a:lnTo>
                <a:lnTo>
                  <a:pt x="168" y="306"/>
                </a:lnTo>
                <a:lnTo>
                  <a:pt x="174" y="300"/>
                </a:lnTo>
                <a:lnTo>
                  <a:pt x="174" y="294"/>
                </a:lnTo>
                <a:lnTo>
                  <a:pt x="174" y="288"/>
                </a:lnTo>
                <a:lnTo>
                  <a:pt x="180" y="288"/>
                </a:lnTo>
                <a:lnTo>
                  <a:pt x="180" y="282"/>
                </a:lnTo>
                <a:lnTo>
                  <a:pt x="180" y="276"/>
                </a:lnTo>
                <a:lnTo>
                  <a:pt x="186" y="270"/>
                </a:lnTo>
                <a:lnTo>
                  <a:pt x="186" y="264"/>
                </a:lnTo>
                <a:lnTo>
                  <a:pt x="186" y="258"/>
                </a:lnTo>
                <a:lnTo>
                  <a:pt x="192" y="258"/>
                </a:lnTo>
                <a:lnTo>
                  <a:pt x="192" y="252"/>
                </a:lnTo>
                <a:lnTo>
                  <a:pt x="192" y="246"/>
                </a:lnTo>
                <a:lnTo>
                  <a:pt x="198" y="246"/>
                </a:lnTo>
                <a:lnTo>
                  <a:pt x="198" y="240"/>
                </a:lnTo>
                <a:lnTo>
                  <a:pt x="198" y="234"/>
                </a:lnTo>
                <a:lnTo>
                  <a:pt x="204" y="234"/>
                </a:lnTo>
                <a:lnTo>
                  <a:pt x="204" y="228"/>
                </a:lnTo>
                <a:lnTo>
                  <a:pt x="204" y="222"/>
                </a:lnTo>
                <a:lnTo>
                  <a:pt x="210" y="216"/>
                </a:lnTo>
                <a:lnTo>
                  <a:pt x="210" y="210"/>
                </a:lnTo>
                <a:lnTo>
                  <a:pt x="216" y="204"/>
                </a:lnTo>
                <a:lnTo>
                  <a:pt x="216" y="198"/>
                </a:lnTo>
                <a:lnTo>
                  <a:pt x="222" y="192"/>
                </a:lnTo>
                <a:lnTo>
                  <a:pt x="222" y="186"/>
                </a:lnTo>
                <a:lnTo>
                  <a:pt x="228" y="186"/>
                </a:lnTo>
                <a:lnTo>
                  <a:pt x="228" y="180"/>
                </a:lnTo>
                <a:lnTo>
                  <a:pt x="228" y="174"/>
                </a:lnTo>
                <a:lnTo>
                  <a:pt x="234" y="174"/>
                </a:lnTo>
                <a:lnTo>
                  <a:pt x="234" y="168"/>
                </a:lnTo>
                <a:lnTo>
                  <a:pt x="234" y="162"/>
                </a:lnTo>
                <a:lnTo>
                  <a:pt x="240" y="162"/>
                </a:lnTo>
                <a:lnTo>
                  <a:pt x="240" y="156"/>
                </a:lnTo>
                <a:lnTo>
                  <a:pt x="246" y="150"/>
                </a:lnTo>
                <a:lnTo>
                  <a:pt x="246" y="144"/>
                </a:lnTo>
                <a:lnTo>
                  <a:pt x="252" y="144"/>
                </a:lnTo>
                <a:lnTo>
                  <a:pt x="252" y="138"/>
                </a:lnTo>
                <a:lnTo>
                  <a:pt x="252" y="132"/>
                </a:lnTo>
                <a:lnTo>
                  <a:pt x="258" y="132"/>
                </a:lnTo>
                <a:lnTo>
                  <a:pt x="258" y="126"/>
                </a:lnTo>
                <a:lnTo>
                  <a:pt x="264" y="120"/>
                </a:lnTo>
                <a:lnTo>
                  <a:pt x="264" y="114"/>
                </a:lnTo>
                <a:lnTo>
                  <a:pt x="270" y="114"/>
                </a:lnTo>
                <a:lnTo>
                  <a:pt x="270" y="108"/>
                </a:lnTo>
                <a:lnTo>
                  <a:pt x="270" y="102"/>
                </a:lnTo>
                <a:lnTo>
                  <a:pt x="276" y="102"/>
                </a:lnTo>
                <a:lnTo>
                  <a:pt x="276" y="96"/>
                </a:lnTo>
                <a:lnTo>
                  <a:pt x="282" y="96"/>
                </a:lnTo>
                <a:lnTo>
                  <a:pt x="282" y="90"/>
                </a:lnTo>
                <a:lnTo>
                  <a:pt x="288" y="84"/>
                </a:lnTo>
                <a:lnTo>
                  <a:pt x="294" y="78"/>
                </a:lnTo>
                <a:lnTo>
                  <a:pt x="294" y="72"/>
                </a:lnTo>
                <a:lnTo>
                  <a:pt x="300" y="72"/>
                </a:lnTo>
                <a:lnTo>
                  <a:pt x="300" y="66"/>
                </a:lnTo>
                <a:lnTo>
                  <a:pt x="306" y="60"/>
                </a:lnTo>
                <a:lnTo>
                  <a:pt x="312" y="54"/>
                </a:lnTo>
                <a:lnTo>
                  <a:pt x="312" y="48"/>
                </a:lnTo>
                <a:lnTo>
                  <a:pt x="318" y="48"/>
                </a:lnTo>
                <a:lnTo>
                  <a:pt x="318" y="42"/>
                </a:lnTo>
                <a:lnTo>
                  <a:pt x="324" y="42"/>
                </a:lnTo>
                <a:lnTo>
                  <a:pt x="324" y="36"/>
                </a:lnTo>
                <a:lnTo>
                  <a:pt x="330" y="36"/>
                </a:lnTo>
                <a:lnTo>
                  <a:pt x="330" y="30"/>
                </a:lnTo>
                <a:lnTo>
                  <a:pt x="336" y="30"/>
                </a:lnTo>
                <a:lnTo>
                  <a:pt x="336" y="24"/>
                </a:lnTo>
                <a:lnTo>
                  <a:pt x="342" y="24"/>
                </a:lnTo>
                <a:lnTo>
                  <a:pt x="342" y="18"/>
                </a:lnTo>
                <a:lnTo>
                  <a:pt x="348" y="18"/>
                </a:lnTo>
                <a:lnTo>
                  <a:pt x="348" y="12"/>
                </a:lnTo>
                <a:lnTo>
                  <a:pt x="354" y="12"/>
                </a:lnTo>
                <a:lnTo>
                  <a:pt x="354" y="6"/>
                </a:lnTo>
                <a:lnTo>
                  <a:pt x="360" y="6"/>
                </a:lnTo>
                <a:lnTo>
                  <a:pt x="360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3" name="Freeform 12">
            <a:extLst>
              <a:ext uri="{FF2B5EF4-FFF2-40B4-BE49-F238E27FC236}">
                <a16:creationId xmlns:a16="http://schemas.microsoft.com/office/drawing/2014/main" id="{214BD06B-CA33-FBD8-0B99-49C4D84E6959}"/>
              </a:ext>
            </a:extLst>
          </p:cNvPr>
          <p:cNvSpPr>
            <a:spLocks/>
          </p:cNvSpPr>
          <p:nvPr/>
        </p:nvSpPr>
        <p:spPr bwMode="auto">
          <a:xfrm>
            <a:off x="7227888" y="277813"/>
            <a:ext cx="434975" cy="1265237"/>
          </a:xfrm>
          <a:custGeom>
            <a:avLst/>
            <a:gdLst>
              <a:gd name="T0" fmla="*/ 2147483646 w 342"/>
              <a:gd name="T1" fmla="*/ 2147483646 h 996"/>
              <a:gd name="T2" fmla="*/ 2147483646 w 342"/>
              <a:gd name="T3" fmla="*/ 2147483646 h 996"/>
              <a:gd name="T4" fmla="*/ 2147483646 w 342"/>
              <a:gd name="T5" fmla="*/ 2147483646 h 996"/>
              <a:gd name="T6" fmla="*/ 2147483646 w 342"/>
              <a:gd name="T7" fmla="*/ 2147483646 h 996"/>
              <a:gd name="T8" fmla="*/ 2147483646 w 342"/>
              <a:gd name="T9" fmla="*/ 2147483646 h 996"/>
              <a:gd name="T10" fmla="*/ 2147483646 w 342"/>
              <a:gd name="T11" fmla="*/ 2147483646 h 996"/>
              <a:gd name="T12" fmla="*/ 2147483646 w 342"/>
              <a:gd name="T13" fmla="*/ 2147483646 h 996"/>
              <a:gd name="T14" fmla="*/ 2147483646 w 342"/>
              <a:gd name="T15" fmla="*/ 2147483646 h 996"/>
              <a:gd name="T16" fmla="*/ 2147483646 w 342"/>
              <a:gd name="T17" fmla="*/ 2147483646 h 996"/>
              <a:gd name="T18" fmla="*/ 2147483646 w 342"/>
              <a:gd name="T19" fmla="*/ 2147483646 h 996"/>
              <a:gd name="T20" fmla="*/ 2147483646 w 342"/>
              <a:gd name="T21" fmla="*/ 2147483646 h 996"/>
              <a:gd name="T22" fmla="*/ 2147483646 w 342"/>
              <a:gd name="T23" fmla="*/ 2147483646 h 996"/>
              <a:gd name="T24" fmla="*/ 2147483646 w 342"/>
              <a:gd name="T25" fmla="*/ 2147483646 h 996"/>
              <a:gd name="T26" fmla="*/ 2147483646 w 342"/>
              <a:gd name="T27" fmla="*/ 2147483646 h 996"/>
              <a:gd name="T28" fmla="*/ 2147483646 w 342"/>
              <a:gd name="T29" fmla="*/ 2147483646 h 996"/>
              <a:gd name="T30" fmla="*/ 2147483646 w 342"/>
              <a:gd name="T31" fmla="*/ 2147483646 h 996"/>
              <a:gd name="T32" fmla="*/ 2147483646 w 342"/>
              <a:gd name="T33" fmla="*/ 2147483646 h 996"/>
              <a:gd name="T34" fmla="*/ 2147483646 w 342"/>
              <a:gd name="T35" fmla="*/ 2147483646 h 996"/>
              <a:gd name="T36" fmla="*/ 2147483646 w 342"/>
              <a:gd name="T37" fmla="*/ 2147483646 h 996"/>
              <a:gd name="T38" fmla="*/ 2147483646 w 342"/>
              <a:gd name="T39" fmla="*/ 2147483646 h 996"/>
              <a:gd name="T40" fmla="*/ 2147483646 w 342"/>
              <a:gd name="T41" fmla="*/ 2147483646 h 996"/>
              <a:gd name="T42" fmla="*/ 2147483646 w 342"/>
              <a:gd name="T43" fmla="*/ 2147483646 h 996"/>
              <a:gd name="T44" fmla="*/ 2147483646 w 342"/>
              <a:gd name="T45" fmla="*/ 2147483646 h 996"/>
              <a:gd name="T46" fmla="*/ 2147483646 w 342"/>
              <a:gd name="T47" fmla="*/ 2147483646 h 996"/>
              <a:gd name="T48" fmla="*/ 2147483646 w 342"/>
              <a:gd name="T49" fmla="*/ 2147483646 h 996"/>
              <a:gd name="T50" fmla="*/ 2147483646 w 342"/>
              <a:gd name="T51" fmla="*/ 2147483646 h 996"/>
              <a:gd name="T52" fmla="*/ 2147483646 w 342"/>
              <a:gd name="T53" fmla="*/ 2147483646 h 996"/>
              <a:gd name="T54" fmla="*/ 2147483646 w 342"/>
              <a:gd name="T55" fmla="*/ 2147483646 h 996"/>
              <a:gd name="T56" fmla="*/ 2147483646 w 342"/>
              <a:gd name="T57" fmla="*/ 2147483646 h 996"/>
              <a:gd name="T58" fmla="*/ 2147483646 w 342"/>
              <a:gd name="T59" fmla="*/ 2147483646 h 996"/>
              <a:gd name="T60" fmla="*/ 2147483646 w 342"/>
              <a:gd name="T61" fmla="*/ 2147483646 h 996"/>
              <a:gd name="T62" fmla="*/ 2147483646 w 342"/>
              <a:gd name="T63" fmla="*/ 2147483646 h 996"/>
              <a:gd name="T64" fmla="*/ 2147483646 w 342"/>
              <a:gd name="T65" fmla="*/ 2147483646 h 996"/>
              <a:gd name="T66" fmla="*/ 2147483646 w 342"/>
              <a:gd name="T67" fmla="*/ 2147483646 h 996"/>
              <a:gd name="T68" fmla="*/ 2147483646 w 342"/>
              <a:gd name="T69" fmla="*/ 2147483646 h 996"/>
              <a:gd name="T70" fmla="*/ 2147483646 w 342"/>
              <a:gd name="T71" fmla="*/ 2147483646 h 996"/>
              <a:gd name="T72" fmla="*/ 2147483646 w 342"/>
              <a:gd name="T73" fmla="*/ 2147483646 h 996"/>
              <a:gd name="T74" fmla="*/ 2147483646 w 342"/>
              <a:gd name="T75" fmla="*/ 2147483646 h 996"/>
              <a:gd name="T76" fmla="*/ 2147483646 w 342"/>
              <a:gd name="T77" fmla="*/ 2147483646 h 996"/>
              <a:gd name="T78" fmla="*/ 2147483646 w 342"/>
              <a:gd name="T79" fmla="*/ 2147483646 h 996"/>
              <a:gd name="T80" fmla="*/ 2147483646 w 342"/>
              <a:gd name="T81" fmla="*/ 2147483646 h 996"/>
              <a:gd name="T82" fmla="*/ 2147483646 w 342"/>
              <a:gd name="T83" fmla="*/ 2147483646 h 996"/>
              <a:gd name="T84" fmla="*/ 2147483646 w 342"/>
              <a:gd name="T85" fmla="*/ 2147483646 h 996"/>
              <a:gd name="T86" fmla="*/ 2147483646 w 342"/>
              <a:gd name="T87" fmla="*/ 2147483646 h 996"/>
              <a:gd name="T88" fmla="*/ 2147483646 w 342"/>
              <a:gd name="T89" fmla="*/ 2147483646 h 996"/>
              <a:gd name="T90" fmla="*/ 2147483646 w 342"/>
              <a:gd name="T91" fmla="*/ 2147483646 h 996"/>
              <a:gd name="T92" fmla="*/ 2147483646 w 342"/>
              <a:gd name="T93" fmla="*/ 2147483646 h 996"/>
              <a:gd name="T94" fmla="*/ 2147483646 w 342"/>
              <a:gd name="T95" fmla="*/ 2147483646 h 996"/>
              <a:gd name="T96" fmla="*/ 2147483646 w 342"/>
              <a:gd name="T97" fmla="*/ 2147483646 h 996"/>
              <a:gd name="T98" fmla="*/ 2147483646 w 342"/>
              <a:gd name="T99" fmla="*/ 2147483646 h 996"/>
              <a:gd name="T100" fmla="*/ 2147483646 w 342"/>
              <a:gd name="T101" fmla="*/ 2147483646 h 996"/>
              <a:gd name="T102" fmla="*/ 2147483646 w 342"/>
              <a:gd name="T103" fmla="*/ 2147483646 h 996"/>
              <a:gd name="T104" fmla="*/ 2147483646 w 342"/>
              <a:gd name="T105" fmla="*/ 2147483646 h 996"/>
              <a:gd name="T106" fmla="*/ 2147483646 w 342"/>
              <a:gd name="T107" fmla="*/ 2147483646 h 996"/>
              <a:gd name="T108" fmla="*/ 2147483646 w 342"/>
              <a:gd name="T109" fmla="*/ 2147483646 h 996"/>
              <a:gd name="T110" fmla="*/ 2147483646 w 342"/>
              <a:gd name="T111" fmla="*/ 2147483646 h 996"/>
              <a:gd name="T112" fmla="*/ 2147483646 w 342"/>
              <a:gd name="T113" fmla="*/ 2147483646 h 996"/>
              <a:gd name="T114" fmla="*/ 2147483646 w 342"/>
              <a:gd name="T115" fmla="*/ 2147483646 h 996"/>
              <a:gd name="T116" fmla="*/ 2147483646 w 342"/>
              <a:gd name="T117" fmla="*/ 2147483646 h 996"/>
              <a:gd name="T118" fmla="*/ 2147483646 w 342"/>
              <a:gd name="T119" fmla="*/ 2147483646 h 99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42" h="996">
                <a:moveTo>
                  <a:pt x="0" y="996"/>
                </a:moveTo>
                <a:lnTo>
                  <a:pt x="0" y="996"/>
                </a:lnTo>
                <a:lnTo>
                  <a:pt x="0" y="990"/>
                </a:lnTo>
                <a:lnTo>
                  <a:pt x="6" y="990"/>
                </a:lnTo>
                <a:lnTo>
                  <a:pt x="6" y="984"/>
                </a:lnTo>
                <a:lnTo>
                  <a:pt x="12" y="984"/>
                </a:lnTo>
                <a:lnTo>
                  <a:pt x="12" y="978"/>
                </a:lnTo>
                <a:lnTo>
                  <a:pt x="18" y="978"/>
                </a:lnTo>
                <a:lnTo>
                  <a:pt x="18" y="972"/>
                </a:lnTo>
                <a:lnTo>
                  <a:pt x="24" y="972"/>
                </a:lnTo>
                <a:lnTo>
                  <a:pt x="24" y="966"/>
                </a:lnTo>
                <a:lnTo>
                  <a:pt x="30" y="966"/>
                </a:lnTo>
                <a:lnTo>
                  <a:pt x="30" y="960"/>
                </a:lnTo>
                <a:lnTo>
                  <a:pt x="36" y="954"/>
                </a:lnTo>
                <a:lnTo>
                  <a:pt x="42" y="948"/>
                </a:lnTo>
                <a:lnTo>
                  <a:pt x="42" y="942"/>
                </a:lnTo>
                <a:lnTo>
                  <a:pt x="48" y="942"/>
                </a:lnTo>
                <a:lnTo>
                  <a:pt x="48" y="936"/>
                </a:lnTo>
                <a:lnTo>
                  <a:pt x="54" y="930"/>
                </a:lnTo>
                <a:lnTo>
                  <a:pt x="60" y="924"/>
                </a:lnTo>
                <a:lnTo>
                  <a:pt x="60" y="918"/>
                </a:lnTo>
                <a:lnTo>
                  <a:pt x="66" y="918"/>
                </a:lnTo>
                <a:lnTo>
                  <a:pt x="66" y="912"/>
                </a:lnTo>
                <a:lnTo>
                  <a:pt x="72" y="912"/>
                </a:lnTo>
                <a:lnTo>
                  <a:pt x="72" y="906"/>
                </a:lnTo>
                <a:lnTo>
                  <a:pt x="72" y="900"/>
                </a:lnTo>
                <a:lnTo>
                  <a:pt x="78" y="900"/>
                </a:lnTo>
                <a:lnTo>
                  <a:pt x="78" y="894"/>
                </a:lnTo>
                <a:lnTo>
                  <a:pt x="84" y="888"/>
                </a:lnTo>
                <a:lnTo>
                  <a:pt x="84" y="882"/>
                </a:lnTo>
                <a:lnTo>
                  <a:pt x="90" y="882"/>
                </a:lnTo>
                <a:lnTo>
                  <a:pt x="90" y="876"/>
                </a:lnTo>
                <a:lnTo>
                  <a:pt x="96" y="870"/>
                </a:lnTo>
                <a:lnTo>
                  <a:pt x="96" y="864"/>
                </a:lnTo>
                <a:lnTo>
                  <a:pt x="102" y="858"/>
                </a:lnTo>
                <a:lnTo>
                  <a:pt x="102" y="852"/>
                </a:lnTo>
                <a:lnTo>
                  <a:pt x="108" y="852"/>
                </a:lnTo>
                <a:lnTo>
                  <a:pt x="108" y="846"/>
                </a:lnTo>
                <a:lnTo>
                  <a:pt x="108" y="840"/>
                </a:lnTo>
                <a:lnTo>
                  <a:pt x="114" y="840"/>
                </a:lnTo>
                <a:lnTo>
                  <a:pt x="114" y="834"/>
                </a:lnTo>
                <a:lnTo>
                  <a:pt x="114" y="828"/>
                </a:lnTo>
                <a:lnTo>
                  <a:pt x="120" y="828"/>
                </a:lnTo>
                <a:lnTo>
                  <a:pt x="120" y="822"/>
                </a:lnTo>
                <a:lnTo>
                  <a:pt x="126" y="816"/>
                </a:lnTo>
                <a:lnTo>
                  <a:pt x="126" y="810"/>
                </a:lnTo>
                <a:lnTo>
                  <a:pt x="132" y="804"/>
                </a:lnTo>
                <a:lnTo>
                  <a:pt x="132" y="798"/>
                </a:lnTo>
                <a:lnTo>
                  <a:pt x="138" y="792"/>
                </a:lnTo>
                <a:lnTo>
                  <a:pt x="138" y="786"/>
                </a:lnTo>
                <a:lnTo>
                  <a:pt x="138" y="780"/>
                </a:lnTo>
                <a:lnTo>
                  <a:pt x="144" y="780"/>
                </a:lnTo>
                <a:lnTo>
                  <a:pt x="144" y="774"/>
                </a:lnTo>
                <a:lnTo>
                  <a:pt x="144" y="768"/>
                </a:lnTo>
                <a:lnTo>
                  <a:pt x="150" y="768"/>
                </a:lnTo>
                <a:lnTo>
                  <a:pt x="150" y="762"/>
                </a:lnTo>
                <a:lnTo>
                  <a:pt x="150" y="756"/>
                </a:lnTo>
                <a:lnTo>
                  <a:pt x="156" y="756"/>
                </a:lnTo>
                <a:lnTo>
                  <a:pt x="156" y="750"/>
                </a:lnTo>
                <a:lnTo>
                  <a:pt x="156" y="744"/>
                </a:lnTo>
                <a:lnTo>
                  <a:pt x="162" y="738"/>
                </a:lnTo>
                <a:lnTo>
                  <a:pt x="162" y="732"/>
                </a:lnTo>
                <a:lnTo>
                  <a:pt x="162" y="726"/>
                </a:lnTo>
                <a:lnTo>
                  <a:pt x="168" y="726"/>
                </a:lnTo>
                <a:lnTo>
                  <a:pt x="168" y="720"/>
                </a:lnTo>
                <a:lnTo>
                  <a:pt x="168" y="714"/>
                </a:lnTo>
                <a:lnTo>
                  <a:pt x="174" y="708"/>
                </a:lnTo>
                <a:lnTo>
                  <a:pt x="174" y="702"/>
                </a:lnTo>
                <a:lnTo>
                  <a:pt x="180" y="696"/>
                </a:lnTo>
                <a:lnTo>
                  <a:pt x="180" y="690"/>
                </a:lnTo>
                <a:lnTo>
                  <a:pt x="180" y="684"/>
                </a:lnTo>
                <a:lnTo>
                  <a:pt x="186" y="678"/>
                </a:lnTo>
                <a:lnTo>
                  <a:pt x="186" y="672"/>
                </a:lnTo>
                <a:lnTo>
                  <a:pt x="186" y="666"/>
                </a:lnTo>
                <a:lnTo>
                  <a:pt x="192" y="660"/>
                </a:lnTo>
                <a:lnTo>
                  <a:pt x="192" y="654"/>
                </a:lnTo>
                <a:lnTo>
                  <a:pt x="192" y="648"/>
                </a:lnTo>
                <a:lnTo>
                  <a:pt x="198" y="648"/>
                </a:lnTo>
                <a:lnTo>
                  <a:pt x="198" y="642"/>
                </a:lnTo>
                <a:lnTo>
                  <a:pt x="198" y="636"/>
                </a:lnTo>
                <a:lnTo>
                  <a:pt x="204" y="630"/>
                </a:lnTo>
                <a:lnTo>
                  <a:pt x="204" y="624"/>
                </a:lnTo>
                <a:lnTo>
                  <a:pt x="204" y="618"/>
                </a:lnTo>
                <a:lnTo>
                  <a:pt x="210" y="612"/>
                </a:lnTo>
                <a:lnTo>
                  <a:pt x="210" y="606"/>
                </a:lnTo>
                <a:lnTo>
                  <a:pt x="210" y="600"/>
                </a:lnTo>
                <a:lnTo>
                  <a:pt x="210" y="594"/>
                </a:lnTo>
                <a:lnTo>
                  <a:pt x="216" y="588"/>
                </a:lnTo>
                <a:lnTo>
                  <a:pt x="216" y="582"/>
                </a:lnTo>
                <a:lnTo>
                  <a:pt x="216" y="576"/>
                </a:lnTo>
                <a:lnTo>
                  <a:pt x="222" y="570"/>
                </a:lnTo>
                <a:lnTo>
                  <a:pt x="222" y="564"/>
                </a:lnTo>
                <a:lnTo>
                  <a:pt x="222" y="558"/>
                </a:lnTo>
                <a:lnTo>
                  <a:pt x="228" y="552"/>
                </a:lnTo>
                <a:lnTo>
                  <a:pt x="228" y="546"/>
                </a:lnTo>
                <a:lnTo>
                  <a:pt x="228" y="540"/>
                </a:lnTo>
                <a:lnTo>
                  <a:pt x="234" y="534"/>
                </a:lnTo>
                <a:lnTo>
                  <a:pt x="234" y="528"/>
                </a:lnTo>
                <a:lnTo>
                  <a:pt x="234" y="522"/>
                </a:lnTo>
                <a:lnTo>
                  <a:pt x="234" y="516"/>
                </a:lnTo>
                <a:lnTo>
                  <a:pt x="240" y="510"/>
                </a:lnTo>
                <a:lnTo>
                  <a:pt x="240" y="504"/>
                </a:lnTo>
                <a:lnTo>
                  <a:pt x="240" y="498"/>
                </a:lnTo>
                <a:lnTo>
                  <a:pt x="240" y="492"/>
                </a:lnTo>
                <a:lnTo>
                  <a:pt x="246" y="486"/>
                </a:lnTo>
                <a:lnTo>
                  <a:pt x="246" y="480"/>
                </a:lnTo>
                <a:lnTo>
                  <a:pt x="246" y="474"/>
                </a:lnTo>
                <a:lnTo>
                  <a:pt x="252" y="468"/>
                </a:lnTo>
                <a:lnTo>
                  <a:pt x="252" y="462"/>
                </a:lnTo>
                <a:lnTo>
                  <a:pt x="252" y="456"/>
                </a:lnTo>
                <a:lnTo>
                  <a:pt x="252" y="450"/>
                </a:lnTo>
                <a:lnTo>
                  <a:pt x="258" y="444"/>
                </a:lnTo>
                <a:lnTo>
                  <a:pt x="258" y="438"/>
                </a:lnTo>
                <a:lnTo>
                  <a:pt x="258" y="432"/>
                </a:lnTo>
                <a:lnTo>
                  <a:pt x="258" y="426"/>
                </a:lnTo>
                <a:lnTo>
                  <a:pt x="258" y="420"/>
                </a:lnTo>
                <a:lnTo>
                  <a:pt x="264" y="414"/>
                </a:lnTo>
                <a:lnTo>
                  <a:pt x="264" y="408"/>
                </a:lnTo>
                <a:lnTo>
                  <a:pt x="264" y="402"/>
                </a:lnTo>
                <a:lnTo>
                  <a:pt x="264" y="396"/>
                </a:lnTo>
                <a:lnTo>
                  <a:pt x="270" y="390"/>
                </a:lnTo>
                <a:lnTo>
                  <a:pt x="270" y="384"/>
                </a:lnTo>
                <a:lnTo>
                  <a:pt x="270" y="378"/>
                </a:lnTo>
                <a:lnTo>
                  <a:pt x="270" y="372"/>
                </a:lnTo>
                <a:lnTo>
                  <a:pt x="276" y="366"/>
                </a:lnTo>
                <a:lnTo>
                  <a:pt x="276" y="360"/>
                </a:lnTo>
                <a:lnTo>
                  <a:pt x="276" y="354"/>
                </a:lnTo>
                <a:lnTo>
                  <a:pt x="276" y="348"/>
                </a:lnTo>
                <a:lnTo>
                  <a:pt x="282" y="342"/>
                </a:lnTo>
                <a:lnTo>
                  <a:pt x="282" y="336"/>
                </a:lnTo>
                <a:lnTo>
                  <a:pt x="282" y="330"/>
                </a:lnTo>
                <a:lnTo>
                  <a:pt x="282" y="324"/>
                </a:lnTo>
                <a:lnTo>
                  <a:pt x="282" y="312"/>
                </a:lnTo>
                <a:lnTo>
                  <a:pt x="288" y="306"/>
                </a:lnTo>
                <a:lnTo>
                  <a:pt x="288" y="300"/>
                </a:lnTo>
                <a:lnTo>
                  <a:pt x="288" y="294"/>
                </a:lnTo>
                <a:lnTo>
                  <a:pt x="288" y="288"/>
                </a:lnTo>
                <a:lnTo>
                  <a:pt x="294" y="282"/>
                </a:lnTo>
                <a:lnTo>
                  <a:pt x="294" y="276"/>
                </a:lnTo>
                <a:lnTo>
                  <a:pt x="294" y="264"/>
                </a:lnTo>
                <a:lnTo>
                  <a:pt x="294" y="258"/>
                </a:lnTo>
                <a:lnTo>
                  <a:pt x="300" y="252"/>
                </a:lnTo>
                <a:lnTo>
                  <a:pt x="300" y="246"/>
                </a:lnTo>
                <a:lnTo>
                  <a:pt x="300" y="240"/>
                </a:lnTo>
                <a:lnTo>
                  <a:pt x="300" y="228"/>
                </a:lnTo>
                <a:lnTo>
                  <a:pt x="306" y="222"/>
                </a:lnTo>
                <a:lnTo>
                  <a:pt x="306" y="216"/>
                </a:lnTo>
                <a:lnTo>
                  <a:pt x="306" y="210"/>
                </a:lnTo>
                <a:lnTo>
                  <a:pt x="306" y="198"/>
                </a:lnTo>
                <a:lnTo>
                  <a:pt x="306" y="192"/>
                </a:lnTo>
                <a:lnTo>
                  <a:pt x="312" y="186"/>
                </a:lnTo>
                <a:lnTo>
                  <a:pt x="312" y="180"/>
                </a:lnTo>
                <a:lnTo>
                  <a:pt x="312" y="168"/>
                </a:lnTo>
                <a:lnTo>
                  <a:pt x="312" y="162"/>
                </a:lnTo>
                <a:lnTo>
                  <a:pt x="318" y="156"/>
                </a:lnTo>
                <a:lnTo>
                  <a:pt x="318" y="144"/>
                </a:lnTo>
                <a:lnTo>
                  <a:pt x="318" y="138"/>
                </a:lnTo>
                <a:lnTo>
                  <a:pt x="318" y="132"/>
                </a:lnTo>
                <a:lnTo>
                  <a:pt x="324" y="120"/>
                </a:lnTo>
                <a:lnTo>
                  <a:pt x="324" y="114"/>
                </a:lnTo>
                <a:lnTo>
                  <a:pt x="324" y="108"/>
                </a:lnTo>
                <a:lnTo>
                  <a:pt x="324" y="96"/>
                </a:lnTo>
                <a:lnTo>
                  <a:pt x="330" y="90"/>
                </a:lnTo>
                <a:lnTo>
                  <a:pt x="330" y="78"/>
                </a:lnTo>
                <a:lnTo>
                  <a:pt x="330" y="72"/>
                </a:lnTo>
                <a:lnTo>
                  <a:pt x="330" y="66"/>
                </a:lnTo>
                <a:lnTo>
                  <a:pt x="330" y="54"/>
                </a:lnTo>
                <a:lnTo>
                  <a:pt x="336" y="48"/>
                </a:lnTo>
                <a:lnTo>
                  <a:pt x="336" y="36"/>
                </a:lnTo>
                <a:lnTo>
                  <a:pt x="336" y="30"/>
                </a:lnTo>
                <a:lnTo>
                  <a:pt x="336" y="18"/>
                </a:lnTo>
                <a:lnTo>
                  <a:pt x="342" y="12"/>
                </a:lnTo>
                <a:lnTo>
                  <a:pt x="342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4" name="Freeform 13">
            <a:extLst>
              <a:ext uri="{FF2B5EF4-FFF2-40B4-BE49-F238E27FC236}">
                <a16:creationId xmlns:a16="http://schemas.microsoft.com/office/drawing/2014/main" id="{833483C6-CFD6-92D6-E869-9AA8DFE2D3E4}"/>
              </a:ext>
            </a:extLst>
          </p:cNvPr>
          <p:cNvSpPr>
            <a:spLocks/>
          </p:cNvSpPr>
          <p:nvPr/>
        </p:nvSpPr>
        <p:spPr bwMode="auto">
          <a:xfrm>
            <a:off x="6088063" y="1697038"/>
            <a:ext cx="457200" cy="23812"/>
          </a:xfrm>
          <a:custGeom>
            <a:avLst/>
            <a:gdLst>
              <a:gd name="T0" fmla="*/ 2147483646 w 360"/>
              <a:gd name="T1" fmla="*/ 2147483646 h 18"/>
              <a:gd name="T2" fmla="*/ 2147483646 w 360"/>
              <a:gd name="T3" fmla="*/ 2147483646 h 18"/>
              <a:gd name="T4" fmla="*/ 2147483646 w 360"/>
              <a:gd name="T5" fmla="*/ 2147483646 h 18"/>
              <a:gd name="T6" fmla="*/ 2147483646 w 360"/>
              <a:gd name="T7" fmla="*/ 2147483646 h 18"/>
              <a:gd name="T8" fmla="*/ 2147483646 w 360"/>
              <a:gd name="T9" fmla="*/ 2147483646 h 18"/>
              <a:gd name="T10" fmla="*/ 2147483646 w 360"/>
              <a:gd name="T11" fmla="*/ 2147483646 h 18"/>
              <a:gd name="T12" fmla="*/ 2147483646 w 360"/>
              <a:gd name="T13" fmla="*/ 2147483646 h 18"/>
              <a:gd name="T14" fmla="*/ 2147483646 w 360"/>
              <a:gd name="T15" fmla="*/ 2147483646 h 18"/>
              <a:gd name="T16" fmla="*/ 2147483646 w 360"/>
              <a:gd name="T17" fmla="*/ 2147483646 h 18"/>
              <a:gd name="T18" fmla="*/ 2147483646 w 360"/>
              <a:gd name="T19" fmla="*/ 2147483646 h 18"/>
              <a:gd name="T20" fmla="*/ 2147483646 w 360"/>
              <a:gd name="T21" fmla="*/ 2147483646 h 18"/>
              <a:gd name="T22" fmla="*/ 2147483646 w 360"/>
              <a:gd name="T23" fmla="*/ 2147483646 h 18"/>
              <a:gd name="T24" fmla="*/ 2147483646 w 360"/>
              <a:gd name="T25" fmla="*/ 2147483646 h 18"/>
              <a:gd name="T26" fmla="*/ 2147483646 w 360"/>
              <a:gd name="T27" fmla="*/ 2147483646 h 18"/>
              <a:gd name="T28" fmla="*/ 2147483646 w 360"/>
              <a:gd name="T29" fmla="*/ 2147483646 h 18"/>
              <a:gd name="T30" fmla="*/ 2147483646 w 360"/>
              <a:gd name="T31" fmla="*/ 2147483646 h 18"/>
              <a:gd name="T32" fmla="*/ 2147483646 w 360"/>
              <a:gd name="T33" fmla="*/ 2147483646 h 18"/>
              <a:gd name="T34" fmla="*/ 2147483646 w 360"/>
              <a:gd name="T35" fmla="*/ 2147483646 h 18"/>
              <a:gd name="T36" fmla="*/ 2147483646 w 360"/>
              <a:gd name="T37" fmla="*/ 2147483646 h 18"/>
              <a:gd name="T38" fmla="*/ 2147483646 w 360"/>
              <a:gd name="T39" fmla="*/ 2147483646 h 18"/>
              <a:gd name="T40" fmla="*/ 2147483646 w 360"/>
              <a:gd name="T41" fmla="*/ 2147483646 h 18"/>
              <a:gd name="T42" fmla="*/ 2147483646 w 360"/>
              <a:gd name="T43" fmla="*/ 2147483646 h 18"/>
              <a:gd name="T44" fmla="*/ 2147483646 w 360"/>
              <a:gd name="T45" fmla="*/ 2147483646 h 18"/>
              <a:gd name="T46" fmla="*/ 2147483646 w 360"/>
              <a:gd name="T47" fmla="*/ 2147483646 h 18"/>
              <a:gd name="T48" fmla="*/ 2147483646 w 360"/>
              <a:gd name="T49" fmla="*/ 2147483646 h 18"/>
              <a:gd name="T50" fmla="*/ 2147483646 w 360"/>
              <a:gd name="T51" fmla="*/ 2147483646 h 18"/>
              <a:gd name="T52" fmla="*/ 2147483646 w 360"/>
              <a:gd name="T53" fmla="*/ 2147483646 h 18"/>
              <a:gd name="T54" fmla="*/ 2147483646 w 360"/>
              <a:gd name="T55" fmla="*/ 2147483646 h 18"/>
              <a:gd name="T56" fmla="*/ 2147483646 w 360"/>
              <a:gd name="T57" fmla="*/ 2147483646 h 18"/>
              <a:gd name="T58" fmla="*/ 2147483646 w 360"/>
              <a:gd name="T59" fmla="*/ 2147483646 h 18"/>
              <a:gd name="T60" fmla="*/ 2147483646 w 360"/>
              <a:gd name="T61" fmla="*/ 2147483646 h 18"/>
              <a:gd name="T62" fmla="*/ 2147483646 w 360"/>
              <a:gd name="T63" fmla="*/ 2147483646 h 18"/>
              <a:gd name="T64" fmla="*/ 2147483646 w 360"/>
              <a:gd name="T65" fmla="*/ 2147483646 h 18"/>
              <a:gd name="T66" fmla="*/ 2147483646 w 360"/>
              <a:gd name="T67" fmla="*/ 2147483646 h 18"/>
              <a:gd name="T68" fmla="*/ 2147483646 w 360"/>
              <a:gd name="T69" fmla="*/ 2147483646 h 18"/>
              <a:gd name="T70" fmla="*/ 2147483646 w 360"/>
              <a:gd name="T71" fmla="*/ 2147483646 h 18"/>
              <a:gd name="T72" fmla="*/ 2147483646 w 360"/>
              <a:gd name="T73" fmla="*/ 2147483646 h 18"/>
              <a:gd name="T74" fmla="*/ 2147483646 w 360"/>
              <a:gd name="T75" fmla="*/ 2147483646 h 18"/>
              <a:gd name="T76" fmla="*/ 2147483646 w 360"/>
              <a:gd name="T77" fmla="*/ 2147483646 h 18"/>
              <a:gd name="T78" fmla="*/ 2147483646 w 360"/>
              <a:gd name="T79" fmla="*/ 2147483646 h 18"/>
              <a:gd name="T80" fmla="*/ 2147483646 w 360"/>
              <a:gd name="T81" fmla="*/ 2147483646 h 18"/>
              <a:gd name="T82" fmla="*/ 2147483646 w 360"/>
              <a:gd name="T83" fmla="*/ 2147483646 h 18"/>
              <a:gd name="T84" fmla="*/ 2147483646 w 360"/>
              <a:gd name="T85" fmla="*/ 2147483646 h 18"/>
              <a:gd name="T86" fmla="*/ 2147483646 w 360"/>
              <a:gd name="T87" fmla="*/ 2147483646 h 18"/>
              <a:gd name="T88" fmla="*/ 2147483646 w 360"/>
              <a:gd name="T89" fmla="*/ 2147483646 h 18"/>
              <a:gd name="T90" fmla="*/ 2147483646 w 360"/>
              <a:gd name="T91" fmla="*/ 2147483646 h 18"/>
              <a:gd name="T92" fmla="*/ 2147483646 w 360"/>
              <a:gd name="T93" fmla="*/ 2147483646 h 18"/>
              <a:gd name="T94" fmla="*/ 2147483646 w 360"/>
              <a:gd name="T95" fmla="*/ 2147483646 h 18"/>
              <a:gd name="T96" fmla="*/ 2147483646 w 360"/>
              <a:gd name="T97" fmla="*/ 2147483646 h 18"/>
              <a:gd name="T98" fmla="*/ 2147483646 w 360"/>
              <a:gd name="T99" fmla="*/ 0 h 18"/>
              <a:gd name="T100" fmla="*/ 2147483646 w 360"/>
              <a:gd name="T101" fmla="*/ 0 h 18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18">
                <a:moveTo>
                  <a:pt x="0" y="18"/>
                </a:moveTo>
                <a:lnTo>
                  <a:pt x="0" y="18"/>
                </a:lnTo>
                <a:lnTo>
                  <a:pt x="6" y="18"/>
                </a:lnTo>
                <a:lnTo>
                  <a:pt x="12" y="18"/>
                </a:lnTo>
                <a:lnTo>
                  <a:pt x="18" y="18"/>
                </a:lnTo>
                <a:lnTo>
                  <a:pt x="24" y="18"/>
                </a:lnTo>
                <a:lnTo>
                  <a:pt x="30" y="18"/>
                </a:lnTo>
                <a:lnTo>
                  <a:pt x="36" y="18"/>
                </a:lnTo>
                <a:lnTo>
                  <a:pt x="42" y="18"/>
                </a:lnTo>
                <a:lnTo>
                  <a:pt x="48" y="18"/>
                </a:lnTo>
                <a:lnTo>
                  <a:pt x="54" y="18"/>
                </a:lnTo>
                <a:lnTo>
                  <a:pt x="60" y="18"/>
                </a:lnTo>
                <a:lnTo>
                  <a:pt x="66" y="18"/>
                </a:lnTo>
                <a:lnTo>
                  <a:pt x="66" y="12"/>
                </a:lnTo>
                <a:lnTo>
                  <a:pt x="72" y="12"/>
                </a:lnTo>
                <a:lnTo>
                  <a:pt x="78" y="12"/>
                </a:lnTo>
                <a:lnTo>
                  <a:pt x="84" y="12"/>
                </a:lnTo>
                <a:lnTo>
                  <a:pt x="90" y="12"/>
                </a:lnTo>
                <a:lnTo>
                  <a:pt x="96" y="12"/>
                </a:lnTo>
                <a:lnTo>
                  <a:pt x="102" y="12"/>
                </a:lnTo>
                <a:lnTo>
                  <a:pt x="108" y="12"/>
                </a:lnTo>
                <a:lnTo>
                  <a:pt x="114" y="12"/>
                </a:lnTo>
                <a:lnTo>
                  <a:pt x="120" y="12"/>
                </a:lnTo>
                <a:lnTo>
                  <a:pt x="126" y="12"/>
                </a:lnTo>
                <a:lnTo>
                  <a:pt x="132" y="12"/>
                </a:lnTo>
                <a:lnTo>
                  <a:pt x="138" y="12"/>
                </a:lnTo>
                <a:lnTo>
                  <a:pt x="144" y="12"/>
                </a:lnTo>
                <a:lnTo>
                  <a:pt x="150" y="12"/>
                </a:lnTo>
                <a:lnTo>
                  <a:pt x="156" y="12"/>
                </a:lnTo>
                <a:lnTo>
                  <a:pt x="162" y="12"/>
                </a:lnTo>
                <a:lnTo>
                  <a:pt x="168" y="12"/>
                </a:lnTo>
                <a:lnTo>
                  <a:pt x="174" y="12"/>
                </a:lnTo>
                <a:lnTo>
                  <a:pt x="180" y="12"/>
                </a:lnTo>
                <a:lnTo>
                  <a:pt x="186" y="12"/>
                </a:lnTo>
                <a:lnTo>
                  <a:pt x="192" y="12"/>
                </a:lnTo>
                <a:lnTo>
                  <a:pt x="198" y="12"/>
                </a:lnTo>
                <a:lnTo>
                  <a:pt x="204" y="12"/>
                </a:lnTo>
                <a:lnTo>
                  <a:pt x="210" y="12"/>
                </a:lnTo>
                <a:lnTo>
                  <a:pt x="216" y="12"/>
                </a:lnTo>
                <a:lnTo>
                  <a:pt x="222" y="12"/>
                </a:lnTo>
                <a:lnTo>
                  <a:pt x="228" y="12"/>
                </a:lnTo>
                <a:lnTo>
                  <a:pt x="234" y="12"/>
                </a:lnTo>
                <a:lnTo>
                  <a:pt x="240" y="12"/>
                </a:lnTo>
                <a:lnTo>
                  <a:pt x="246" y="12"/>
                </a:lnTo>
                <a:lnTo>
                  <a:pt x="252" y="12"/>
                </a:lnTo>
                <a:lnTo>
                  <a:pt x="258" y="12"/>
                </a:lnTo>
                <a:lnTo>
                  <a:pt x="258" y="6"/>
                </a:lnTo>
                <a:lnTo>
                  <a:pt x="264" y="6"/>
                </a:lnTo>
                <a:lnTo>
                  <a:pt x="270" y="6"/>
                </a:lnTo>
                <a:lnTo>
                  <a:pt x="276" y="6"/>
                </a:lnTo>
                <a:lnTo>
                  <a:pt x="282" y="6"/>
                </a:lnTo>
                <a:lnTo>
                  <a:pt x="288" y="6"/>
                </a:lnTo>
                <a:lnTo>
                  <a:pt x="294" y="6"/>
                </a:lnTo>
                <a:lnTo>
                  <a:pt x="300" y="6"/>
                </a:lnTo>
                <a:lnTo>
                  <a:pt x="306" y="6"/>
                </a:lnTo>
                <a:lnTo>
                  <a:pt x="312" y="6"/>
                </a:lnTo>
                <a:lnTo>
                  <a:pt x="318" y="6"/>
                </a:lnTo>
                <a:lnTo>
                  <a:pt x="324" y="6"/>
                </a:lnTo>
                <a:lnTo>
                  <a:pt x="330" y="6"/>
                </a:lnTo>
                <a:lnTo>
                  <a:pt x="336" y="6"/>
                </a:lnTo>
                <a:lnTo>
                  <a:pt x="342" y="6"/>
                </a:lnTo>
                <a:lnTo>
                  <a:pt x="348" y="6"/>
                </a:lnTo>
                <a:lnTo>
                  <a:pt x="348" y="0"/>
                </a:lnTo>
                <a:lnTo>
                  <a:pt x="354" y="0"/>
                </a:lnTo>
                <a:lnTo>
                  <a:pt x="360" y="0"/>
                </a:lnTo>
              </a:path>
            </a:pathLst>
          </a:custGeom>
          <a:noFill/>
          <a:ln w="9525">
            <a:solidFill>
              <a:srgbClr val="00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5" name="Freeform 14">
            <a:extLst>
              <a:ext uri="{FF2B5EF4-FFF2-40B4-BE49-F238E27FC236}">
                <a16:creationId xmlns:a16="http://schemas.microsoft.com/office/drawing/2014/main" id="{1D709A87-4423-8838-5E8A-4DBAB055BE3A}"/>
              </a:ext>
            </a:extLst>
          </p:cNvPr>
          <p:cNvSpPr>
            <a:spLocks/>
          </p:cNvSpPr>
          <p:nvPr/>
        </p:nvSpPr>
        <p:spPr bwMode="auto">
          <a:xfrm>
            <a:off x="6545263" y="1568450"/>
            <a:ext cx="457200" cy="128588"/>
          </a:xfrm>
          <a:custGeom>
            <a:avLst/>
            <a:gdLst>
              <a:gd name="T0" fmla="*/ 2147483646 w 360"/>
              <a:gd name="T1" fmla="*/ 2147483646 h 102"/>
              <a:gd name="T2" fmla="*/ 2147483646 w 360"/>
              <a:gd name="T3" fmla="*/ 2147483646 h 102"/>
              <a:gd name="T4" fmla="*/ 2147483646 w 360"/>
              <a:gd name="T5" fmla="*/ 2147483646 h 102"/>
              <a:gd name="T6" fmla="*/ 2147483646 w 360"/>
              <a:gd name="T7" fmla="*/ 2147483646 h 102"/>
              <a:gd name="T8" fmla="*/ 2147483646 w 360"/>
              <a:gd name="T9" fmla="*/ 2147483646 h 102"/>
              <a:gd name="T10" fmla="*/ 2147483646 w 360"/>
              <a:gd name="T11" fmla="*/ 2147483646 h 102"/>
              <a:gd name="T12" fmla="*/ 2147483646 w 360"/>
              <a:gd name="T13" fmla="*/ 2147483646 h 102"/>
              <a:gd name="T14" fmla="*/ 2147483646 w 360"/>
              <a:gd name="T15" fmla="*/ 2147483646 h 102"/>
              <a:gd name="T16" fmla="*/ 2147483646 w 360"/>
              <a:gd name="T17" fmla="*/ 2147483646 h 102"/>
              <a:gd name="T18" fmla="*/ 2147483646 w 360"/>
              <a:gd name="T19" fmla="*/ 2147483646 h 102"/>
              <a:gd name="T20" fmla="*/ 2147483646 w 360"/>
              <a:gd name="T21" fmla="*/ 2147483646 h 102"/>
              <a:gd name="T22" fmla="*/ 2147483646 w 360"/>
              <a:gd name="T23" fmla="*/ 2147483646 h 102"/>
              <a:gd name="T24" fmla="*/ 2147483646 w 360"/>
              <a:gd name="T25" fmla="*/ 2147483646 h 102"/>
              <a:gd name="T26" fmla="*/ 2147483646 w 360"/>
              <a:gd name="T27" fmla="*/ 2147483646 h 102"/>
              <a:gd name="T28" fmla="*/ 2147483646 w 360"/>
              <a:gd name="T29" fmla="*/ 2147483646 h 102"/>
              <a:gd name="T30" fmla="*/ 2147483646 w 360"/>
              <a:gd name="T31" fmla="*/ 2147483646 h 102"/>
              <a:gd name="T32" fmla="*/ 2147483646 w 360"/>
              <a:gd name="T33" fmla="*/ 2147483646 h 102"/>
              <a:gd name="T34" fmla="*/ 2147483646 w 360"/>
              <a:gd name="T35" fmla="*/ 2147483646 h 102"/>
              <a:gd name="T36" fmla="*/ 2147483646 w 360"/>
              <a:gd name="T37" fmla="*/ 2147483646 h 102"/>
              <a:gd name="T38" fmla="*/ 2147483646 w 360"/>
              <a:gd name="T39" fmla="*/ 2147483646 h 102"/>
              <a:gd name="T40" fmla="*/ 2147483646 w 360"/>
              <a:gd name="T41" fmla="*/ 2147483646 h 102"/>
              <a:gd name="T42" fmla="*/ 2147483646 w 360"/>
              <a:gd name="T43" fmla="*/ 2147483646 h 102"/>
              <a:gd name="T44" fmla="*/ 2147483646 w 360"/>
              <a:gd name="T45" fmla="*/ 2147483646 h 102"/>
              <a:gd name="T46" fmla="*/ 2147483646 w 360"/>
              <a:gd name="T47" fmla="*/ 2147483646 h 102"/>
              <a:gd name="T48" fmla="*/ 2147483646 w 360"/>
              <a:gd name="T49" fmla="*/ 2147483646 h 102"/>
              <a:gd name="T50" fmla="*/ 2147483646 w 360"/>
              <a:gd name="T51" fmla="*/ 2147483646 h 102"/>
              <a:gd name="T52" fmla="*/ 2147483646 w 360"/>
              <a:gd name="T53" fmla="*/ 2147483646 h 102"/>
              <a:gd name="T54" fmla="*/ 2147483646 w 360"/>
              <a:gd name="T55" fmla="*/ 2147483646 h 102"/>
              <a:gd name="T56" fmla="*/ 2147483646 w 360"/>
              <a:gd name="T57" fmla="*/ 2147483646 h 102"/>
              <a:gd name="T58" fmla="*/ 2147483646 w 360"/>
              <a:gd name="T59" fmla="*/ 2147483646 h 102"/>
              <a:gd name="T60" fmla="*/ 2147483646 w 360"/>
              <a:gd name="T61" fmla="*/ 2147483646 h 102"/>
              <a:gd name="T62" fmla="*/ 2147483646 w 360"/>
              <a:gd name="T63" fmla="*/ 2147483646 h 102"/>
              <a:gd name="T64" fmla="*/ 2147483646 w 360"/>
              <a:gd name="T65" fmla="*/ 2147483646 h 102"/>
              <a:gd name="T66" fmla="*/ 2147483646 w 360"/>
              <a:gd name="T67" fmla="*/ 2147483646 h 102"/>
              <a:gd name="T68" fmla="*/ 2147483646 w 360"/>
              <a:gd name="T69" fmla="*/ 2147483646 h 102"/>
              <a:gd name="T70" fmla="*/ 2147483646 w 360"/>
              <a:gd name="T71" fmla="*/ 2147483646 h 102"/>
              <a:gd name="T72" fmla="*/ 2147483646 w 360"/>
              <a:gd name="T73" fmla="*/ 2147483646 h 102"/>
              <a:gd name="T74" fmla="*/ 2147483646 w 360"/>
              <a:gd name="T75" fmla="*/ 2147483646 h 102"/>
              <a:gd name="T76" fmla="*/ 2147483646 w 360"/>
              <a:gd name="T77" fmla="*/ 2147483646 h 102"/>
              <a:gd name="T78" fmla="*/ 2147483646 w 360"/>
              <a:gd name="T79" fmla="*/ 2147483646 h 102"/>
              <a:gd name="T80" fmla="*/ 2147483646 w 360"/>
              <a:gd name="T81" fmla="*/ 2147483646 h 102"/>
              <a:gd name="T82" fmla="*/ 2147483646 w 360"/>
              <a:gd name="T83" fmla="*/ 2147483646 h 102"/>
              <a:gd name="T84" fmla="*/ 2147483646 w 360"/>
              <a:gd name="T85" fmla="*/ 2147483646 h 102"/>
              <a:gd name="T86" fmla="*/ 2147483646 w 360"/>
              <a:gd name="T87" fmla="*/ 2147483646 h 102"/>
              <a:gd name="T88" fmla="*/ 2147483646 w 360"/>
              <a:gd name="T89" fmla="*/ 2147483646 h 102"/>
              <a:gd name="T90" fmla="*/ 2147483646 w 360"/>
              <a:gd name="T91" fmla="*/ 2147483646 h 102"/>
              <a:gd name="T92" fmla="*/ 2147483646 w 360"/>
              <a:gd name="T93" fmla="*/ 2147483646 h 102"/>
              <a:gd name="T94" fmla="*/ 2147483646 w 360"/>
              <a:gd name="T95" fmla="*/ 2147483646 h 102"/>
              <a:gd name="T96" fmla="*/ 2147483646 w 360"/>
              <a:gd name="T97" fmla="*/ 2147483646 h 102"/>
              <a:gd name="T98" fmla="*/ 2147483646 w 360"/>
              <a:gd name="T99" fmla="*/ 2147483646 h 102"/>
              <a:gd name="T100" fmla="*/ 2147483646 w 360"/>
              <a:gd name="T101" fmla="*/ 0 h 10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102">
                <a:moveTo>
                  <a:pt x="0" y="102"/>
                </a:moveTo>
                <a:lnTo>
                  <a:pt x="0" y="102"/>
                </a:lnTo>
                <a:lnTo>
                  <a:pt x="6" y="102"/>
                </a:lnTo>
                <a:lnTo>
                  <a:pt x="12" y="102"/>
                </a:lnTo>
                <a:lnTo>
                  <a:pt x="18" y="102"/>
                </a:lnTo>
                <a:lnTo>
                  <a:pt x="24" y="102"/>
                </a:lnTo>
                <a:lnTo>
                  <a:pt x="30" y="102"/>
                </a:lnTo>
                <a:lnTo>
                  <a:pt x="36" y="102"/>
                </a:lnTo>
                <a:lnTo>
                  <a:pt x="42" y="102"/>
                </a:lnTo>
                <a:lnTo>
                  <a:pt x="48" y="102"/>
                </a:lnTo>
                <a:lnTo>
                  <a:pt x="48" y="96"/>
                </a:lnTo>
                <a:lnTo>
                  <a:pt x="54" y="96"/>
                </a:lnTo>
                <a:lnTo>
                  <a:pt x="60" y="96"/>
                </a:lnTo>
                <a:lnTo>
                  <a:pt x="66" y="96"/>
                </a:lnTo>
                <a:lnTo>
                  <a:pt x="72" y="96"/>
                </a:lnTo>
                <a:lnTo>
                  <a:pt x="78" y="96"/>
                </a:lnTo>
                <a:lnTo>
                  <a:pt x="84" y="96"/>
                </a:lnTo>
                <a:lnTo>
                  <a:pt x="90" y="96"/>
                </a:lnTo>
                <a:lnTo>
                  <a:pt x="96" y="90"/>
                </a:lnTo>
                <a:lnTo>
                  <a:pt x="102" y="90"/>
                </a:lnTo>
                <a:lnTo>
                  <a:pt x="108" y="90"/>
                </a:lnTo>
                <a:lnTo>
                  <a:pt x="114" y="90"/>
                </a:lnTo>
                <a:lnTo>
                  <a:pt x="120" y="90"/>
                </a:lnTo>
                <a:lnTo>
                  <a:pt x="126" y="90"/>
                </a:lnTo>
                <a:lnTo>
                  <a:pt x="132" y="84"/>
                </a:lnTo>
                <a:lnTo>
                  <a:pt x="138" y="84"/>
                </a:lnTo>
                <a:lnTo>
                  <a:pt x="144" y="84"/>
                </a:lnTo>
                <a:lnTo>
                  <a:pt x="150" y="84"/>
                </a:lnTo>
                <a:lnTo>
                  <a:pt x="156" y="84"/>
                </a:lnTo>
                <a:lnTo>
                  <a:pt x="156" y="78"/>
                </a:lnTo>
                <a:lnTo>
                  <a:pt x="162" y="78"/>
                </a:lnTo>
                <a:lnTo>
                  <a:pt x="168" y="78"/>
                </a:lnTo>
                <a:lnTo>
                  <a:pt x="174" y="78"/>
                </a:lnTo>
                <a:lnTo>
                  <a:pt x="180" y="78"/>
                </a:lnTo>
                <a:lnTo>
                  <a:pt x="186" y="72"/>
                </a:lnTo>
                <a:lnTo>
                  <a:pt x="192" y="72"/>
                </a:lnTo>
                <a:lnTo>
                  <a:pt x="198" y="72"/>
                </a:lnTo>
                <a:lnTo>
                  <a:pt x="204" y="72"/>
                </a:lnTo>
                <a:lnTo>
                  <a:pt x="204" y="66"/>
                </a:lnTo>
                <a:lnTo>
                  <a:pt x="210" y="66"/>
                </a:lnTo>
                <a:lnTo>
                  <a:pt x="216" y="66"/>
                </a:lnTo>
                <a:lnTo>
                  <a:pt x="222" y="66"/>
                </a:lnTo>
                <a:lnTo>
                  <a:pt x="228" y="60"/>
                </a:lnTo>
                <a:lnTo>
                  <a:pt x="234" y="60"/>
                </a:lnTo>
                <a:lnTo>
                  <a:pt x="240" y="60"/>
                </a:lnTo>
                <a:lnTo>
                  <a:pt x="246" y="54"/>
                </a:lnTo>
                <a:lnTo>
                  <a:pt x="252" y="54"/>
                </a:lnTo>
                <a:lnTo>
                  <a:pt x="258" y="54"/>
                </a:lnTo>
                <a:lnTo>
                  <a:pt x="258" y="48"/>
                </a:lnTo>
                <a:lnTo>
                  <a:pt x="264" y="48"/>
                </a:lnTo>
                <a:lnTo>
                  <a:pt x="270" y="48"/>
                </a:lnTo>
                <a:lnTo>
                  <a:pt x="276" y="42"/>
                </a:lnTo>
                <a:lnTo>
                  <a:pt x="282" y="42"/>
                </a:lnTo>
                <a:lnTo>
                  <a:pt x="288" y="42"/>
                </a:lnTo>
                <a:lnTo>
                  <a:pt x="288" y="36"/>
                </a:lnTo>
                <a:lnTo>
                  <a:pt x="294" y="36"/>
                </a:lnTo>
                <a:lnTo>
                  <a:pt x="300" y="36"/>
                </a:lnTo>
                <a:lnTo>
                  <a:pt x="300" y="30"/>
                </a:lnTo>
                <a:lnTo>
                  <a:pt x="306" y="30"/>
                </a:lnTo>
                <a:lnTo>
                  <a:pt x="312" y="30"/>
                </a:lnTo>
                <a:lnTo>
                  <a:pt x="312" y="24"/>
                </a:lnTo>
                <a:lnTo>
                  <a:pt x="318" y="24"/>
                </a:lnTo>
                <a:lnTo>
                  <a:pt x="324" y="24"/>
                </a:lnTo>
                <a:lnTo>
                  <a:pt x="324" y="18"/>
                </a:lnTo>
                <a:lnTo>
                  <a:pt x="330" y="18"/>
                </a:lnTo>
                <a:lnTo>
                  <a:pt x="336" y="12"/>
                </a:lnTo>
                <a:lnTo>
                  <a:pt x="342" y="12"/>
                </a:lnTo>
                <a:lnTo>
                  <a:pt x="342" y="6"/>
                </a:lnTo>
                <a:lnTo>
                  <a:pt x="348" y="6"/>
                </a:lnTo>
                <a:lnTo>
                  <a:pt x="354" y="0"/>
                </a:lnTo>
                <a:lnTo>
                  <a:pt x="360" y="0"/>
                </a:lnTo>
              </a:path>
            </a:pathLst>
          </a:custGeom>
          <a:noFill/>
          <a:ln w="9525">
            <a:solidFill>
              <a:srgbClr val="00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Freeform 15">
            <a:extLst>
              <a:ext uri="{FF2B5EF4-FFF2-40B4-BE49-F238E27FC236}">
                <a16:creationId xmlns:a16="http://schemas.microsoft.com/office/drawing/2014/main" id="{357610C6-B7B8-A21F-CE41-223CE3959648}"/>
              </a:ext>
            </a:extLst>
          </p:cNvPr>
          <p:cNvSpPr>
            <a:spLocks/>
          </p:cNvSpPr>
          <p:nvPr/>
        </p:nvSpPr>
        <p:spPr bwMode="auto">
          <a:xfrm>
            <a:off x="7002463" y="523875"/>
            <a:ext cx="458787" cy="1044575"/>
          </a:xfrm>
          <a:custGeom>
            <a:avLst/>
            <a:gdLst>
              <a:gd name="T0" fmla="*/ 2147483646 w 360"/>
              <a:gd name="T1" fmla="*/ 2147483646 h 822"/>
              <a:gd name="T2" fmla="*/ 2147483646 w 360"/>
              <a:gd name="T3" fmla="*/ 2147483646 h 822"/>
              <a:gd name="T4" fmla="*/ 2147483646 w 360"/>
              <a:gd name="T5" fmla="*/ 2147483646 h 822"/>
              <a:gd name="T6" fmla="*/ 2147483646 w 360"/>
              <a:gd name="T7" fmla="*/ 2147483646 h 822"/>
              <a:gd name="T8" fmla="*/ 2147483646 w 360"/>
              <a:gd name="T9" fmla="*/ 2147483646 h 822"/>
              <a:gd name="T10" fmla="*/ 2147483646 w 360"/>
              <a:gd name="T11" fmla="*/ 2147483646 h 822"/>
              <a:gd name="T12" fmla="*/ 2147483646 w 360"/>
              <a:gd name="T13" fmla="*/ 2147483646 h 822"/>
              <a:gd name="T14" fmla="*/ 2147483646 w 360"/>
              <a:gd name="T15" fmla="*/ 2147483646 h 822"/>
              <a:gd name="T16" fmla="*/ 2147483646 w 360"/>
              <a:gd name="T17" fmla="*/ 2147483646 h 822"/>
              <a:gd name="T18" fmla="*/ 2147483646 w 360"/>
              <a:gd name="T19" fmla="*/ 2147483646 h 822"/>
              <a:gd name="T20" fmla="*/ 2147483646 w 360"/>
              <a:gd name="T21" fmla="*/ 2147483646 h 822"/>
              <a:gd name="T22" fmla="*/ 2147483646 w 360"/>
              <a:gd name="T23" fmla="*/ 2147483646 h 822"/>
              <a:gd name="T24" fmla="*/ 2147483646 w 360"/>
              <a:gd name="T25" fmla="*/ 2147483646 h 822"/>
              <a:gd name="T26" fmla="*/ 2147483646 w 360"/>
              <a:gd name="T27" fmla="*/ 2147483646 h 822"/>
              <a:gd name="T28" fmla="*/ 2147483646 w 360"/>
              <a:gd name="T29" fmla="*/ 2147483646 h 822"/>
              <a:gd name="T30" fmla="*/ 2147483646 w 360"/>
              <a:gd name="T31" fmla="*/ 2147483646 h 822"/>
              <a:gd name="T32" fmla="*/ 2147483646 w 360"/>
              <a:gd name="T33" fmla="*/ 2147483646 h 822"/>
              <a:gd name="T34" fmla="*/ 2147483646 w 360"/>
              <a:gd name="T35" fmla="*/ 2147483646 h 822"/>
              <a:gd name="T36" fmla="*/ 2147483646 w 360"/>
              <a:gd name="T37" fmla="*/ 2147483646 h 822"/>
              <a:gd name="T38" fmla="*/ 2147483646 w 360"/>
              <a:gd name="T39" fmla="*/ 2147483646 h 822"/>
              <a:gd name="T40" fmla="*/ 2147483646 w 360"/>
              <a:gd name="T41" fmla="*/ 2147483646 h 822"/>
              <a:gd name="T42" fmla="*/ 2147483646 w 360"/>
              <a:gd name="T43" fmla="*/ 2147483646 h 822"/>
              <a:gd name="T44" fmla="*/ 2147483646 w 360"/>
              <a:gd name="T45" fmla="*/ 2147483646 h 822"/>
              <a:gd name="T46" fmla="*/ 2147483646 w 360"/>
              <a:gd name="T47" fmla="*/ 2147483646 h 822"/>
              <a:gd name="T48" fmla="*/ 2147483646 w 360"/>
              <a:gd name="T49" fmla="*/ 2147483646 h 822"/>
              <a:gd name="T50" fmla="*/ 2147483646 w 360"/>
              <a:gd name="T51" fmla="*/ 2147483646 h 822"/>
              <a:gd name="T52" fmla="*/ 2147483646 w 360"/>
              <a:gd name="T53" fmla="*/ 2147483646 h 822"/>
              <a:gd name="T54" fmla="*/ 2147483646 w 360"/>
              <a:gd name="T55" fmla="*/ 2147483646 h 822"/>
              <a:gd name="T56" fmla="*/ 2147483646 w 360"/>
              <a:gd name="T57" fmla="*/ 2147483646 h 822"/>
              <a:gd name="T58" fmla="*/ 2147483646 w 360"/>
              <a:gd name="T59" fmla="*/ 2147483646 h 822"/>
              <a:gd name="T60" fmla="*/ 2147483646 w 360"/>
              <a:gd name="T61" fmla="*/ 2147483646 h 822"/>
              <a:gd name="T62" fmla="*/ 2147483646 w 360"/>
              <a:gd name="T63" fmla="*/ 2147483646 h 822"/>
              <a:gd name="T64" fmla="*/ 2147483646 w 360"/>
              <a:gd name="T65" fmla="*/ 2147483646 h 822"/>
              <a:gd name="T66" fmla="*/ 2147483646 w 360"/>
              <a:gd name="T67" fmla="*/ 2147483646 h 822"/>
              <a:gd name="T68" fmla="*/ 2147483646 w 360"/>
              <a:gd name="T69" fmla="*/ 2147483646 h 822"/>
              <a:gd name="T70" fmla="*/ 2147483646 w 360"/>
              <a:gd name="T71" fmla="*/ 2147483646 h 822"/>
              <a:gd name="T72" fmla="*/ 2147483646 w 360"/>
              <a:gd name="T73" fmla="*/ 2147483646 h 822"/>
              <a:gd name="T74" fmla="*/ 2147483646 w 360"/>
              <a:gd name="T75" fmla="*/ 2147483646 h 822"/>
              <a:gd name="T76" fmla="*/ 2147483646 w 360"/>
              <a:gd name="T77" fmla="*/ 2147483646 h 822"/>
              <a:gd name="T78" fmla="*/ 2147483646 w 360"/>
              <a:gd name="T79" fmla="*/ 2147483646 h 822"/>
              <a:gd name="T80" fmla="*/ 2147483646 w 360"/>
              <a:gd name="T81" fmla="*/ 2147483646 h 822"/>
              <a:gd name="T82" fmla="*/ 2147483646 w 360"/>
              <a:gd name="T83" fmla="*/ 2147483646 h 822"/>
              <a:gd name="T84" fmla="*/ 2147483646 w 360"/>
              <a:gd name="T85" fmla="*/ 2147483646 h 822"/>
              <a:gd name="T86" fmla="*/ 2147483646 w 360"/>
              <a:gd name="T87" fmla="*/ 2147483646 h 822"/>
              <a:gd name="T88" fmla="*/ 2147483646 w 360"/>
              <a:gd name="T89" fmla="*/ 2147483646 h 822"/>
              <a:gd name="T90" fmla="*/ 2147483646 w 360"/>
              <a:gd name="T91" fmla="*/ 2147483646 h 822"/>
              <a:gd name="T92" fmla="*/ 2147483646 w 360"/>
              <a:gd name="T93" fmla="*/ 2147483646 h 822"/>
              <a:gd name="T94" fmla="*/ 2147483646 w 360"/>
              <a:gd name="T95" fmla="*/ 2147483646 h 822"/>
              <a:gd name="T96" fmla="*/ 2147483646 w 360"/>
              <a:gd name="T97" fmla="*/ 2147483646 h 822"/>
              <a:gd name="T98" fmla="*/ 2147483646 w 360"/>
              <a:gd name="T99" fmla="*/ 2147483646 h 822"/>
              <a:gd name="T100" fmla="*/ 2147483646 w 360"/>
              <a:gd name="T101" fmla="*/ 2147483646 h 82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822">
                <a:moveTo>
                  <a:pt x="0" y="822"/>
                </a:moveTo>
                <a:lnTo>
                  <a:pt x="0" y="816"/>
                </a:lnTo>
                <a:lnTo>
                  <a:pt x="6" y="816"/>
                </a:lnTo>
                <a:lnTo>
                  <a:pt x="6" y="810"/>
                </a:lnTo>
                <a:lnTo>
                  <a:pt x="12" y="810"/>
                </a:lnTo>
                <a:lnTo>
                  <a:pt x="18" y="810"/>
                </a:lnTo>
                <a:lnTo>
                  <a:pt x="18" y="804"/>
                </a:lnTo>
                <a:lnTo>
                  <a:pt x="24" y="804"/>
                </a:lnTo>
                <a:lnTo>
                  <a:pt x="24" y="798"/>
                </a:lnTo>
                <a:lnTo>
                  <a:pt x="30" y="798"/>
                </a:lnTo>
                <a:lnTo>
                  <a:pt x="30" y="792"/>
                </a:lnTo>
                <a:lnTo>
                  <a:pt x="36" y="792"/>
                </a:lnTo>
                <a:lnTo>
                  <a:pt x="42" y="786"/>
                </a:lnTo>
                <a:lnTo>
                  <a:pt x="48" y="780"/>
                </a:lnTo>
                <a:lnTo>
                  <a:pt x="54" y="780"/>
                </a:lnTo>
                <a:lnTo>
                  <a:pt x="54" y="774"/>
                </a:lnTo>
                <a:lnTo>
                  <a:pt x="60" y="774"/>
                </a:lnTo>
                <a:lnTo>
                  <a:pt x="60" y="768"/>
                </a:lnTo>
                <a:lnTo>
                  <a:pt x="66" y="768"/>
                </a:lnTo>
                <a:lnTo>
                  <a:pt x="66" y="762"/>
                </a:lnTo>
                <a:lnTo>
                  <a:pt x="72" y="762"/>
                </a:lnTo>
                <a:lnTo>
                  <a:pt x="72" y="756"/>
                </a:lnTo>
                <a:lnTo>
                  <a:pt x="78" y="756"/>
                </a:lnTo>
                <a:lnTo>
                  <a:pt x="78" y="750"/>
                </a:lnTo>
                <a:lnTo>
                  <a:pt x="84" y="744"/>
                </a:lnTo>
                <a:lnTo>
                  <a:pt x="90" y="738"/>
                </a:lnTo>
                <a:lnTo>
                  <a:pt x="90" y="732"/>
                </a:lnTo>
                <a:lnTo>
                  <a:pt x="96" y="732"/>
                </a:lnTo>
                <a:lnTo>
                  <a:pt x="96" y="726"/>
                </a:lnTo>
                <a:lnTo>
                  <a:pt x="102" y="726"/>
                </a:lnTo>
                <a:lnTo>
                  <a:pt x="102" y="720"/>
                </a:lnTo>
                <a:lnTo>
                  <a:pt x="108" y="720"/>
                </a:lnTo>
                <a:lnTo>
                  <a:pt x="108" y="714"/>
                </a:lnTo>
                <a:lnTo>
                  <a:pt x="114" y="708"/>
                </a:lnTo>
                <a:lnTo>
                  <a:pt x="114" y="702"/>
                </a:lnTo>
                <a:lnTo>
                  <a:pt x="120" y="702"/>
                </a:lnTo>
                <a:lnTo>
                  <a:pt x="120" y="696"/>
                </a:lnTo>
                <a:lnTo>
                  <a:pt x="126" y="696"/>
                </a:lnTo>
                <a:lnTo>
                  <a:pt x="126" y="690"/>
                </a:lnTo>
                <a:lnTo>
                  <a:pt x="126" y="684"/>
                </a:lnTo>
                <a:lnTo>
                  <a:pt x="132" y="684"/>
                </a:lnTo>
                <a:lnTo>
                  <a:pt x="132" y="678"/>
                </a:lnTo>
                <a:lnTo>
                  <a:pt x="138" y="678"/>
                </a:lnTo>
                <a:lnTo>
                  <a:pt x="138" y="672"/>
                </a:lnTo>
                <a:lnTo>
                  <a:pt x="144" y="666"/>
                </a:lnTo>
                <a:lnTo>
                  <a:pt x="144" y="660"/>
                </a:lnTo>
                <a:lnTo>
                  <a:pt x="150" y="660"/>
                </a:lnTo>
                <a:lnTo>
                  <a:pt x="150" y="654"/>
                </a:lnTo>
                <a:lnTo>
                  <a:pt x="150" y="648"/>
                </a:lnTo>
                <a:lnTo>
                  <a:pt x="156" y="648"/>
                </a:lnTo>
                <a:lnTo>
                  <a:pt x="156" y="642"/>
                </a:lnTo>
                <a:lnTo>
                  <a:pt x="162" y="636"/>
                </a:lnTo>
                <a:lnTo>
                  <a:pt x="162" y="630"/>
                </a:lnTo>
                <a:lnTo>
                  <a:pt x="168" y="630"/>
                </a:lnTo>
                <a:lnTo>
                  <a:pt x="168" y="624"/>
                </a:lnTo>
                <a:lnTo>
                  <a:pt x="168" y="618"/>
                </a:lnTo>
                <a:lnTo>
                  <a:pt x="174" y="618"/>
                </a:lnTo>
                <a:lnTo>
                  <a:pt x="174" y="612"/>
                </a:lnTo>
                <a:lnTo>
                  <a:pt x="174" y="606"/>
                </a:lnTo>
                <a:lnTo>
                  <a:pt x="180" y="606"/>
                </a:lnTo>
                <a:lnTo>
                  <a:pt x="180" y="600"/>
                </a:lnTo>
                <a:lnTo>
                  <a:pt x="180" y="594"/>
                </a:lnTo>
                <a:lnTo>
                  <a:pt x="186" y="594"/>
                </a:lnTo>
                <a:lnTo>
                  <a:pt x="186" y="588"/>
                </a:lnTo>
                <a:lnTo>
                  <a:pt x="192" y="582"/>
                </a:lnTo>
                <a:lnTo>
                  <a:pt x="192" y="576"/>
                </a:lnTo>
                <a:lnTo>
                  <a:pt x="198" y="570"/>
                </a:lnTo>
                <a:lnTo>
                  <a:pt x="198" y="564"/>
                </a:lnTo>
                <a:lnTo>
                  <a:pt x="198" y="558"/>
                </a:lnTo>
                <a:lnTo>
                  <a:pt x="204" y="558"/>
                </a:lnTo>
                <a:lnTo>
                  <a:pt x="204" y="552"/>
                </a:lnTo>
                <a:lnTo>
                  <a:pt x="204" y="546"/>
                </a:lnTo>
                <a:lnTo>
                  <a:pt x="210" y="540"/>
                </a:lnTo>
                <a:lnTo>
                  <a:pt x="210" y="534"/>
                </a:lnTo>
                <a:lnTo>
                  <a:pt x="216" y="528"/>
                </a:lnTo>
                <a:lnTo>
                  <a:pt x="216" y="522"/>
                </a:lnTo>
                <a:lnTo>
                  <a:pt x="222" y="516"/>
                </a:lnTo>
                <a:lnTo>
                  <a:pt x="222" y="510"/>
                </a:lnTo>
                <a:lnTo>
                  <a:pt x="222" y="504"/>
                </a:lnTo>
                <a:lnTo>
                  <a:pt x="228" y="498"/>
                </a:lnTo>
                <a:lnTo>
                  <a:pt x="228" y="492"/>
                </a:lnTo>
                <a:lnTo>
                  <a:pt x="228" y="486"/>
                </a:lnTo>
                <a:lnTo>
                  <a:pt x="234" y="486"/>
                </a:lnTo>
                <a:lnTo>
                  <a:pt x="234" y="480"/>
                </a:lnTo>
                <a:lnTo>
                  <a:pt x="234" y="474"/>
                </a:lnTo>
                <a:lnTo>
                  <a:pt x="240" y="468"/>
                </a:lnTo>
                <a:lnTo>
                  <a:pt x="240" y="462"/>
                </a:lnTo>
                <a:lnTo>
                  <a:pt x="240" y="456"/>
                </a:lnTo>
                <a:lnTo>
                  <a:pt x="246" y="456"/>
                </a:lnTo>
                <a:lnTo>
                  <a:pt x="246" y="450"/>
                </a:lnTo>
                <a:lnTo>
                  <a:pt x="246" y="444"/>
                </a:lnTo>
                <a:lnTo>
                  <a:pt x="246" y="438"/>
                </a:lnTo>
                <a:lnTo>
                  <a:pt x="252" y="432"/>
                </a:lnTo>
                <a:lnTo>
                  <a:pt x="252" y="426"/>
                </a:lnTo>
                <a:lnTo>
                  <a:pt x="252" y="420"/>
                </a:lnTo>
                <a:lnTo>
                  <a:pt x="258" y="420"/>
                </a:lnTo>
                <a:lnTo>
                  <a:pt x="258" y="414"/>
                </a:lnTo>
                <a:lnTo>
                  <a:pt x="258" y="408"/>
                </a:lnTo>
                <a:lnTo>
                  <a:pt x="264" y="402"/>
                </a:lnTo>
                <a:lnTo>
                  <a:pt x="264" y="396"/>
                </a:lnTo>
                <a:lnTo>
                  <a:pt x="264" y="390"/>
                </a:lnTo>
                <a:lnTo>
                  <a:pt x="270" y="384"/>
                </a:lnTo>
                <a:lnTo>
                  <a:pt x="270" y="378"/>
                </a:lnTo>
                <a:lnTo>
                  <a:pt x="270" y="372"/>
                </a:lnTo>
                <a:lnTo>
                  <a:pt x="270" y="366"/>
                </a:lnTo>
                <a:lnTo>
                  <a:pt x="276" y="360"/>
                </a:lnTo>
                <a:lnTo>
                  <a:pt x="276" y="354"/>
                </a:lnTo>
                <a:lnTo>
                  <a:pt x="276" y="348"/>
                </a:lnTo>
                <a:lnTo>
                  <a:pt x="282" y="342"/>
                </a:lnTo>
                <a:lnTo>
                  <a:pt x="282" y="336"/>
                </a:lnTo>
                <a:lnTo>
                  <a:pt x="282" y="330"/>
                </a:lnTo>
                <a:lnTo>
                  <a:pt x="288" y="324"/>
                </a:lnTo>
                <a:lnTo>
                  <a:pt x="288" y="318"/>
                </a:lnTo>
                <a:lnTo>
                  <a:pt x="288" y="312"/>
                </a:lnTo>
                <a:lnTo>
                  <a:pt x="288" y="306"/>
                </a:lnTo>
                <a:lnTo>
                  <a:pt x="288" y="300"/>
                </a:lnTo>
                <a:lnTo>
                  <a:pt x="294" y="294"/>
                </a:lnTo>
                <a:lnTo>
                  <a:pt x="294" y="288"/>
                </a:lnTo>
                <a:lnTo>
                  <a:pt x="294" y="282"/>
                </a:lnTo>
                <a:lnTo>
                  <a:pt x="300" y="276"/>
                </a:lnTo>
                <a:lnTo>
                  <a:pt x="300" y="270"/>
                </a:lnTo>
                <a:lnTo>
                  <a:pt x="300" y="264"/>
                </a:lnTo>
                <a:lnTo>
                  <a:pt x="300" y="258"/>
                </a:lnTo>
                <a:lnTo>
                  <a:pt x="306" y="252"/>
                </a:lnTo>
                <a:lnTo>
                  <a:pt x="306" y="246"/>
                </a:lnTo>
                <a:lnTo>
                  <a:pt x="306" y="240"/>
                </a:lnTo>
                <a:lnTo>
                  <a:pt x="312" y="234"/>
                </a:lnTo>
                <a:lnTo>
                  <a:pt x="312" y="228"/>
                </a:lnTo>
                <a:lnTo>
                  <a:pt x="312" y="222"/>
                </a:lnTo>
                <a:lnTo>
                  <a:pt x="312" y="216"/>
                </a:lnTo>
                <a:lnTo>
                  <a:pt x="312" y="210"/>
                </a:lnTo>
                <a:lnTo>
                  <a:pt x="318" y="204"/>
                </a:lnTo>
                <a:lnTo>
                  <a:pt x="318" y="198"/>
                </a:lnTo>
                <a:lnTo>
                  <a:pt x="318" y="192"/>
                </a:lnTo>
                <a:lnTo>
                  <a:pt x="318" y="186"/>
                </a:lnTo>
                <a:lnTo>
                  <a:pt x="324" y="180"/>
                </a:lnTo>
                <a:lnTo>
                  <a:pt x="324" y="174"/>
                </a:lnTo>
                <a:lnTo>
                  <a:pt x="324" y="168"/>
                </a:lnTo>
                <a:lnTo>
                  <a:pt x="324" y="162"/>
                </a:lnTo>
                <a:lnTo>
                  <a:pt x="330" y="156"/>
                </a:lnTo>
                <a:lnTo>
                  <a:pt x="330" y="150"/>
                </a:lnTo>
                <a:lnTo>
                  <a:pt x="330" y="144"/>
                </a:lnTo>
                <a:lnTo>
                  <a:pt x="330" y="132"/>
                </a:lnTo>
                <a:lnTo>
                  <a:pt x="336" y="126"/>
                </a:lnTo>
                <a:lnTo>
                  <a:pt x="336" y="120"/>
                </a:lnTo>
                <a:lnTo>
                  <a:pt x="336" y="114"/>
                </a:lnTo>
                <a:lnTo>
                  <a:pt x="336" y="108"/>
                </a:lnTo>
                <a:lnTo>
                  <a:pt x="336" y="102"/>
                </a:lnTo>
                <a:lnTo>
                  <a:pt x="342" y="96"/>
                </a:lnTo>
                <a:lnTo>
                  <a:pt x="342" y="90"/>
                </a:lnTo>
                <a:lnTo>
                  <a:pt x="342" y="84"/>
                </a:lnTo>
                <a:lnTo>
                  <a:pt x="342" y="72"/>
                </a:lnTo>
                <a:lnTo>
                  <a:pt x="348" y="66"/>
                </a:lnTo>
                <a:lnTo>
                  <a:pt x="348" y="60"/>
                </a:lnTo>
                <a:lnTo>
                  <a:pt x="348" y="54"/>
                </a:lnTo>
                <a:lnTo>
                  <a:pt x="348" y="48"/>
                </a:lnTo>
                <a:lnTo>
                  <a:pt x="354" y="42"/>
                </a:lnTo>
                <a:lnTo>
                  <a:pt x="354" y="30"/>
                </a:lnTo>
                <a:lnTo>
                  <a:pt x="354" y="24"/>
                </a:lnTo>
                <a:lnTo>
                  <a:pt x="354" y="18"/>
                </a:lnTo>
                <a:lnTo>
                  <a:pt x="360" y="12"/>
                </a:lnTo>
                <a:lnTo>
                  <a:pt x="360" y="0"/>
                </a:lnTo>
              </a:path>
            </a:pathLst>
          </a:custGeom>
          <a:noFill/>
          <a:ln w="9525" cap="flat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Freeform 16">
            <a:extLst>
              <a:ext uri="{FF2B5EF4-FFF2-40B4-BE49-F238E27FC236}">
                <a16:creationId xmlns:a16="http://schemas.microsoft.com/office/drawing/2014/main" id="{60920493-596A-D3F2-FB15-BA556DFB75DC}"/>
              </a:ext>
            </a:extLst>
          </p:cNvPr>
          <p:cNvSpPr>
            <a:spLocks/>
          </p:cNvSpPr>
          <p:nvPr/>
        </p:nvSpPr>
        <p:spPr bwMode="auto">
          <a:xfrm>
            <a:off x="7461250" y="271463"/>
            <a:ext cx="38100" cy="252412"/>
          </a:xfrm>
          <a:custGeom>
            <a:avLst/>
            <a:gdLst>
              <a:gd name="T0" fmla="*/ 0 w 30"/>
              <a:gd name="T1" fmla="*/ 2147483646 h 198"/>
              <a:gd name="T2" fmla="*/ 0 w 30"/>
              <a:gd name="T3" fmla="*/ 2147483646 h 198"/>
              <a:gd name="T4" fmla="*/ 0 w 30"/>
              <a:gd name="T5" fmla="*/ 2147483646 h 198"/>
              <a:gd name="T6" fmla="*/ 0 w 30"/>
              <a:gd name="T7" fmla="*/ 2147483646 h 198"/>
              <a:gd name="T8" fmla="*/ 2147483646 w 30"/>
              <a:gd name="T9" fmla="*/ 2147483646 h 198"/>
              <a:gd name="T10" fmla="*/ 2147483646 w 30"/>
              <a:gd name="T11" fmla="*/ 2147483646 h 198"/>
              <a:gd name="T12" fmla="*/ 2147483646 w 30"/>
              <a:gd name="T13" fmla="*/ 2147483646 h 198"/>
              <a:gd name="T14" fmla="*/ 2147483646 w 30"/>
              <a:gd name="T15" fmla="*/ 2147483646 h 198"/>
              <a:gd name="T16" fmla="*/ 2147483646 w 30"/>
              <a:gd name="T17" fmla="*/ 2147483646 h 198"/>
              <a:gd name="T18" fmla="*/ 2147483646 w 30"/>
              <a:gd name="T19" fmla="*/ 2147483646 h 198"/>
              <a:gd name="T20" fmla="*/ 2147483646 w 30"/>
              <a:gd name="T21" fmla="*/ 2147483646 h 198"/>
              <a:gd name="T22" fmla="*/ 2147483646 w 30"/>
              <a:gd name="T23" fmla="*/ 2147483646 h 198"/>
              <a:gd name="T24" fmla="*/ 2147483646 w 30"/>
              <a:gd name="T25" fmla="*/ 2147483646 h 198"/>
              <a:gd name="T26" fmla="*/ 2147483646 w 30"/>
              <a:gd name="T27" fmla="*/ 2147483646 h 198"/>
              <a:gd name="T28" fmla="*/ 2147483646 w 30"/>
              <a:gd name="T29" fmla="*/ 2147483646 h 198"/>
              <a:gd name="T30" fmla="*/ 2147483646 w 30"/>
              <a:gd name="T31" fmla="*/ 2147483646 h 198"/>
              <a:gd name="T32" fmla="*/ 2147483646 w 30"/>
              <a:gd name="T33" fmla="*/ 2147483646 h 198"/>
              <a:gd name="T34" fmla="*/ 2147483646 w 30"/>
              <a:gd name="T35" fmla="*/ 2147483646 h 198"/>
              <a:gd name="T36" fmla="*/ 2147483646 w 30"/>
              <a:gd name="T37" fmla="*/ 2147483646 h 198"/>
              <a:gd name="T38" fmla="*/ 2147483646 w 30"/>
              <a:gd name="T39" fmla="*/ 2147483646 h 198"/>
              <a:gd name="T40" fmla="*/ 2147483646 w 30"/>
              <a:gd name="T41" fmla="*/ 2147483646 h 198"/>
              <a:gd name="T42" fmla="*/ 2147483646 w 30"/>
              <a:gd name="T43" fmla="*/ 2147483646 h 198"/>
              <a:gd name="T44" fmla="*/ 2147483646 w 30"/>
              <a:gd name="T45" fmla="*/ 2147483646 h 198"/>
              <a:gd name="T46" fmla="*/ 2147483646 w 30"/>
              <a:gd name="T47" fmla="*/ 2147483646 h 198"/>
              <a:gd name="T48" fmla="*/ 2147483646 w 30"/>
              <a:gd name="T49" fmla="*/ 0 h 19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0" h="198">
                <a:moveTo>
                  <a:pt x="0" y="198"/>
                </a:moveTo>
                <a:lnTo>
                  <a:pt x="0" y="192"/>
                </a:lnTo>
                <a:lnTo>
                  <a:pt x="0" y="186"/>
                </a:lnTo>
                <a:lnTo>
                  <a:pt x="0" y="180"/>
                </a:lnTo>
                <a:lnTo>
                  <a:pt x="6" y="168"/>
                </a:lnTo>
                <a:lnTo>
                  <a:pt x="6" y="162"/>
                </a:lnTo>
                <a:lnTo>
                  <a:pt x="6" y="156"/>
                </a:lnTo>
                <a:lnTo>
                  <a:pt x="6" y="144"/>
                </a:lnTo>
                <a:lnTo>
                  <a:pt x="12" y="138"/>
                </a:lnTo>
                <a:lnTo>
                  <a:pt x="12" y="132"/>
                </a:lnTo>
                <a:lnTo>
                  <a:pt x="12" y="120"/>
                </a:lnTo>
                <a:lnTo>
                  <a:pt x="12" y="114"/>
                </a:lnTo>
                <a:lnTo>
                  <a:pt x="18" y="108"/>
                </a:lnTo>
                <a:lnTo>
                  <a:pt x="18" y="96"/>
                </a:lnTo>
                <a:lnTo>
                  <a:pt x="18" y="90"/>
                </a:lnTo>
                <a:lnTo>
                  <a:pt x="18" y="78"/>
                </a:lnTo>
                <a:lnTo>
                  <a:pt x="24" y="72"/>
                </a:lnTo>
                <a:lnTo>
                  <a:pt x="24" y="66"/>
                </a:lnTo>
                <a:lnTo>
                  <a:pt x="24" y="54"/>
                </a:lnTo>
                <a:lnTo>
                  <a:pt x="24" y="48"/>
                </a:lnTo>
                <a:lnTo>
                  <a:pt x="24" y="36"/>
                </a:lnTo>
                <a:lnTo>
                  <a:pt x="30" y="30"/>
                </a:lnTo>
                <a:lnTo>
                  <a:pt x="30" y="18"/>
                </a:lnTo>
                <a:lnTo>
                  <a:pt x="30" y="12"/>
                </a:lnTo>
                <a:lnTo>
                  <a:pt x="30" y="0"/>
                </a:lnTo>
              </a:path>
            </a:pathLst>
          </a:custGeom>
          <a:noFill/>
          <a:ln w="9525" cap="flat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Freeform 17">
            <a:extLst>
              <a:ext uri="{FF2B5EF4-FFF2-40B4-BE49-F238E27FC236}">
                <a16:creationId xmlns:a16="http://schemas.microsoft.com/office/drawing/2014/main" id="{0F4B9EC6-78F8-41B1-293A-B7E14EE56EF0}"/>
              </a:ext>
            </a:extLst>
          </p:cNvPr>
          <p:cNvSpPr>
            <a:spLocks/>
          </p:cNvSpPr>
          <p:nvPr/>
        </p:nvSpPr>
        <p:spPr bwMode="auto">
          <a:xfrm>
            <a:off x="6469063" y="271463"/>
            <a:ext cx="457200" cy="1258887"/>
          </a:xfrm>
          <a:custGeom>
            <a:avLst/>
            <a:gdLst>
              <a:gd name="T0" fmla="*/ 2147483646 w 360"/>
              <a:gd name="T1" fmla="*/ 2147483646 h 990"/>
              <a:gd name="T2" fmla="*/ 2147483646 w 360"/>
              <a:gd name="T3" fmla="*/ 2147483646 h 990"/>
              <a:gd name="T4" fmla="*/ 2147483646 w 360"/>
              <a:gd name="T5" fmla="*/ 2147483646 h 990"/>
              <a:gd name="T6" fmla="*/ 2147483646 w 360"/>
              <a:gd name="T7" fmla="*/ 2147483646 h 990"/>
              <a:gd name="T8" fmla="*/ 2147483646 w 360"/>
              <a:gd name="T9" fmla="*/ 2147483646 h 990"/>
              <a:gd name="T10" fmla="*/ 2147483646 w 360"/>
              <a:gd name="T11" fmla="*/ 2147483646 h 990"/>
              <a:gd name="T12" fmla="*/ 2147483646 w 360"/>
              <a:gd name="T13" fmla="*/ 2147483646 h 990"/>
              <a:gd name="T14" fmla="*/ 2147483646 w 360"/>
              <a:gd name="T15" fmla="*/ 2147483646 h 990"/>
              <a:gd name="T16" fmla="*/ 2147483646 w 360"/>
              <a:gd name="T17" fmla="*/ 2147483646 h 990"/>
              <a:gd name="T18" fmla="*/ 2147483646 w 360"/>
              <a:gd name="T19" fmla="*/ 2147483646 h 990"/>
              <a:gd name="T20" fmla="*/ 2147483646 w 360"/>
              <a:gd name="T21" fmla="*/ 2147483646 h 990"/>
              <a:gd name="T22" fmla="*/ 2147483646 w 360"/>
              <a:gd name="T23" fmla="*/ 2147483646 h 990"/>
              <a:gd name="T24" fmla="*/ 2147483646 w 360"/>
              <a:gd name="T25" fmla="*/ 2147483646 h 990"/>
              <a:gd name="T26" fmla="*/ 2147483646 w 360"/>
              <a:gd name="T27" fmla="*/ 2147483646 h 990"/>
              <a:gd name="T28" fmla="*/ 2147483646 w 360"/>
              <a:gd name="T29" fmla="*/ 2147483646 h 990"/>
              <a:gd name="T30" fmla="*/ 2147483646 w 360"/>
              <a:gd name="T31" fmla="*/ 2147483646 h 990"/>
              <a:gd name="T32" fmla="*/ 2147483646 w 360"/>
              <a:gd name="T33" fmla="*/ 2147483646 h 990"/>
              <a:gd name="T34" fmla="*/ 2147483646 w 360"/>
              <a:gd name="T35" fmla="*/ 2147483646 h 990"/>
              <a:gd name="T36" fmla="*/ 2147483646 w 360"/>
              <a:gd name="T37" fmla="*/ 2147483646 h 990"/>
              <a:gd name="T38" fmla="*/ 2147483646 w 360"/>
              <a:gd name="T39" fmla="*/ 2147483646 h 990"/>
              <a:gd name="T40" fmla="*/ 2147483646 w 360"/>
              <a:gd name="T41" fmla="*/ 2147483646 h 990"/>
              <a:gd name="T42" fmla="*/ 2147483646 w 360"/>
              <a:gd name="T43" fmla="*/ 2147483646 h 990"/>
              <a:gd name="T44" fmla="*/ 2147483646 w 360"/>
              <a:gd name="T45" fmla="*/ 2147483646 h 990"/>
              <a:gd name="T46" fmla="*/ 2147483646 w 360"/>
              <a:gd name="T47" fmla="*/ 2147483646 h 990"/>
              <a:gd name="T48" fmla="*/ 2147483646 w 360"/>
              <a:gd name="T49" fmla="*/ 2147483646 h 990"/>
              <a:gd name="T50" fmla="*/ 2147483646 w 360"/>
              <a:gd name="T51" fmla="*/ 2147483646 h 990"/>
              <a:gd name="T52" fmla="*/ 2147483646 w 360"/>
              <a:gd name="T53" fmla="*/ 2147483646 h 990"/>
              <a:gd name="T54" fmla="*/ 2147483646 w 360"/>
              <a:gd name="T55" fmla="*/ 2147483646 h 990"/>
              <a:gd name="T56" fmla="*/ 2147483646 w 360"/>
              <a:gd name="T57" fmla="*/ 2147483646 h 990"/>
              <a:gd name="T58" fmla="*/ 2147483646 w 360"/>
              <a:gd name="T59" fmla="*/ 2147483646 h 990"/>
              <a:gd name="T60" fmla="*/ 2147483646 w 360"/>
              <a:gd name="T61" fmla="*/ 2147483646 h 990"/>
              <a:gd name="T62" fmla="*/ 2147483646 w 360"/>
              <a:gd name="T63" fmla="*/ 2147483646 h 990"/>
              <a:gd name="T64" fmla="*/ 2147483646 w 360"/>
              <a:gd name="T65" fmla="*/ 2147483646 h 990"/>
              <a:gd name="T66" fmla="*/ 2147483646 w 360"/>
              <a:gd name="T67" fmla="*/ 2147483646 h 990"/>
              <a:gd name="T68" fmla="*/ 2147483646 w 360"/>
              <a:gd name="T69" fmla="*/ 2147483646 h 990"/>
              <a:gd name="T70" fmla="*/ 2147483646 w 360"/>
              <a:gd name="T71" fmla="*/ 2147483646 h 990"/>
              <a:gd name="T72" fmla="*/ 2147483646 w 360"/>
              <a:gd name="T73" fmla="*/ 2147483646 h 990"/>
              <a:gd name="T74" fmla="*/ 2147483646 w 360"/>
              <a:gd name="T75" fmla="*/ 2147483646 h 990"/>
              <a:gd name="T76" fmla="*/ 2147483646 w 360"/>
              <a:gd name="T77" fmla="*/ 2147483646 h 990"/>
              <a:gd name="T78" fmla="*/ 2147483646 w 360"/>
              <a:gd name="T79" fmla="*/ 2147483646 h 990"/>
              <a:gd name="T80" fmla="*/ 2147483646 w 360"/>
              <a:gd name="T81" fmla="*/ 2147483646 h 990"/>
              <a:gd name="T82" fmla="*/ 2147483646 w 360"/>
              <a:gd name="T83" fmla="*/ 2147483646 h 990"/>
              <a:gd name="T84" fmla="*/ 2147483646 w 360"/>
              <a:gd name="T85" fmla="*/ 2147483646 h 990"/>
              <a:gd name="T86" fmla="*/ 2147483646 w 360"/>
              <a:gd name="T87" fmla="*/ 2147483646 h 990"/>
              <a:gd name="T88" fmla="*/ 2147483646 w 360"/>
              <a:gd name="T89" fmla="*/ 2147483646 h 990"/>
              <a:gd name="T90" fmla="*/ 2147483646 w 360"/>
              <a:gd name="T91" fmla="*/ 2147483646 h 990"/>
              <a:gd name="T92" fmla="*/ 2147483646 w 360"/>
              <a:gd name="T93" fmla="*/ 2147483646 h 990"/>
              <a:gd name="T94" fmla="*/ 2147483646 w 360"/>
              <a:gd name="T95" fmla="*/ 2147483646 h 990"/>
              <a:gd name="T96" fmla="*/ 2147483646 w 360"/>
              <a:gd name="T97" fmla="*/ 2147483646 h 990"/>
              <a:gd name="T98" fmla="*/ 2147483646 w 360"/>
              <a:gd name="T99" fmla="*/ 2147483646 h 990"/>
              <a:gd name="T100" fmla="*/ 2147483646 w 360"/>
              <a:gd name="T101" fmla="*/ 2147483646 h 9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990">
                <a:moveTo>
                  <a:pt x="0" y="0"/>
                </a:moveTo>
                <a:lnTo>
                  <a:pt x="0" y="12"/>
                </a:lnTo>
                <a:lnTo>
                  <a:pt x="0" y="18"/>
                </a:lnTo>
                <a:lnTo>
                  <a:pt x="0" y="30"/>
                </a:lnTo>
                <a:lnTo>
                  <a:pt x="6" y="36"/>
                </a:lnTo>
                <a:lnTo>
                  <a:pt x="6" y="48"/>
                </a:lnTo>
                <a:lnTo>
                  <a:pt x="6" y="54"/>
                </a:lnTo>
                <a:lnTo>
                  <a:pt x="6" y="66"/>
                </a:lnTo>
                <a:lnTo>
                  <a:pt x="6" y="72"/>
                </a:lnTo>
                <a:lnTo>
                  <a:pt x="12" y="78"/>
                </a:lnTo>
                <a:lnTo>
                  <a:pt x="12" y="90"/>
                </a:lnTo>
                <a:lnTo>
                  <a:pt x="12" y="96"/>
                </a:lnTo>
                <a:lnTo>
                  <a:pt x="12" y="108"/>
                </a:lnTo>
                <a:lnTo>
                  <a:pt x="18" y="114"/>
                </a:lnTo>
                <a:lnTo>
                  <a:pt x="18" y="120"/>
                </a:lnTo>
                <a:lnTo>
                  <a:pt x="18" y="132"/>
                </a:lnTo>
                <a:lnTo>
                  <a:pt x="18" y="138"/>
                </a:lnTo>
                <a:lnTo>
                  <a:pt x="24" y="144"/>
                </a:lnTo>
                <a:lnTo>
                  <a:pt x="24" y="156"/>
                </a:lnTo>
                <a:lnTo>
                  <a:pt x="24" y="162"/>
                </a:lnTo>
                <a:lnTo>
                  <a:pt x="24" y="168"/>
                </a:lnTo>
                <a:lnTo>
                  <a:pt x="30" y="180"/>
                </a:lnTo>
                <a:lnTo>
                  <a:pt x="30" y="186"/>
                </a:lnTo>
                <a:lnTo>
                  <a:pt x="30" y="192"/>
                </a:lnTo>
                <a:lnTo>
                  <a:pt x="30" y="198"/>
                </a:lnTo>
                <a:lnTo>
                  <a:pt x="30" y="210"/>
                </a:lnTo>
                <a:lnTo>
                  <a:pt x="36" y="216"/>
                </a:lnTo>
                <a:lnTo>
                  <a:pt x="36" y="222"/>
                </a:lnTo>
                <a:lnTo>
                  <a:pt x="36" y="228"/>
                </a:lnTo>
                <a:lnTo>
                  <a:pt x="36" y="240"/>
                </a:lnTo>
                <a:lnTo>
                  <a:pt x="42" y="246"/>
                </a:lnTo>
                <a:lnTo>
                  <a:pt x="42" y="252"/>
                </a:lnTo>
                <a:lnTo>
                  <a:pt x="42" y="258"/>
                </a:lnTo>
                <a:lnTo>
                  <a:pt x="42" y="264"/>
                </a:lnTo>
                <a:lnTo>
                  <a:pt x="48" y="270"/>
                </a:lnTo>
                <a:lnTo>
                  <a:pt x="48" y="282"/>
                </a:lnTo>
                <a:lnTo>
                  <a:pt x="48" y="288"/>
                </a:lnTo>
                <a:lnTo>
                  <a:pt x="48" y="294"/>
                </a:lnTo>
                <a:lnTo>
                  <a:pt x="54" y="300"/>
                </a:lnTo>
                <a:lnTo>
                  <a:pt x="54" y="306"/>
                </a:lnTo>
                <a:lnTo>
                  <a:pt x="54" y="312"/>
                </a:lnTo>
                <a:lnTo>
                  <a:pt x="54" y="318"/>
                </a:lnTo>
                <a:lnTo>
                  <a:pt x="54" y="324"/>
                </a:lnTo>
                <a:lnTo>
                  <a:pt x="60" y="330"/>
                </a:lnTo>
                <a:lnTo>
                  <a:pt x="60" y="342"/>
                </a:lnTo>
                <a:lnTo>
                  <a:pt x="60" y="348"/>
                </a:lnTo>
                <a:lnTo>
                  <a:pt x="60" y="354"/>
                </a:lnTo>
                <a:lnTo>
                  <a:pt x="66" y="360"/>
                </a:lnTo>
                <a:lnTo>
                  <a:pt x="66" y="366"/>
                </a:lnTo>
                <a:lnTo>
                  <a:pt x="66" y="372"/>
                </a:lnTo>
                <a:lnTo>
                  <a:pt x="66" y="378"/>
                </a:lnTo>
                <a:lnTo>
                  <a:pt x="72" y="384"/>
                </a:lnTo>
                <a:lnTo>
                  <a:pt x="72" y="390"/>
                </a:lnTo>
                <a:lnTo>
                  <a:pt x="72" y="396"/>
                </a:lnTo>
                <a:lnTo>
                  <a:pt x="72" y="402"/>
                </a:lnTo>
                <a:lnTo>
                  <a:pt x="78" y="408"/>
                </a:lnTo>
                <a:lnTo>
                  <a:pt x="78" y="414"/>
                </a:lnTo>
                <a:lnTo>
                  <a:pt x="78" y="420"/>
                </a:lnTo>
                <a:lnTo>
                  <a:pt x="78" y="426"/>
                </a:lnTo>
                <a:lnTo>
                  <a:pt x="78" y="432"/>
                </a:lnTo>
                <a:lnTo>
                  <a:pt x="84" y="438"/>
                </a:lnTo>
                <a:lnTo>
                  <a:pt x="84" y="444"/>
                </a:lnTo>
                <a:lnTo>
                  <a:pt x="84" y="450"/>
                </a:lnTo>
                <a:lnTo>
                  <a:pt x="90" y="456"/>
                </a:lnTo>
                <a:lnTo>
                  <a:pt x="90" y="462"/>
                </a:lnTo>
                <a:lnTo>
                  <a:pt x="90" y="468"/>
                </a:lnTo>
                <a:lnTo>
                  <a:pt x="90" y="474"/>
                </a:lnTo>
                <a:lnTo>
                  <a:pt x="96" y="480"/>
                </a:lnTo>
                <a:lnTo>
                  <a:pt x="96" y="486"/>
                </a:lnTo>
                <a:lnTo>
                  <a:pt x="96" y="492"/>
                </a:lnTo>
                <a:lnTo>
                  <a:pt x="102" y="498"/>
                </a:lnTo>
                <a:lnTo>
                  <a:pt x="102" y="504"/>
                </a:lnTo>
                <a:lnTo>
                  <a:pt x="102" y="510"/>
                </a:lnTo>
                <a:lnTo>
                  <a:pt x="102" y="516"/>
                </a:lnTo>
                <a:lnTo>
                  <a:pt x="102" y="522"/>
                </a:lnTo>
                <a:lnTo>
                  <a:pt x="108" y="528"/>
                </a:lnTo>
                <a:lnTo>
                  <a:pt x="108" y="534"/>
                </a:lnTo>
                <a:lnTo>
                  <a:pt x="108" y="540"/>
                </a:lnTo>
                <a:lnTo>
                  <a:pt x="114" y="546"/>
                </a:lnTo>
                <a:lnTo>
                  <a:pt x="114" y="552"/>
                </a:lnTo>
                <a:lnTo>
                  <a:pt x="114" y="558"/>
                </a:lnTo>
                <a:lnTo>
                  <a:pt x="120" y="564"/>
                </a:lnTo>
                <a:lnTo>
                  <a:pt x="120" y="570"/>
                </a:lnTo>
                <a:lnTo>
                  <a:pt x="120" y="576"/>
                </a:lnTo>
                <a:lnTo>
                  <a:pt x="126" y="582"/>
                </a:lnTo>
                <a:lnTo>
                  <a:pt x="126" y="588"/>
                </a:lnTo>
                <a:lnTo>
                  <a:pt x="126" y="594"/>
                </a:lnTo>
                <a:lnTo>
                  <a:pt x="126" y="600"/>
                </a:lnTo>
                <a:lnTo>
                  <a:pt x="132" y="606"/>
                </a:lnTo>
                <a:lnTo>
                  <a:pt x="132" y="612"/>
                </a:lnTo>
                <a:lnTo>
                  <a:pt x="132" y="618"/>
                </a:lnTo>
                <a:lnTo>
                  <a:pt x="138" y="618"/>
                </a:lnTo>
                <a:lnTo>
                  <a:pt x="138" y="624"/>
                </a:lnTo>
                <a:lnTo>
                  <a:pt x="138" y="630"/>
                </a:lnTo>
                <a:lnTo>
                  <a:pt x="144" y="636"/>
                </a:lnTo>
                <a:lnTo>
                  <a:pt x="144" y="642"/>
                </a:lnTo>
                <a:lnTo>
                  <a:pt x="144" y="648"/>
                </a:lnTo>
                <a:lnTo>
                  <a:pt x="144" y="654"/>
                </a:lnTo>
                <a:lnTo>
                  <a:pt x="150" y="654"/>
                </a:lnTo>
                <a:lnTo>
                  <a:pt x="150" y="660"/>
                </a:lnTo>
                <a:lnTo>
                  <a:pt x="150" y="666"/>
                </a:lnTo>
                <a:lnTo>
                  <a:pt x="156" y="672"/>
                </a:lnTo>
                <a:lnTo>
                  <a:pt x="156" y="678"/>
                </a:lnTo>
                <a:lnTo>
                  <a:pt x="156" y="684"/>
                </a:lnTo>
                <a:lnTo>
                  <a:pt x="162" y="684"/>
                </a:lnTo>
                <a:lnTo>
                  <a:pt x="162" y="690"/>
                </a:lnTo>
                <a:lnTo>
                  <a:pt x="162" y="696"/>
                </a:lnTo>
                <a:lnTo>
                  <a:pt x="168" y="702"/>
                </a:lnTo>
                <a:lnTo>
                  <a:pt x="168" y="708"/>
                </a:lnTo>
                <a:lnTo>
                  <a:pt x="168" y="714"/>
                </a:lnTo>
                <a:lnTo>
                  <a:pt x="174" y="720"/>
                </a:lnTo>
                <a:lnTo>
                  <a:pt x="174" y="726"/>
                </a:lnTo>
                <a:lnTo>
                  <a:pt x="180" y="732"/>
                </a:lnTo>
                <a:lnTo>
                  <a:pt x="180" y="738"/>
                </a:lnTo>
                <a:lnTo>
                  <a:pt x="186" y="744"/>
                </a:lnTo>
                <a:lnTo>
                  <a:pt x="186" y="750"/>
                </a:lnTo>
                <a:lnTo>
                  <a:pt x="186" y="756"/>
                </a:lnTo>
                <a:lnTo>
                  <a:pt x="192" y="756"/>
                </a:lnTo>
                <a:lnTo>
                  <a:pt x="192" y="762"/>
                </a:lnTo>
                <a:lnTo>
                  <a:pt x="192" y="768"/>
                </a:lnTo>
                <a:lnTo>
                  <a:pt x="198" y="774"/>
                </a:lnTo>
                <a:lnTo>
                  <a:pt x="198" y="780"/>
                </a:lnTo>
                <a:lnTo>
                  <a:pt x="204" y="786"/>
                </a:lnTo>
                <a:lnTo>
                  <a:pt x="204" y="792"/>
                </a:lnTo>
                <a:lnTo>
                  <a:pt x="210" y="792"/>
                </a:lnTo>
                <a:lnTo>
                  <a:pt x="210" y="798"/>
                </a:lnTo>
                <a:lnTo>
                  <a:pt x="210" y="804"/>
                </a:lnTo>
                <a:lnTo>
                  <a:pt x="216" y="804"/>
                </a:lnTo>
                <a:lnTo>
                  <a:pt x="216" y="810"/>
                </a:lnTo>
                <a:lnTo>
                  <a:pt x="216" y="816"/>
                </a:lnTo>
                <a:lnTo>
                  <a:pt x="222" y="816"/>
                </a:lnTo>
                <a:lnTo>
                  <a:pt x="222" y="822"/>
                </a:lnTo>
                <a:lnTo>
                  <a:pt x="222" y="828"/>
                </a:lnTo>
                <a:lnTo>
                  <a:pt x="228" y="828"/>
                </a:lnTo>
                <a:lnTo>
                  <a:pt x="228" y="834"/>
                </a:lnTo>
                <a:lnTo>
                  <a:pt x="234" y="840"/>
                </a:lnTo>
                <a:lnTo>
                  <a:pt x="234" y="846"/>
                </a:lnTo>
                <a:lnTo>
                  <a:pt x="240" y="846"/>
                </a:lnTo>
                <a:lnTo>
                  <a:pt x="240" y="852"/>
                </a:lnTo>
                <a:lnTo>
                  <a:pt x="240" y="858"/>
                </a:lnTo>
                <a:lnTo>
                  <a:pt x="246" y="858"/>
                </a:lnTo>
                <a:lnTo>
                  <a:pt x="246" y="864"/>
                </a:lnTo>
                <a:lnTo>
                  <a:pt x="252" y="870"/>
                </a:lnTo>
                <a:lnTo>
                  <a:pt x="252" y="876"/>
                </a:lnTo>
                <a:lnTo>
                  <a:pt x="258" y="876"/>
                </a:lnTo>
                <a:lnTo>
                  <a:pt x="258" y="882"/>
                </a:lnTo>
                <a:lnTo>
                  <a:pt x="264" y="882"/>
                </a:lnTo>
                <a:lnTo>
                  <a:pt x="264" y="888"/>
                </a:lnTo>
                <a:lnTo>
                  <a:pt x="264" y="894"/>
                </a:lnTo>
                <a:lnTo>
                  <a:pt x="270" y="894"/>
                </a:lnTo>
                <a:lnTo>
                  <a:pt x="270" y="900"/>
                </a:lnTo>
                <a:lnTo>
                  <a:pt x="276" y="900"/>
                </a:lnTo>
                <a:lnTo>
                  <a:pt x="276" y="906"/>
                </a:lnTo>
                <a:lnTo>
                  <a:pt x="282" y="912"/>
                </a:lnTo>
                <a:lnTo>
                  <a:pt x="282" y="918"/>
                </a:lnTo>
                <a:lnTo>
                  <a:pt x="288" y="918"/>
                </a:lnTo>
                <a:lnTo>
                  <a:pt x="288" y="924"/>
                </a:lnTo>
                <a:lnTo>
                  <a:pt x="294" y="924"/>
                </a:lnTo>
                <a:lnTo>
                  <a:pt x="294" y="930"/>
                </a:lnTo>
                <a:lnTo>
                  <a:pt x="300" y="930"/>
                </a:lnTo>
                <a:lnTo>
                  <a:pt x="300" y="936"/>
                </a:lnTo>
                <a:lnTo>
                  <a:pt x="306" y="942"/>
                </a:lnTo>
                <a:lnTo>
                  <a:pt x="312" y="948"/>
                </a:lnTo>
                <a:lnTo>
                  <a:pt x="312" y="954"/>
                </a:lnTo>
                <a:lnTo>
                  <a:pt x="318" y="954"/>
                </a:lnTo>
                <a:lnTo>
                  <a:pt x="318" y="960"/>
                </a:lnTo>
                <a:lnTo>
                  <a:pt x="324" y="960"/>
                </a:lnTo>
                <a:lnTo>
                  <a:pt x="324" y="966"/>
                </a:lnTo>
                <a:lnTo>
                  <a:pt x="330" y="966"/>
                </a:lnTo>
                <a:lnTo>
                  <a:pt x="330" y="972"/>
                </a:lnTo>
                <a:lnTo>
                  <a:pt x="336" y="972"/>
                </a:lnTo>
                <a:lnTo>
                  <a:pt x="336" y="978"/>
                </a:lnTo>
                <a:lnTo>
                  <a:pt x="342" y="978"/>
                </a:lnTo>
                <a:lnTo>
                  <a:pt x="348" y="984"/>
                </a:lnTo>
                <a:lnTo>
                  <a:pt x="354" y="990"/>
                </a:lnTo>
                <a:lnTo>
                  <a:pt x="360" y="990"/>
                </a:lnTo>
              </a:path>
            </a:pathLst>
          </a:custGeom>
          <a:noFill/>
          <a:ln w="9525">
            <a:solidFill>
              <a:srgbClr val="00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9" name="Freeform 18">
            <a:extLst>
              <a:ext uri="{FF2B5EF4-FFF2-40B4-BE49-F238E27FC236}">
                <a16:creationId xmlns:a16="http://schemas.microsoft.com/office/drawing/2014/main" id="{EA86B56D-C459-50A4-DC6B-A066D4A9680D}"/>
              </a:ext>
            </a:extLst>
          </p:cNvPr>
          <p:cNvSpPr>
            <a:spLocks/>
          </p:cNvSpPr>
          <p:nvPr/>
        </p:nvSpPr>
        <p:spPr bwMode="auto">
          <a:xfrm>
            <a:off x="6926263" y="1530350"/>
            <a:ext cx="450850" cy="166688"/>
          </a:xfrm>
          <a:custGeom>
            <a:avLst/>
            <a:gdLst>
              <a:gd name="T0" fmla="*/ 0 w 354"/>
              <a:gd name="T1" fmla="*/ 2147483646 h 132"/>
              <a:gd name="T2" fmla="*/ 2147483646 w 354"/>
              <a:gd name="T3" fmla="*/ 2147483646 h 132"/>
              <a:gd name="T4" fmla="*/ 2147483646 w 354"/>
              <a:gd name="T5" fmla="*/ 2147483646 h 132"/>
              <a:gd name="T6" fmla="*/ 2147483646 w 354"/>
              <a:gd name="T7" fmla="*/ 2147483646 h 132"/>
              <a:gd name="T8" fmla="*/ 2147483646 w 354"/>
              <a:gd name="T9" fmla="*/ 2147483646 h 132"/>
              <a:gd name="T10" fmla="*/ 2147483646 w 354"/>
              <a:gd name="T11" fmla="*/ 2147483646 h 132"/>
              <a:gd name="T12" fmla="*/ 2147483646 w 354"/>
              <a:gd name="T13" fmla="*/ 2147483646 h 132"/>
              <a:gd name="T14" fmla="*/ 2147483646 w 354"/>
              <a:gd name="T15" fmla="*/ 2147483646 h 132"/>
              <a:gd name="T16" fmla="*/ 2147483646 w 354"/>
              <a:gd name="T17" fmla="*/ 2147483646 h 132"/>
              <a:gd name="T18" fmla="*/ 2147483646 w 354"/>
              <a:gd name="T19" fmla="*/ 2147483646 h 132"/>
              <a:gd name="T20" fmla="*/ 2147483646 w 354"/>
              <a:gd name="T21" fmla="*/ 2147483646 h 132"/>
              <a:gd name="T22" fmla="*/ 2147483646 w 354"/>
              <a:gd name="T23" fmla="*/ 2147483646 h 132"/>
              <a:gd name="T24" fmla="*/ 2147483646 w 354"/>
              <a:gd name="T25" fmla="*/ 2147483646 h 132"/>
              <a:gd name="T26" fmla="*/ 2147483646 w 354"/>
              <a:gd name="T27" fmla="*/ 2147483646 h 132"/>
              <a:gd name="T28" fmla="*/ 2147483646 w 354"/>
              <a:gd name="T29" fmla="*/ 2147483646 h 132"/>
              <a:gd name="T30" fmla="*/ 2147483646 w 354"/>
              <a:gd name="T31" fmla="*/ 2147483646 h 132"/>
              <a:gd name="T32" fmla="*/ 2147483646 w 354"/>
              <a:gd name="T33" fmla="*/ 2147483646 h 132"/>
              <a:gd name="T34" fmla="*/ 2147483646 w 354"/>
              <a:gd name="T35" fmla="*/ 2147483646 h 132"/>
              <a:gd name="T36" fmla="*/ 2147483646 w 354"/>
              <a:gd name="T37" fmla="*/ 2147483646 h 132"/>
              <a:gd name="T38" fmla="*/ 2147483646 w 354"/>
              <a:gd name="T39" fmla="*/ 2147483646 h 132"/>
              <a:gd name="T40" fmla="*/ 2147483646 w 354"/>
              <a:gd name="T41" fmla="*/ 2147483646 h 132"/>
              <a:gd name="T42" fmla="*/ 2147483646 w 354"/>
              <a:gd name="T43" fmla="*/ 2147483646 h 132"/>
              <a:gd name="T44" fmla="*/ 2147483646 w 354"/>
              <a:gd name="T45" fmla="*/ 2147483646 h 132"/>
              <a:gd name="T46" fmla="*/ 2147483646 w 354"/>
              <a:gd name="T47" fmla="*/ 2147483646 h 132"/>
              <a:gd name="T48" fmla="*/ 2147483646 w 354"/>
              <a:gd name="T49" fmla="*/ 2147483646 h 132"/>
              <a:gd name="T50" fmla="*/ 2147483646 w 354"/>
              <a:gd name="T51" fmla="*/ 2147483646 h 132"/>
              <a:gd name="T52" fmla="*/ 2147483646 w 354"/>
              <a:gd name="T53" fmla="*/ 2147483646 h 132"/>
              <a:gd name="T54" fmla="*/ 2147483646 w 354"/>
              <a:gd name="T55" fmla="*/ 2147483646 h 132"/>
              <a:gd name="T56" fmla="*/ 2147483646 w 354"/>
              <a:gd name="T57" fmla="*/ 2147483646 h 132"/>
              <a:gd name="T58" fmla="*/ 2147483646 w 354"/>
              <a:gd name="T59" fmla="*/ 2147483646 h 132"/>
              <a:gd name="T60" fmla="*/ 2147483646 w 354"/>
              <a:gd name="T61" fmla="*/ 2147483646 h 132"/>
              <a:gd name="T62" fmla="*/ 2147483646 w 354"/>
              <a:gd name="T63" fmla="*/ 2147483646 h 132"/>
              <a:gd name="T64" fmla="*/ 2147483646 w 354"/>
              <a:gd name="T65" fmla="*/ 2147483646 h 132"/>
              <a:gd name="T66" fmla="*/ 2147483646 w 354"/>
              <a:gd name="T67" fmla="*/ 2147483646 h 132"/>
              <a:gd name="T68" fmla="*/ 2147483646 w 354"/>
              <a:gd name="T69" fmla="*/ 2147483646 h 132"/>
              <a:gd name="T70" fmla="*/ 2147483646 w 354"/>
              <a:gd name="T71" fmla="*/ 2147483646 h 132"/>
              <a:gd name="T72" fmla="*/ 2147483646 w 354"/>
              <a:gd name="T73" fmla="*/ 2147483646 h 132"/>
              <a:gd name="T74" fmla="*/ 2147483646 w 354"/>
              <a:gd name="T75" fmla="*/ 2147483646 h 132"/>
              <a:gd name="T76" fmla="*/ 2147483646 w 354"/>
              <a:gd name="T77" fmla="*/ 2147483646 h 132"/>
              <a:gd name="T78" fmla="*/ 2147483646 w 354"/>
              <a:gd name="T79" fmla="*/ 2147483646 h 132"/>
              <a:gd name="T80" fmla="*/ 2147483646 w 354"/>
              <a:gd name="T81" fmla="*/ 2147483646 h 132"/>
              <a:gd name="T82" fmla="*/ 2147483646 w 354"/>
              <a:gd name="T83" fmla="*/ 2147483646 h 132"/>
              <a:gd name="T84" fmla="*/ 2147483646 w 354"/>
              <a:gd name="T85" fmla="*/ 2147483646 h 132"/>
              <a:gd name="T86" fmla="*/ 2147483646 w 354"/>
              <a:gd name="T87" fmla="*/ 2147483646 h 132"/>
              <a:gd name="T88" fmla="*/ 2147483646 w 354"/>
              <a:gd name="T89" fmla="*/ 2147483646 h 132"/>
              <a:gd name="T90" fmla="*/ 2147483646 w 354"/>
              <a:gd name="T91" fmla="*/ 2147483646 h 132"/>
              <a:gd name="T92" fmla="*/ 2147483646 w 354"/>
              <a:gd name="T93" fmla="*/ 2147483646 h 132"/>
              <a:gd name="T94" fmla="*/ 2147483646 w 354"/>
              <a:gd name="T95" fmla="*/ 2147483646 h 132"/>
              <a:gd name="T96" fmla="*/ 2147483646 w 354"/>
              <a:gd name="T97" fmla="*/ 2147483646 h 132"/>
              <a:gd name="T98" fmla="*/ 2147483646 w 354"/>
              <a:gd name="T99" fmla="*/ 2147483646 h 132"/>
              <a:gd name="T100" fmla="*/ 2147483646 w 354"/>
              <a:gd name="T101" fmla="*/ 2147483646 h 13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54" h="132">
                <a:moveTo>
                  <a:pt x="0" y="0"/>
                </a:moveTo>
                <a:lnTo>
                  <a:pt x="0" y="6"/>
                </a:lnTo>
                <a:lnTo>
                  <a:pt x="6" y="6"/>
                </a:lnTo>
                <a:lnTo>
                  <a:pt x="6" y="12"/>
                </a:lnTo>
                <a:lnTo>
                  <a:pt x="12" y="12"/>
                </a:lnTo>
                <a:lnTo>
                  <a:pt x="12" y="18"/>
                </a:lnTo>
                <a:lnTo>
                  <a:pt x="18" y="18"/>
                </a:lnTo>
                <a:lnTo>
                  <a:pt x="24" y="18"/>
                </a:lnTo>
                <a:lnTo>
                  <a:pt x="24" y="24"/>
                </a:lnTo>
                <a:lnTo>
                  <a:pt x="30" y="24"/>
                </a:lnTo>
                <a:lnTo>
                  <a:pt x="30" y="30"/>
                </a:lnTo>
                <a:lnTo>
                  <a:pt x="36" y="30"/>
                </a:lnTo>
                <a:lnTo>
                  <a:pt x="42" y="36"/>
                </a:lnTo>
                <a:lnTo>
                  <a:pt x="48" y="36"/>
                </a:lnTo>
                <a:lnTo>
                  <a:pt x="48" y="42"/>
                </a:lnTo>
                <a:lnTo>
                  <a:pt x="54" y="42"/>
                </a:lnTo>
                <a:lnTo>
                  <a:pt x="60" y="48"/>
                </a:lnTo>
                <a:lnTo>
                  <a:pt x="66" y="48"/>
                </a:lnTo>
                <a:lnTo>
                  <a:pt x="66" y="54"/>
                </a:lnTo>
                <a:lnTo>
                  <a:pt x="72" y="54"/>
                </a:lnTo>
                <a:lnTo>
                  <a:pt x="78" y="54"/>
                </a:lnTo>
                <a:lnTo>
                  <a:pt x="78" y="60"/>
                </a:lnTo>
                <a:lnTo>
                  <a:pt x="84" y="60"/>
                </a:lnTo>
                <a:lnTo>
                  <a:pt x="90" y="60"/>
                </a:lnTo>
                <a:lnTo>
                  <a:pt x="90" y="66"/>
                </a:lnTo>
                <a:lnTo>
                  <a:pt x="96" y="66"/>
                </a:lnTo>
                <a:lnTo>
                  <a:pt x="102" y="66"/>
                </a:lnTo>
                <a:lnTo>
                  <a:pt x="102" y="72"/>
                </a:lnTo>
                <a:lnTo>
                  <a:pt x="108" y="72"/>
                </a:lnTo>
                <a:lnTo>
                  <a:pt x="114" y="72"/>
                </a:lnTo>
                <a:lnTo>
                  <a:pt x="120" y="78"/>
                </a:lnTo>
                <a:lnTo>
                  <a:pt x="126" y="78"/>
                </a:lnTo>
                <a:lnTo>
                  <a:pt x="132" y="78"/>
                </a:lnTo>
                <a:lnTo>
                  <a:pt x="132" y="84"/>
                </a:lnTo>
                <a:lnTo>
                  <a:pt x="138" y="84"/>
                </a:lnTo>
                <a:lnTo>
                  <a:pt x="144" y="84"/>
                </a:lnTo>
                <a:lnTo>
                  <a:pt x="150" y="90"/>
                </a:lnTo>
                <a:lnTo>
                  <a:pt x="156" y="90"/>
                </a:lnTo>
                <a:lnTo>
                  <a:pt x="162" y="90"/>
                </a:lnTo>
                <a:lnTo>
                  <a:pt x="168" y="96"/>
                </a:lnTo>
                <a:lnTo>
                  <a:pt x="174" y="96"/>
                </a:lnTo>
                <a:lnTo>
                  <a:pt x="180" y="96"/>
                </a:lnTo>
                <a:lnTo>
                  <a:pt x="186" y="96"/>
                </a:lnTo>
                <a:lnTo>
                  <a:pt x="186" y="102"/>
                </a:lnTo>
                <a:lnTo>
                  <a:pt x="192" y="102"/>
                </a:lnTo>
                <a:lnTo>
                  <a:pt x="198" y="102"/>
                </a:lnTo>
                <a:lnTo>
                  <a:pt x="204" y="102"/>
                </a:lnTo>
                <a:lnTo>
                  <a:pt x="210" y="108"/>
                </a:lnTo>
                <a:lnTo>
                  <a:pt x="216" y="108"/>
                </a:lnTo>
                <a:lnTo>
                  <a:pt x="222" y="108"/>
                </a:lnTo>
                <a:lnTo>
                  <a:pt x="228" y="108"/>
                </a:lnTo>
                <a:lnTo>
                  <a:pt x="234" y="108"/>
                </a:lnTo>
                <a:lnTo>
                  <a:pt x="234" y="114"/>
                </a:lnTo>
                <a:lnTo>
                  <a:pt x="240" y="114"/>
                </a:lnTo>
                <a:lnTo>
                  <a:pt x="246" y="114"/>
                </a:lnTo>
                <a:lnTo>
                  <a:pt x="252" y="114"/>
                </a:lnTo>
                <a:lnTo>
                  <a:pt x="258" y="114"/>
                </a:lnTo>
                <a:lnTo>
                  <a:pt x="264" y="120"/>
                </a:lnTo>
                <a:lnTo>
                  <a:pt x="270" y="120"/>
                </a:lnTo>
                <a:lnTo>
                  <a:pt x="276" y="120"/>
                </a:lnTo>
                <a:lnTo>
                  <a:pt x="282" y="120"/>
                </a:lnTo>
                <a:lnTo>
                  <a:pt x="288" y="120"/>
                </a:lnTo>
                <a:lnTo>
                  <a:pt x="294" y="120"/>
                </a:lnTo>
                <a:lnTo>
                  <a:pt x="300" y="126"/>
                </a:lnTo>
                <a:lnTo>
                  <a:pt x="306" y="126"/>
                </a:lnTo>
                <a:lnTo>
                  <a:pt x="312" y="126"/>
                </a:lnTo>
                <a:lnTo>
                  <a:pt x="318" y="126"/>
                </a:lnTo>
                <a:lnTo>
                  <a:pt x="324" y="126"/>
                </a:lnTo>
                <a:lnTo>
                  <a:pt x="330" y="126"/>
                </a:lnTo>
                <a:lnTo>
                  <a:pt x="336" y="126"/>
                </a:lnTo>
                <a:lnTo>
                  <a:pt x="342" y="126"/>
                </a:lnTo>
                <a:lnTo>
                  <a:pt x="342" y="132"/>
                </a:lnTo>
                <a:lnTo>
                  <a:pt x="348" y="132"/>
                </a:lnTo>
                <a:lnTo>
                  <a:pt x="354" y="132"/>
                </a:lnTo>
              </a:path>
            </a:pathLst>
          </a:custGeom>
          <a:noFill/>
          <a:ln w="9525">
            <a:solidFill>
              <a:srgbClr val="00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0" name="Freeform 19">
            <a:extLst>
              <a:ext uri="{FF2B5EF4-FFF2-40B4-BE49-F238E27FC236}">
                <a16:creationId xmlns:a16="http://schemas.microsoft.com/office/drawing/2014/main" id="{A7D858D9-C7FE-EB28-553E-9F200BE25CF5}"/>
              </a:ext>
            </a:extLst>
          </p:cNvPr>
          <p:cNvSpPr>
            <a:spLocks/>
          </p:cNvSpPr>
          <p:nvPr/>
        </p:nvSpPr>
        <p:spPr bwMode="auto">
          <a:xfrm>
            <a:off x="7377113" y="1697038"/>
            <a:ext cx="457200" cy="23812"/>
          </a:xfrm>
          <a:custGeom>
            <a:avLst/>
            <a:gdLst>
              <a:gd name="T0" fmla="*/ 2147483646 w 360"/>
              <a:gd name="T1" fmla="*/ 0 h 18"/>
              <a:gd name="T2" fmla="*/ 2147483646 w 360"/>
              <a:gd name="T3" fmla="*/ 0 h 18"/>
              <a:gd name="T4" fmla="*/ 2147483646 w 360"/>
              <a:gd name="T5" fmla="*/ 0 h 18"/>
              <a:gd name="T6" fmla="*/ 2147483646 w 360"/>
              <a:gd name="T7" fmla="*/ 0 h 18"/>
              <a:gd name="T8" fmla="*/ 2147483646 w 360"/>
              <a:gd name="T9" fmla="*/ 0 h 18"/>
              <a:gd name="T10" fmla="*/ 2147483646 w 360"/>
              <a:gd name="T11" fmla="*/ 0 h 18"/>
              <a:gd name="T12" fmla="*/ 2147483646 w 360"/>
              <a:gd name="T13" fmla="*/ 2147483646 h 18"/>
              <a:gd name="T14" fmla="*/ 2147483646 w 360"/>
              <a:gd name="T15" fmla="*/ 2147483646 h 18"/>
              <a:gd name="T16" fmla="*/ 2147483646 w 360"/>
              <a:gd name="T17" fmla="*/ 2147483646 h 18"/>
              <a:gd name="T18" fmla="*/ 2147483646 w 360"/>
              <a:gd name="T19" fmla="*/ 2147483646 h 18"/>
              <a:gd name="T20" fmla="*/ 2147483646 w 360"/>
              <a:gd name="T21" fmla="*/ 2147483646 h 18"/>
              <a:gd name="T22" fmla="*/ 2147483646 w 360"/>
              <a:gd name="T23" fmla="*/ 2147483646 h 18"/>
              <a:gd name="T24" fmla="*/ 2147483646 w 360"/>
              <a:gd name="T25" fmla="*/ 2147483646 h 18"/>
              <a:gd name="T26" fmla="*/ 2147483646 w 360"/>
              <a:gd name="T27" fmla="*/ 2147483646 h 18"/>
              <a:gd name="T28" fmla="*/ 2147483646 w 360"/>
              <a:gd name="T29" fmla="*/ 2147483646 h 18"/>
              <a:gd name="T30" fmla="*/ 2147483646 w 360"/>
              <a:gd name="T31" fmla="*/ 2147483646 h 18"/>
              <a:gd name="T32" fmla="*/ 2147483646 w 360"/>
              <a:gd name="T33" fmla="*/ 2147483646 h 18"/>
              <a:gd name="T34" fmla="*/ 2147483646 w 360"/>
              <a:gd name="T35" fmla="*/ 2147483646 h 18"/>
              <a:gd name="T36" fmla="*/ 2147483646 w 360"/>
              <a:gd name="T37" fmla="*/ 2147483646 h 18"/>
              <a:gd name="T38" fmla="*/ 2147483646 w 360"/>
              <a:gd name="T39" fmla="*/ 2147483646 h 18"/>
              <a:gd name="T40" fmla="*/ 2147483646 w 360"/>
              <a:gd name="T41" fmla="*/ 2147483646 h 18"/>
              <a:gd name="T42" fmla="*/ 2147483646 w 360"/>
              <a:gd name="T43" fmla="*/ 2147483646 h 18"/>
              <a:gd name="T44" fmla="*/ 2147483646 w 360"/>
              <a:gd name="T45" fmla="*/ 2147483646 h 18"/>
              <a:gd name="T46" fmla="*/ 2147483646 w 360"/>
              <a:gd name="T47" fmla="*/ 2147483646 h 18"/>
              <a:gd name="T48" fmla="*/ 2147483646 w 360"/>
              <a:gd name="T49" fmla="*/ 2147483646 h 18"/>
              <a:gd name="T50" fmla="*/ 2147483646 w 360"/>
              <a:gd name="T51" fmla="*/ 2147483646 h 18"/>
              <a:gd name="T52" fmla="*/ 2147483646 w 360"/>
              <a:gd name="T53" fmla="*/ 2147483646 h 18"/>
              <a:gd name="T54" fmla="*/ 2147483646 w 360"/>
              <a:gd name="T55" fmla="*/ 2147483646 h 18"/>
              <a:gd name="T56" fmla="*/ 2147483646 w 360"/>
              <a:gd name="T57" fmla="*/ 2147483646 h 18"/>
              <a:gd name="T58" fmla="*/ 2147483646 w 360"/>
              <a:gd name="T59" fmla="*/ 2147483646 h 18"/>
              <a:gd name="T60" fmla="*/ 2147483646 w 360"/>
              <a:gd name="T61" fmla="*/ 2147483646 h 18"/>
              <a:gd name="T62" fmla="*/ 2147483646 w 360"/>
              <a:gd name="T63" fmla="*/ 2147483646 h 18"/>
              <a:gd name="T64" fmla="*/ 2147483646 w 360"/>
              <a:gd name="T65" fmla="*/ 2147483646 h 18"/>
              <a:gd name="T66" fmla="*/ 2147483646 w 360"/>
              <a:gd name="T67" fmla="*/ 2147483646 h 18"/>
              <a:gd name="T68" fmla="*/ 2147483646 w 360"/>
              <a:gd name="T69" fmla="*/ 2147483646 h 18"/>
              <a:gd name="T70" fmla="*/ 2147483646 w 360"/>
              <a:gd name="T71" fmla="*/ 2147483646 h 18"/>
              <a:gd name="T72" fmla="*/ 2147483646 w 360"/>
              <a:gd name="T73" fmla="*/ 2147483646 h 18"/>
              <a:gd name="T74" fmla="*/ 2147483646 w 360"/>
              <a:gd name="T75" fmla="*/ 2147483646 h 18"/>
              <a:gd name="T76" fmla="*/ 2147483646 w 360"/>
              <a:gd name="T77" fmla="*/ 2147483646 h 18"/>
              <a:gd name="T78" fmla="*/ 2147483646 w 360"/>
              <a:gd name="T79" fmla="*/ 2147483646 h 18"/>
              <a:gd name="T80" fmla="*/ 2147483646 w 360"/>
              <a:gd name="T81" fmla="*/ 2147483646 h 18"/>
              <a:gd name="T82" fmla="*/ 2147483646 w 360"/>
              <a:gd name="T83" fmla="*/ 2147483646 h 18"/>
              <a:gd name="T84" fmla="*/ 2147483646 w 360"/>
              <a:gd name="T85" fmla="*/ 2147483646 h 18"/>
              <a:gd name="T86" fmla="*/ 2147483646 w 360"/>
              <a:gd name="T87" fmla="*/ 2147483646 h 18"/>
              <a:gd name="T88" fmla="*/ 2147483646 w 360"/>
              <a:gd name="T89" fmla="*/ 2147483646 h 18"/>
              <a:gd name="T90" fmla="*/ 2147483646 w 360"/>
              <a:gd name="T91" fmla="*/ 2147483646 h 18"/>
              <a:gd name="T92" fmla="*/ 2147483646 w 360"/>
              <a:gd name="T93" fmla="*/ 2147483646 h 18"/>
              <a:gd name="T94" fmla="*/ 2147483646 w 360"/>
              <a:gd name="T95" fmla="*/ 2147483646 h 18"/>
              <a:gd name="T96" fmla="*/ 2147483646 w 360"/>
              <a:gd name="T97" fmla="*/ 2147483646 h 18"/>
              <a:gd name="T98" fmla="*/ 2147483646 w 360"/>
              <a:gd name="T99" fmla="*/ 2147483646 h 18"/>
              <a:gd name="T100" fmla="*/ 2147483646 w 360"/>
              <a:gd name="T101" fmla="*/ 2147483646 h 18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360" h="18">
                <a:moveTo>
                  <a:pt x="0" y="0"/>
                </a:moveTo>
                <a:lnTo>
                  <a:pt x="6" y="0"/>
                </a:lnTo>
                <a:lnTo>
                  <a:pt x="12" y="0"/>
                </a:lnTo>
                <a:lnTo>
                  <a:pt x="18" y="0"/>
                </a:lnTo>
                <a:lnTo>
                  <a:pt x="24" y="0"/>
                </a:lnTo>
                <a:lnTo>
                  <a:pt x="30" y="0"/>
                </a:lnTo>
                <a:lnTo>
                  <a:pt x="36" y="0"/>
                </a:lnTo>
                <a:lnTo>
                  <a:pt x="42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60" y="6"/>
                </a:lnTo>
                <a:lnTo>
                  <a:pt x="66" y="6"/>
                </a:lnTo>
                <a:lnTo>
                  <a:pt x="72" y="6"/>
                </a:lnTo>
                <a:lnTo>
                  <a:pt x="78" y="6"/>
                </a:lnTo>
                <a:lnTo>
                  <a:pt x="84" y="6"/>
                </a:lnTo>
                <a:lnTo>
                  <a:pt x="90" y="6"/>
                </a:lnTo>
                <a:lnTo>
                  <a:pt x="96" y="6"/>
                </a:lnTo>
                <a:lnTo>
                  <a:pt x="102" y="6"/>
                </a:lnTo>
                <a:lnTo>
                  <a:pt x="108" y="6"/>
                </a:lnTo>
                <a:lnTo>
                  <a:pt x="114" y="6"/>
                </a:lnTo>
                <a:lnTo>
                  <a:pt x="120" y="6"/>
                </a:lnTo>
                <a:lnTo>
                  <a:pt x="126" y="6"/>
                </a:lnTo>
                <a:lnTo>
                  <a:pt x="132" y="6"/>
                </a:lnTo>
                <a:lnTo>
                  <a:pt x="138" y="6"/>
                </a:lnTo>
                <a:lnTo>
                  <a:pt x="138" y="12"/>
                </a:lnTo>
                <a:lnTo>
                  <a:pt x="144" y="12"/>
                </a:lnTo>
                <a:lnTo>
                  <a:pt x="150" y="12"/>
                </a:lnTo>
                <a:lnTo>
                  <a:pt x="156" y="12"/>
                </a:lnTo>
                <a:lnTo>
                  <a:pt x="162" y="12"/>
                </a:lnTo>
                <a:lnTo>
                  <a:pt x="168" y="12"/>
                </a:lnTo>
                <a:lnTo>
                  <a:pt x="174" y="12"/>
                </a:lnTo>
                <a:lnTo>
                  <a:pt x="180" y="12"/>
                </a:lnTo>
                <a:lnTo>
                  <a:pt x="186" y="12"/>
                </a:lnTo>
                <a:lnTo>
                  <a:pt x="192" y="12"/>
                </a:lnTo>
                <a:lnTo>
                  <a:pt x="198" y="12"/>
                </a:lnTo>
                <a:lnTo>
                  <a:pt x="204" y="12"/>
                </a:lnTo>
                <a:lnTo>
                  <a:pt x="210" y="12"/>
                </a:lnTo>
                <a:lnTo>
                  <a:pt x="216" y="12"/>
                </a:lnTo>
                <a:lnTo>
                  <a:pt x="222" y="12"/>
                </a:lnTo>
                <a:lnTo>
                  <a:pt x="228" y="12"/>
                </a:lnTo>
                <a:lnTo>
                  <a:pt x="234" y="12"/>
                </a:lnTo>
                <a:lnTo>
                  <a:pt x="240" y="12"/>
                </a:lnTo>
                <a:lnTo>
                  <a:pt x="246" y="12"/>
                </a:lnTo>
                <a:lnTo>
                  <a:pt x="252" y="12"/>
                </a:lnTo>
                <a:lnTo>
                  <a:pt x="258" y="12"/>
                </a:lnTo>
                <a:lnTo>
                  <a:pt x="264" y="12"/>
                </a:lnTo>
                <a:lnTo>
                  <a:pt x="270" y="12"/>
                </a:lnTo>
                <a:lnTo>
                  <a:pt x="276" y="12"/>
                </a:lnTo>
                <a:lnTo>
                  <a:pt x="282" y="12"/>
                </a:lnTo>
                <a:lnTo>
                  <a:pt x="288" y="12"/>
                </a:lnTo>
                <a:lnTo>
                  <a:pt x="294" y="12"/>
                </a:lnTo>
                <a:lnTo>
                  <a:pt x="300" y="12"/>
                </a:lnTo>
                <a:lnTo>
                  <a:pt x="306" y="12"/>
                </a:lnTo>
                <a:lnTo>
                  <a:pt x="312" y="12"/>
                </a:lnTo>
                <a:lnTo>
                  <a:pt x="318" y="12"/>
                </a:lnTo>
                <a:lnTo>
                  <a:pt x="324" y="12"/>
                </a:lnTo>
                <a:lnTo>
                  <a:pt x="330" y="12"/>
                </a:lnTo>
                <a:lnTo>
                  <a:pt x="330" y="18"/>
                </a:lnTo>
                <a:lnTo>
                  <a:pt x="336" y="18"/>
                </a:lnTo>
                <a:lnTo>
                  <a:pt x="342" y="18"/>
                </a:lnTo>
                <a:lnTo>
                  <a:pt x="348" y="18"/>
                </a:lnTo>
                <a:lnTo>
                  <a:pt x="354" y="18"/>
                </a:lnTo>
                <a:lnTo>
                  <a:pt x="360" y="18"/>
                </a:lnTo>
              </a:path>
            </a:pathLst>
          </a:custGeom>
          <a:noFill/>
          <a:ln w="9525" cap="flat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1" name="Rectangle 20">
            <a:extLst>
              <a:ext uri="{FF2B5EF4-FFF2-40B4-BE49-F238E27FC236}">
                <a16:creationId xmlns:a16="http://schemas.microsoft.com/office/drawing/2014/main" id="{5403CB87-FE06-5C74-9C83-2F3E2E13860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73063" y="742950"/>
            <a:ext cx="99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34832" name="图片 17">
            <a:extLst>
              <a:ext uri="{FF2B5EF4-FFF2-40B4-BE49-F238E27FC236}">
                <a16:creationId xmlns:a16="http://schemas.microsoft.com/office/drawing/2014/main" id="{DAE2CC20-208C-4620-ECA7-FCDDDAFC0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88" y="419100"/>
            <a:ext cx="29210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33" name="Text Box 22">
            <a:extLst>
              <a:ext uri="{FF2B5EF4-FFF2-40B4-BE49-F238E27FC236}">
                <a16:creationId xmlns:a16="http://schemas.microsoft.com/office/drawing/2014/main" id="{77A2F814-D5AE-4145-1403-384828F8D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757238"/>
            <a:ext cx="1576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奇</a:t>
            </a:r>
            <a:r>
              <a:rPr lang="en-US" altLang="zh-CN" sz="2400">
                <a:latin typeface="等线" panose="02010600030101010101" pitchFamily="2" charset="-122"/>
              </a:rPr>
              <a:t>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4834" name="图片 19">
            <a:extLst>
              <a:ext uri="{FF2B5EF4-FFF2-40B4-BE49-F238E27FC236}">
                <a16:creationId xmlns:a16="http://schemas.microsoft.com/office/drawing/2014/main" id="{8E46D15C-4299-F749-310E-DA9282160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63" y="341313"/>
            <a:ext cx="4445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35" name="图片 20">
            <a:extLst>
              <a:ext uri="{FF2B5EF4-FFF2-40B4-BE49-F238E27FC236}">
                <a16:creationId xmlns:a16="http://schemas.microsoft.com/office/drawing/2014/main" id="{302BFAC3-C21E-6ADE-02DE-868B7AE22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38" y="493713"/>
            <a:ext cx="458787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36" name="图片 21">
            <a:extLst>
              <a:ext uri="{FF2B5EF4-FFF2-40B4-BE49-F238E27FC236}">
                <a16:creationId xmlns:a16="http://schemas.microsoft.com/office/drawing/2014/main" id="{48576DBB-AE1B-9BD2-E3E7-87BF33D3D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820738"/>
            <a:ext cx="106203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37" name="图片 22">
            <a:extLst>
              <a:ext uri="{FF2B5EF4-FFF2-40B4-BE49-F238E27FC236}">
                <a16:creationId xmlns:a16="http://schemas.microsoft.com/office/drawing/2014/main" id="{D46E5216-1E0D-7D33-0072-57FF27B02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1847850"/>
            <a:ext cx="8890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38" name="Text Box 27">
            <a:extLst>
              <a:ext uri="{FF2B5EF4-FFF2-40B4-BE49-F238E27FC236}">
                <a16:creationId xmlns:a16="http://schemas.microsoft.com/office/drawing/2014/main" id="{0803BB68-9A07-5963-5CB9-7177094DC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73238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双曲正弦</a:t>
            </a:r>
          </a:p>
        </p:txBody>
      </p:sp>
      <p:sp>
        <p:nvSpPr>
          <p:cNvPr id="34839" name="Text Box 28">
            <a:extLst>
              <a:ext uri="{FF2B5EF4-FFF2-40B4-BE49-F238E27FC236}">
                <a16:creationId xmlns:a16="http://schemas.microsoft.com/office/drawing/2014/main" id="{03C97B8D-1693-61EA-323C-8D90AA9B9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063" y="1481138"/>
            <a:ext cx="1122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denote</a:t>
            </a:r>
            <a:endParaRPr lang="zh-CN" altLang="en-US" sz="2400">
              <a:solidFill>
                <a:schemeClr val="accent2"/>
              </a:solidFill>
              <a:latin typeface="等线" panose="02010600030101010101" pitchFamily="2" charset="-122"/>
            </a:endParaRPr>
          </a:p>
        </p:txBody>
      </p:sp>
      <p:sp>
        <p:nvSpPr>
          <p:cNvPr id="34841" name="Text Box 29">
            <a:extLst>
              <a:ext uri="{FF2B5EF4-FFF2-40B4-BE49-F238E27FC236}">
                <a16:creationId xmlns:a16="http://schemas.microsoft.com/office/drawing/2014/main" id="{AC3AFA24-1719-5F9E-9FFF-1F6E385D1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68638"/>
            <a:ext cx="161294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>
                <a:solidFill>
                  <a:schemeClr val="tx2"/>
                </a:solidFill>
                <a:latin typeface="+mn-ea"/>
              </a:rPr>
              <a:t>再 </a:t>
            </a:r>
            <a:r>
              <a:rPr lang="en-US" altLang="zh-CN" sz="2400">
                <a:solidFill>
                  <a:schemeClr val="tx2"/>
                </a:solidFill>
                <a:latin typeface="+mn-ea"/>
              </a:rPr>
              <a:t>such as,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2" name="图片 26">
            <a:extLst>
              <a:ext uri="{FF2B5EF4-FFF2-40B4-BE49-F238E27FC236}">
                <a16:creationId xmlns:a16="http://schemas.microsoft.com/office/drawing/2014/main" id="{E2CA5A34-733A-3507-F424-31F2BC40B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2828925"/>
            <a:ext cx="1393825" cy="98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42" name="图片 27">
            <a:extLst>
              <a:ext uri="{FF2B5EF4-FFF2-40B4-BE49-F238E27FC236}">
                <a16:creationId xmlns:a16="http://schemas.microsoft.com/office/drawing/2014/main" id="{DED999B7-FC39-9199-5CC5-405ECF9BE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2814638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43" name="Text Box 32">
            <a:extLst>
              <a:ext uri="{FF2B5EF4-FFF2-40B4-BE49-F238E27FC236}">
                <a16:creationId xmlns:a16="http://schemas.microsoft.com/office/drawing/2014/main" id="{1FD1BC60-7C46-1A5D-9AC7-AE4DA85A0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3" y="3071813"/>
            <a:ext cx="1576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奇</a:t>
            </a:r>
            <a:r>
              <a:rPr lang="en-US" altLang="zh-CN" sz="2400">
                <a:latin typeface="等线" panose="02010600030101010101" pitchFamily="2" charset="-122"/>
              </a:rPr>
              <a:t>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4844" name="Freeform 33">
            <a:extLst>
              <a:ext uri="{FF2B5EF4-FFF2-40B4-BE49-F238E27FC236}">
                <a16:creationId xmlns:a16="http://schemas.microsoft.com/office/drawing/2014/main" id="{F00DE884-612B-CD21-1D8E-FED672C341D9}"/>
              </a:ext>
            </a:extLst>
          </p:cNvPr>
          <p:cNvSpPr>
            <a:spLocks/>
          </p:cNvSpPr>
          <p:nvPr/>
        </p:nvSpPr>
        <p:spPr bwMode="auto">
          <a:xfrm>
            <a:off x="5707063" y="4921250"/>
            <a:ext cx="815975" cy="404813"/>
          </a:xfrm>
          <a:custGeom>
            <a:avLst/>
            <a:gdLst>
              <a:gd name="T0" fmla="*/ 2147483646 w 642"/>
              <a:gd name="T1" fmla="*/ 2147483646 h 318"/>
              <a:gd name="T2" fmla="*/ 2147483646 w 642"/>
              <a:gd name="T3" fmla="*/ 2147483646 h 318"/>
              <a:gd name="T4" fmla="*/ 2147483646 w 642"/>
              <a:gd name="T5" fmla="*/ 2147483646 h 318"/>
              <a:gd name="T6" fmla="*/ 2147483646 w 642"/>
              <a:gd name="T7" fmla="*/ 2147483646 h 318"/>
              <a:gd name="T8" fmla="*/ 2147483646 w 642"/>
              <a:gd name="T9" fmla="*/ 2147483646 h 318"/>
              <a:gd name="T10" fmla="*/ 2147483646 w 642"/>
              <a:gd name="T11" fmla="*/ 2147483646 h 318"/>
              <a:gd name="T12" fmla="*/ 2147483646 w 642"/>
              <a:gd name="T13" fmla="*/ 2147483646 h 318"/>
              <a:gd name="T14" fmla="*/ 2147483646 w 642"/>
              <a:gd name="T15" fmla="*/ 2147483646 h 318"/>
              <a:gd name="T16" fmla="*/ 2147483646 w 642"/>
              <a:gd name="T17" fmla="*/ 2147483646 h 318"/>
              <a:gd name="T18" fmla="*/ 2147483646 w 642"/>
              <a:gd name="T19" fmla="*/ 2147483646 h 318"/>
              <a:gd name="T20" fmla="*/ 2147483646 w 642"/>
              <a:gd name="T21" fmla="*/ 2147483646 h 318"/>
              <a:gd name="T22" fmla="*/ 2147483646 w 642"/>
              <a:gd name="T23" fmla="*/ 2147483646 h 318"/>
              <a:gd name="T24" fmla="*/ 2147483646 w 642"/>
              <a:gd name="T25" fmla="*/ 2147483646 h 318"/>
              <a:gd name="T26" fmla="*/ 2147483646 w 642"/>
              <a:gd name="T27" fmla="*/ 2147483646 h 318"/>
              <a:gd name="T28" fmla="*/ 2147483646 w 642"/>
              <a:gd name="T29" fmla="*/ 2147483646 h 318"/>
              <a:gd name="T30" fmla="*/ 2147483646 w 642"/>
              <a:gd name="T31" fmla="*/ 2147483646 h 318"/>
              <a:gd name="T32" fmla="*/ 2147483646 w 642"/>
              <a:gd name="T33" fmla="*/ 2147483646 h 318"/>
              <a:gd name="T34" fmla="*/ 2147483646 w 642"/>
              <a:gd name="T35" fmla="*/ 2147483646 h 318"/>
              <a:gd name="T36" fmla="*/ 2147483646 w 642"/>
              <a:gd name="T37" fmla="*/ 2147483646 h 318"/>
              <a:gd name="T38" fmla="*/ 2147483646 w 642"/>
              <a:gd name="T39" fmla="*/ 2147483646 h 318"/>
              <a:gd name="T40" fmla="*/ 2147483646 w 642"/>
              <a:gd name="T41" fmla="*/ 2147483646 h 318"/>
              <a:gd name="T42" fmla="*/ 2147483646 w 642"/>
              <a:gd name="T43" fmla="*/ 2147483646 h 318"/>
              <a:gd name="T44" fmla="*/ 2147483646 w 642"/>
              <a:gd name="T45" fmla="*/ 2147483646 h 318"/>
              <a:gd name="T46" fmla="*/ 2147483646 w 642"/>
              <a:gd name="T47" fmla="*/ 2147483646 h 318"/>
              <a:gd name="T48" fmla="*/ 2147483646 w 642"/>
              <a:gd name="T49" fmla="*/ 2147483646 h 318"/>
              <a:gd name="T50" fmla="*/ 2147483646 w 642"/>
              <a:gd name="T51" fmla="*/ 2147483646 h 318"/>
              <a:gd name="T52" fmla="*/ 2147483646 w 642"/>
              <a:gd name="T53" fmla="*/ 2147483646 h 318"/>
              <a:gd name="T54" fmla="*/ 2147483646 w 642"/>
              <a:gd name="T55" fmla="*/ 2147483646 h 318"/>
              <a:gd name="T56" fmla="*/ 2147483646 w 642"/>
              <a:gd name="T57" fmla="*/ 2147483646 h 318"/>
              <a:gd name="T58" fmla="*/ 2147483646 w 642"/>
              <a:gd name="T59" fmla="*/ 2147483646 h 318"/>
              <a:gd name="T60" fmla="*/ 2147483646 w 642"/>
              <a:gd name="T61" fmla="*/ 2147483646 h 318"/>
              <a:gd name="T62" fmla="*/ 2147483646 w 642"/>
              <a:gd name="T63" fmla="*/ 2147483646 h 318"/>
              <a:gd name="T64" fmla="*/ 2147483646 w 642"/>
              <a:gd name="T65" fmla="*/ 2147483646 h 318"/>
              <a:gd name="T66" fmla="*/ 2147483646 w 642"/>
              <a:gd name="T67" fmla="*/ 2147483646 h 318"/>
              <a:gd name="T68" fmla="*/ 2147483646 w 642"/>
              <a:gd name="T69" fmla="*/ 2147483646 h 318"/>
              <a:gd name="T70" fmla="*/ 2147483646 w 642"/>
              <a:gd name="T71" fmla="*/ 2147483646 h 318"/>
              <a:gd name="T72" fmla="*/ 2147483646 w 642"/>
              <a:gd name="T73" fmla="*/ 2147483646 h 318"/>
              <a:gd name="T74" fmla="*/ 2147483646 w 642"/>
              <a:gd name="T75" fmla="*/ 2147483646 h 318"/>
              <a:gd name="T76" fmla="*/ 2147483646 w 642"/>
              <a:gd name="T77" fmla="*/ 2147483646 h 318"/>
              <a:gd name="T78" fmla="*/ 2147483646 w 642"/>
              <a:gd name="T79" fmla="*/ 2147483646 h 318"/>
              <a:gd name="T80" fmla="*/ 2147483646 w 642"/>
              <a:gd name="T81" fmla="*/ 2147483646 h 318"/>
              <a:gd name="T82" fmla="*/ 2147483646 w 642"/>
              <a:gd name="T83" fmla="*/ 2147483646 h 318"/>
              <a:gd name="T84" fmla="*/ 2147483646 w 642"/>
              <a:gd name="T85" fmla="*/ 2147483646 h 318"/>
              <a:gd name="T86" fmla="*/ 2147483646 w 642"/>
              <a:gd name="T87" fmla="*/ 2147483646 h 318"/>
              <a:gd name="T88" fmla="*/ 2147483646 w 642"/>
              <a:gd name="T89" fmla="*/ 2147483646 h 318"/>
              <a:gd name="T90" fmla="*/ 2147483646 w 642"/>
              <a:gd name="T91" fmla="*/ 2147483646 h 318"/>
              <a:gd name="T92" fmla="*/ 2147483646 w 642"/>
              <a:gd name="T93" fmla="*/ 2147483646 h 318"/>
              <a:gd name="T94" fmla="*/ 2147483646 w 642"/>
              <a:gd name="T95" fmla="*/ 2147483646 h 318"/>
              <a:gd name="T96" fmla="*/ 2147483646 w 642"/>
              <a:gd name="T97" fmla="*/ 2147483646 h 318"/>
              <a:gd name="T98" fmla="*/ 2147483646 w 642"/>
              <a:gd name="T99" fmla="*/ 2147483646 h 318"/>
              <a:gd name="T100" fmla="*/ 2147483646 w 642"/>
              <a:gd name="T101" fmla="*/ 0 h 318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642" h="318">
                <a:moveTo>
                  <a:pt x="0" y="318"/>
                </a:moveTo>
                <a:lnTo>
                  <a:pt x="0" y="318"/>
                </a:lnTo>
                <a:lnTo>
                  <a:pt x="6" y="318"/>
                </a:lnTo>
                <a:lnTo>
                  <a:pt x="12" y="318"/>
                </a:lnTo>
                <a:lnTo>
                  <a:pt x="18" y="318"/>
                </a:lnTo>
                <a:lnTo>
                  <a:pt x="24" y="318"/>
                </a:lnTo>
                <a:lnTo>
                  <a:pt x="30" y="318"/>
                </a:lnTo>
                <a:lnTo>
                  <a:pt x="30" y="312"/>
                </a:lnTo>
                <a:lnTo>
                  <a:pt x="36" y="312"/>
                </a:lnTo>
                <a:lnTo>
                  <a:pt x="42" y="312"/>
                </a:lnTo>
                <a:lnTo>
                  <a:pt x="48" y="312"/>
                </a:lnTo>
                <a:lnTo>
                  <a:pt x="54" y="312"/>
                </a:lnTo>
                <a:lnTo>
                  <a:pt x="60" y="312"/>
                </a:lnTo>
                <a:lnTo>
                  <a:pt x="66" y="306"/>
                </a:lnTo>
                <a:lnTo>
                  <a:pt x="72" y="306"/>
                </a:lnTo>
                <a:lnTo>
                  <a:pt x="78" y="306"/>
                </a:lnTo>
                <a:lnTo>
                  <a:pt x="84" y="306"/>
                </a:lnTo>
                <a:lnTo>
                  <a:pt x="90" y="306"/>
                </a:lnTo>
                <a:lnTo>
                  <a:pt x="90" y="300"/>
                </a:lnTo>
                <a:lnTo>
                  <a:pt x="96" y="300"/>
                </a:lnTo>
                <a:lnTo>
                  <a:pt x="102" y="300"/>
                </a:lnTo>
                <a:lnTo>
                  <a:pt x="108" y="300"/>
                </a:lnTo>
                <a:lnTo>
                  <a:pt x="114" y="300"/>
                </a:lnTo>
                <a:lnTo>
                  <a:pt x="120" y="294"/>
                </a:lnTo>
                <a:lnTo>
                  <a:pt x="126" y="294"/>
                </a:lnTo>
                <a:lnTo>
                  <a:pt x="132" y="294"/>
                </a:lnTo>
                <a:lnTo>
                  <a:pt x="138" y="294"/>
                </a:lnTo>
                <a:lnTo>
                  <a:pt x="138" y="288"/>
                </a:lnTo>
                <a:lnTo>
                  <a:pt x="144" y="288"/>
                </a:lnTo>
                <a:lnTo>
                  <a:pt x="150" y="288"/>
                </a:lnTo>
                <a:lnTo>
                  <a:pt x="156" y="288"/>
                </a:lnTo>
                <a:lnTo>
                  <a:pt x="162" y="288"/>
                </a:lnTo>
                <a:lnTo>
                  <a:pt x="162" y="282"/>
                </a:lnTo>
                <a:lnTo>
                  <a:pt x="168" y="282"/>
                </a:lnTo>
                <a:lnTo>
                  <a:pt x="174" y="282"/>
                </a:lnTo>
                <a:lnTo>
                  <a:pt x="180" y="282"/>
                </a:lnTo>
                <a:lnTo>
                  <a:pt x="180" y="276"/>
                </a:lnTo>
                <a:lnTo>
                  <a:pt x="186" y="276"/>
                </a:lnTo>
                <a:lnTo>
                  <a:pt x="192" y="276"/>
                </a:lnTo>
                <a:lnTo>
                  <a:pt x="198" y="276"/>
                </a:lnTo>
                <a:lnTo>
                  <a:pt x="198" y="270"/>
                </a:lnTo>
                <a:lnTo>
                  <a:pt x="204" y="270"/>
                </a:lnTo>
                <a:lnTo>
                  <a:pt x="210" y="270"/>
                </a:lnTo>
                <a:lnTo>
                  <a:pt x="216" y="270"/>
                </a:lnTo>
                <a:lnTo>
                  <a:pt x="216" y="264"/>
                </a:lnTo>
                <a:lnTo>
                  <a:pt x="222" y="264"/>
                </a:lnTo>
                <a:lnTo>
                  <a:pt x="228" y="264"/>
                </a:lnTo>
                <a:lnTo>
                  <a:pt x="234" y="258"/>
                </a:lnTo>
                <a:lnTo>
                  <a:pt x="240" y="258"/>
                </a:lnTo>
                <a:lnTo>
                  <a:pt x="246" y="258"/>
                </a:lnTo>
                <a:lnTo>
                  <a:pt x="246" y="252"/>
                </a:lnTo>
                <a:lnTo>
                  <a:pt x="252" y="252"/>
                </a:lnTo>
                <a:lnTo>
                  <a:pt x="258" y="252"/>
                </a:lnTo>
                <a:lnTo>
                  <a:pt x="264" y="246"/>
                </a:lnTo>
                <a:lnTo>
                  <a:pt x="270" y="246"/>
                </a:lnTo>
                <a:lnTo>
                  <a:pt x="276" y="246"/>
                </a:lnTo>
                <a:lnTo>
                  <a:pt x="276" y="240"/>
                </a:lnTo>
                <a:lnTo>
                  <a:pt x="282" y="240"/>
                </a:lnTo>
                <a:lnTo>
                  <a:pt x="288" y="240"/>
                </a:lnTo>
                <a:lnTo>
                  <a:pt x="288" y="234"/>
                </a:lnTo>
                <a:lnTo>
                  <a:pt x="294" y="234"/>
                </a:lnTo>
                <a:lnTo>
                  <a:pt x="300" y="234"/>
                </a:lnTo>
                <a:lnTo>
                  <a:pt x="306" y="228"/>
                </a:lnTo>
                <a:lnTo>
                  <a:pt x="312" y="228"/>
                </a:lnTo>
                <a:lnTo>
                  <a:pt x="318" y="222"/>
                </a:lnTo>
                <a:lnTo>
                  <a:pt x="324" y="222"/>
                </a:lnTo>
                <a:lnTo>
                  <a:pt x="324" y="216"/>
                </a:lnTo>
                <a:lnTo>
                  <a:pt x="330" y="216"/>
                </a:lnTo>
                <a:lnTo>
                  <a:pt x="336" y="216"/>
                </a:lnTo>
                <a:lnTo>
                  <a:pt x="336" y="210"/>
                </a:lnTo>
                <a:lnTo>
                  <a:pt x="342" y="210"/>
                </a:lnTo>
                <a:lnTo>
                  <a:pt x="348" y="210"/>
                </a:lnTo>
                <a:lnTo>
                  <a:pt x="348" y="204"/>
                </a:lnTo>
                <a:lnTo>
                  <a:pt x="354" y="204"/>
                </a:lnTo>
                <a:lnTo>
                  <a:pt x="360" y="204"/>
                </a:lnTo>
                <a:lnTo>
                  <a:pt x="360" y="198"/>
                </a:lnTo>
                <a:lnTo>
                  <a:pt x="366" y="198"/>
                </a:lnTo>
                <a:lnTo>
                  <a:pt x="372" y="192"/>
                </a:lnTo>
                <a:lnTo>
                  <a:pt x="378" y="192"/>
                </a:lnTo>
                <a:lnTo>
                  <a:pt x="384" y="186"/>
                </a:lnTo>
                <a:lnTo>
                  <a:pt x="390" y="186"/>
                </a:lnTo>
                <a:lnTo>
                  <a:pt x="390" y="180"/>
                </a:lnTo>
                <a:lnTo>
                  <a:pt x="396" y="180"/>
                </a:lnTo>
                <a:lnTo>
                  <a:pt x="402" y="174"/>
                </a:lnTo>
                <a:lnTo>
                  <a:pt x="408" y="174"/>
                </a:lnTo>
                <a:lnTo>
                  <a:pt x="414" y="168"/>
                </a:lnTo>
                <a:lnTo>
                  <a:pt x="420" y="162"/>
                </a:lnTo>
                <a:lnTo>
                  <a:pt x="426" y="162"/>
                </a:lnTo>
                <a:lnTo>
                  <a:pt x="426" y="156"/>
                </a:lnTo>
                <a:lnTo>
                  <a:pt x="432" y="156"/>
                </a:lnTo>
                <a:lnTo>
                  <a:pt x="438" y="156"/>
                </a:lnTo>
                <a:lnTo>
                  <a:pt x="438" y="150"/>
                </a:lnTo>
                <a:lnTo>
                  <a:pt x="444" y="150"/>
                </a:lnTo>
                <a:lnTo>
                  <a:pt x="444" y="144"/>
                </a:lnTo>
                <a:lnTo>
                  <a:pt x="450" y="144"/>
                </a:lnTo>
                <a:lnTo>
                  <a:pt x="456" y="144"/>
                </a:lnTo>
                <a:lnTo>
                  <a:pt x="456" y="138"/>
                </a:lnTo>
                <a:lnTo>
                  <a:pt x="462" y="138"/>
                </a:lnTo>
                <a:lnTo>
                  <a:pt x="462" y="132"/>
                </a:lnTo>
                <a:lnTo>
                  <a:pt x="468" y="132"/>
                </a:lnTo>
                <a:lnTo>
                  <a:pt x="474" y="126"/>
                </a:lnTo>
                <a:lnTo>
                  <a:pt x="480" y="126"/>
                </a:lnTo>
                <a:lnTo>
                  <a:pt x="480" y="120"/>
                </a:lnTo>
                <a:lnTo>
                  <a:pt x="486" y="120"/>
                </a:lnTo>
                <a:lnTo>
                  <a:pt x="492" y="114"/>
                </a:lnTo>
                <a:lnTo>
                  <a:pt x="498" y="108"/>
                </a:lnTo>
                <a:lnTo>
                  <a:pt x="504" y="108"/>
                </a:lnTo>
                <a:lnTo>
                  <a:pt x="504" y="102"/>
                </a:lnTo>
                <a:lnTo>
                  <a:pt x="510" y="102"/>
                </a:lnTo>
                <a:lnTo>
                  <a:pt x="516" y="96"/>
                </a:lnTo>
                <a:lnTo>
                  <a:pt x="522" y="96"/>
                </a:lnTo>
                <a:lnTo>
                  <a:pt x="522" y="90"/>
                </a:lnTo>
                <a:lnTo>
                  <a:pt x="528" y="90"/>
                </a:lnTo>
                <a:lnTo>
                  <a:pt x="528" y="84"/>
                </a:lnTo>
                <a:lnTo>
                  <a:pt x="534" y="84"/>
                </a:lnTo>
                <a:lnTo>
                  <a:pt x="540" y="78"/>
                </a:lnTo>
                <a:lnTo>
                  <a:pt x="546" y="72"/>
                </a:lnTo>
                <a:lnTo>
                  <a:pt x="552" y="72"/>
                </a:lnTo>
                <a:lnTo>
                  <a:pt x="552" y="66"/>
                </a:lnTo>
                <a:lnTo>
                  <a:pt x="558" y="66"/>
                </a:lnTo>
                <a:lnTo>
                  <a:pt x="558" y="60"/>
                </a:lnTo>
                <a:lnTo>
                  <a:pt x="564" y="60"/>
                </a:lnTo>
                <a:lnTo>
                  <a:pt x="570" y="54"/>
                </a:lnTo>
                <a:lnTo>
                  <a:pt x="576" y="48"/>
                </a:lnTo>
                <a:lnTo>
                  <a:pt x="582" y="48"/>
                </a:lnTo>
                <a:lnTo>
                  <a:pt x="582" y="42"/>
                </a:lnTo>
                <a:lnTo>
                  <a:pt x="588" y="42"/>
                </a:lnTo>
                <a:lnTo>
                  <a:pt x="588" y="36"/>
                </a:lnTo>
                <a:lnTo>
                  <a:pt x="594" y="36"/>
                </a:lnTo>
                <a:lnTo>
                  <a:pt x="600" y="30"/>
                </a:lnTo>
                <a:lnTo>
                  <a:pt x="606" y="24"/>
                </a:lnTo>
                <a:lnTo>
                  <a:pt x="612" y="24"/>
                </a:lnTo>
                <a:lnTo>
                  <a:pt x="612" y="18"/>
                </a:lnTo>
                <a:lnTo>
                  <a:pt x="618" y="18"/>
                </a:lnTo>
                <a:lnTo>
                  <a:pt x="618" y="12"/>
                </a:lnTo>
                <a:lnTo>
                  <a:pt x="624" y="12"/>
                </a:lnTo>
                <a:lnTo>
                  <a:pt x="630" y="6"/>
                </a:lnTo>
                <a:lnTo>
                  <a:pt x="636" y="0"/>
                </a:lnTo>
                <a:lnTo>
                  <a:pt x="642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5" name="Freeform 34">
            <a:extLst>
              <a:ext uri="{FF2B5EF4-FFF2-40B4-BE49-F238E27FC236}">
                <a16:creationId xmlns:a16="http://schemas.microsoft.com/office/drawing/2014/main" id="{B7EA122F-92B5-016A-150C-9A9A515E7AC2}"/>
              </a:ext>
            </a:extLst>
          </p:cNvPr>
          <p:cNvSpPr>
            <a:spLocks/>
          </p:cNvSpPr>
          <p:nvPr/>
        </p:nvSpPr>
        <p:spPr bwMode="auto">
          <a:xfrm>
            <a:off x="6523038" y="4552950"/>
            <a:ext cx="814387" cy="373063"/>
          </a:xfrm>
          <a:custGeom>
            <a:avLst/>
            <a:gdLst>
              <a:gd name="T0" fmla="*/ 2147483646 w 642"/>
              <a:gd name="T1" fmla="*/ 2147483646 h 294"/>
              <a:gd name="T2" fmla="*/ 2147483646 w 642"/>
              <a:gd name="T3" fmla="*/ 2147483646 h 294"/>
              <a:gd name="T4" fmla="*/ 2147483646 w 642"/>
              <a:gd name="T5" fmla="*/ 2147483646 h 294"/>
              <a:gd name="T6" fmla="*/ 2147483646 w 642"/>
              <a:gd name="T7" fmla="*/ 2147483646 h 294"/>
              <a:gd name="T8" fmla="*/ 2147483646 w 642"/>
              <a:gd name="T9" fmla="*/ 2147483646 h 294"/>
              <a:gd name="T10" fmla="*/ 2147483646 w 642"/>
              <a:gd name="T11" fmla="*/ 2147483646 h 294"/>
              <a:gd name="T12" fmla="*/ 2147483646 w 642"/>
              <a:gd name="T13" fmla="*/ 2147483646 h 294"/>
              <a:gd name="T14" fmla="*/ 2147483646 w 642"/>
              <a:gd name="T15" fmla="*/ 2147483646 h 294"/>
              <a:gd name="T16" fmla="*/ 2147483646 w 642"/>
              <a:gd name="T17" fmla="*/ 2147483646 h 294"/>
              <a:gd name="T18" fmla="*/ 2147483646 w 642"/>
              <a:gd name="T19" fmla="*/ 2147483646 h 294"/>
              <a:gd name="T20" fmla="*/ 2147483646 w 642"/>
              <a:gd name="T21" fmla="*/ 2147483646 h 294"/>
              <a:gd name="T22" fmla="*/ 2147483646 w 642"/>
              <a:gd name="T23" fmla="*/ 2147483646 h 294"/>
              <a:gd name="T24" fmla="*/ 2147483646 w 642"/>
              <a:gd name="T25" fmla="*/ 2147483646 h 294"/>
              <a:gd name="T26" fmla="*/ 2147483646 w 642"/>
              <a:gd name="T27" fmla="*/ 2147483646 h 294"/>
              <a:gd name="T28" fmla="*/ 2147483646 w 642"/>
              <a:gd name="T29" fmla="*/ 2147483646 h 294"/>
              <a:gd name="T30" fmla="*/ 2147483646 w 642"/>
              <a:gd name="T31" fmla="*/ 2147483646 h 294"/>
              <a:gd name="T32" fmla="*/ 2147483646 w 642"/>
              <a:gd name="T33" fmla="*/ 2147483646 h 294"/>
              <a:gd name="T34" fmla="*/ 2147483646 w 642"/>
              <a:gd name="T35" fmla="*/ 2147483646 h 294"/>
              <a:gd name="T36" fmla="*/ 2147483646 w 642"/>
              <a:gd name="T37" fmla="*/ 2147483646 h 294"/>
              <a:gd name="T38" fmla="*/ 2147483646 w 642"/>
              <a:gd name="T39" fmla="*/ 2147483646 h 294"/>
              <a:gd name="T40" fmla="*/ 2147483646 w 642"/>
              <a:gd name="T41" fmla="*/ 2147483646 h 294"/>
              <a:gd name="T42" fmla="*/ 2147483646 w 642"/>
              <a:gd name="T43" fmla="*/ 2147483646 h 294"/>
              <a:gd name="T44" fmla="*/ 2147483646 w 642"/>
              <a:gd name="T45" fmla="*/ 2147483646 h 294"/>
              <a:gd name="T46" fmla="*/ 2147483646 w 642"/>
              <a:gd name="T47" fmla="*/ 2147483646 h 294"/>
              <a:gd name="T48" fmla="*/ 2147483646 w 642"/>
              <a:gd name="T49" fmla="*/ 2147483646 h 294"/>
              <a:gd name="T50" fmla="*/ 2147483646 w 642"/>
              <a:gd name="T51" fmla="*/ 2147483646 h 294"/>
              <a:gd name="T52" fmla="*/ 2147483646 w 642"/>
              <a:gd name="T53" fmla="*/ 2147483646 h 294"/>
              <a:gd name="T54" fmla="*/ 2147483646 w 642"/>
              <a:gd name="T55" fmla="*/ 2147483646 h 294"/>
              <a:gd name="T56" fmla="*/ 2147483646 w 642"/>
              <a:gd name="T57" fmla="*/ 2147483646 h 294"/>
              <a:gd name="T58" fmla="*/ 2147483646 w 642"/>
              <a:gd name="T59" fmla="*/ 2147483646 h 294"/>
              <a:gd name="T60" fmla="*/ 2147483646 w 642"/>
              <a:gd name="T61" fmla="*/ 2147483646 h 294"/>
              <a:gd name="T62" fmla="*/ 2147483646 w 642"/>
              <a:gd name="T63" fmla="*/ 2147483646 h 294"/>
              <a:gd name="T64" fmla="*/ 2147483646 w 642"/>
              <a:gd name="T65" fmla="*/ 2147483646 h 294"/>
              <a:gd name="T66" fmla="*/ 2147483646 w 642"/>
              <a:gd name="T67" fmla="*/ 2147483646 h 294"/>
              <a:gd name="T68" fmla="*/ 2147483646 w 642"/>
              <a:gd name="T69" fmla="*/ 2147483646 h 294"/>
              <a:gd name="T70" fmla="*/ 2147483646 w 642"/>
              <a:gd name="T71" fmla="*/ 2147483646 h 294"/>
              <a:gd name="T72" fmla="*/ 2147483646 w 642"/>
              <a:gd name="T73" fmla="*/ 2147483646 h 294"/>
              <a:gd name="T74" fmla="*/ 2147483646 w 642"/>
              <a:gd name="T75" fmla="*/ 2147483646 h 294"/>
              <a:gd name="T76" fmla="*/ 2147483646 w 642"/>
              <a:gd name="T77" fmla="*/ 2147483646 h 294"/>
              <a:gd name="T78" fmla="*/ 2147483646 w 642"/>
              <a:gd name="T79" fmla="*/ 2147483646 h 294"/>
              <a:gd name="T80" fmla="*/ 2147483646 w 642"/>
              <a:gd name="T81" fmla="*/ 2147483646 h 294"/>
              <a:gd name="T82" fmla="*/ 2147483646 w 642"/>
              <a:gd name="T83" fmla="*/ 2147483646 h 294"/>
              <a:gd name="T84" fmla="*/ 2147483646 w 642"/>
              <a:gd name="T85" fmla="*/ 2147483646 h 294"/>
              <a:gd name="T86" fmla="*/ 2147483646 w 642"/>
              <a:gd name="T87" fmla="*/ 2147483646 h 294"/>
              <a:gd name="T88" fmla="*/ 2147483646 w 642"/>
              <a:gd name="T89" fmla="*/ 2147483646 h 294"/>
              <a:gd name="T90" fmla="*/ 2147483646 w 642"/>
              <a:gd name="T91" fmla="*/ 2147483646 h 294"/>
              <a:gd name="T92" fmla="*/ 2147483646 w 642"/>
              <a:gd name="T93" fmla="*/ 2147483646 h 294"/>
              <a:gd name="T94" fmla="*/ 2147483646 w 642"/>
              <a:gd name="T95" fmla="*/ 2147483646 h 294"/>
              <a:gd name="T96" fmla="*/ 2147483646 w 642"/>
              <a:gd name="T97" fmla="*/ 2147483646 h 294"/>
              <a:gd name="T98" fmla="*/ 2147483646 w 642"/>
              <a:gd name="T99" fmla="*/ 2147483646 h 294"/>
              <a:gd name="T100" fmla="*/ 2147483646 w 642"/>
              <a:gd name="T101" fmla="*/ 2147483646 h 29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642" h="294">
                <a:moveTo>
                  <a:pt x="0" y="294"/>
                </a:moveTo>
                <a:lnTo>
                  <a:pt x="0" y="288"/>
                </a:lnTo>
                <a:lnTo>
                  <a:pt x="6" y="288"/>
                </a:lnTo>
                <a:lnTo>
                  <a:pt x="6" y="282"/>
                </a:lnTo>
                <a:lnTo>
                  <a:pt x="12" y="282"/>
                </a:lnTo>
                <a:lnTo>
                  <a:pt x="18" y="276"/>
                </a:lnTo>
                <a:lnTo>
                  <a:pt x="24" y="270"/>
                </a:lnTo>
                <a:lnTo>
                  <a:pt x="30" y="270"/>
                </a:lnTo>
                <a:lnTo>
                  <a:pt x="30" y="264"/>
                </a:lnTo>
                <a:lnTo>
                  <a:pt x="36" y="264"/>
                </a:lnTo>
                <a:lnTo>
                  <a:pt x="36" y="258"/>
                </a:lnTo>
                <a:lnTo>
                  <a:pt x="42" y="258"/>
                </a:lnTo>
                <a:lnTo>
                  <a:pt x="48" y="252"/>
                </a:lnTo>
                <a:lnTo>
                  <a:pt x="54" y="246"/>
                </a:lnTo>
                <a:lnTo>
                  <a:pt x="60" y="246"/>
                </a:lnTo>
                <a:lnTo>
                  <a:pt x="60" y="240"/>
                </a:lnTo>
                <a:lnTo>
                  <a:pt x="66" y="240"/>
                </a:lnTo>
                <a:lnTo>
                  <a:pt x="66" y="234"/>
                </a:lnTo>
                <a:lnTo>
                  <a:pt x="72" y="234"/>
                </a:lnTo>
                <a:lnTo>
                  <a:pt x="78" y="228"/>
                </a:lnTo>
                <a:lnTo>
                  <a:pt x="84" y="228"/>
                </a:lnTo>
                <a:lnTo>
                  <a:pt x="84" y="222"/>
                </a:lnTo>
                <a:lnTo>
                  <a:pt x="90" y="222"/>
                </a:lnTo>
                <a:lnTo>
                  <a:pt x="96" y="216"/>
                </a:lnTo>
                <a:lnTo>
                  <a:pt x="102" y="210"/>
                </a:lnTo>
                <a:lnTo>
                  <a:pt x="108" y="210"/>
                </a:lnTo>
                <a:lnTo>
                  <a:pt x="108" y="204"/>
                </a:lnTo>
                <a:lnTo>
                  <a:pt x="114" y="204"/>
                </a:lnTo>
                <a:lnTo>
                  <a:pt x="120" y="198"/>
                </a:lnTo>
                <a:lnTo>
                  <a:pt x="126" y="198"/>
                </a:lnTo>
                <a:lnTo>
                  <a:pt x="126" y="192"/>
                </a:lnTo>
                <a:lnTo>
                  <a:pt x="132" y="192"/>
                </a:lnTo>
                <a:lnTo>
                  <a:pt x="132" y="186"/>
                </a:lnTo>
                <a:lnTo>
                  <a:pt x="138" y="186"/>
                </a:lnTo>
                <a:lnTo>
                  <a:pt x="144" y="186"/>
                </a:lnTo>
                <a:lnTo>
                  <a:pt x="144" y="180"/>
                </a:lnTo>
                <a:lnTo>
                  <a:pt x="150" y="180"/>
                </a:lnTo>
                <a:lnTo>
                  <a:pt x="150" y="174"/>
                </a:lnTo>
                <a:lnTo>
                  <a:pt x="156" y="174"/>
                </a:lnTo>
                <a:lnTo>
                  <a:pt x="162" y="174"/>
                </a:lnTo>
                <a:lnTo>
                  <a:pt x="162" y="168"/>
                </a:lnTo>
                <a:lnTo>
                  <a:pt x="168" y="168"/>
                </a:lnTo>
                <a:lnTo>
                  <a:pt x="174" y="162"/>
                </a:lnTo>
                <a:lnTo>
                  <a:pt x="180" y="156"/>
                </a:lnTo>
                <a:lnTo>
                  <a:pt x="186" y="156"/>
                </a:lnTo>
                <a:lnTo>
                  <a:pt x="192" y="150"/>
                </a:lnTo>
                <a:lnTo>
                  <a:pt x="198" y="150"/>
                </a:lnTo>
                <a:lnTo>
                  <a:pt x="198" y="144"/>
                </a:lnTo>
                <a:lnTo>
                  <a:pt x="204" y="144"/>
                </a:lnTo>
                <a:lnTo>
                  <a:pt x="210" y="138"/>
                </a:lnTo>
                <a:lnTo>
                  <a:pt x="216" y="138"/>
                </a:lnTo>
                <a:lnTo>
                  <a:pt x="222" y="132"/>
                </a:lnTo>
                <a:lnTo>
                  <a:pt x="228" y="132"/>
                </a:lnTo>
                <a:lnTo>
                  <a:pt x="228" y="126"/>
                </a:lnTo>
                <a:lnTo>
                  <a:pt x="234" y="126"/>
                </a:lnTo>
                <a:lnTo>
                  <a:pt x="240" y="126"/>
                </a:lnTo>
                <a:lnTo>
                  <a:pt x="240" y="120"/>
                </a:lnTo>
                <a:lnTo>
                  <a:pt x="246" y="120"/>
                </a:lnTo>
                <a:lnTo>
                  <a:pt x="252" y="120"/>
                </a:lnTo>
                <a:lnTo>
                  <a:pt x="252" y="114"/>
                </a:lnTo>
                <a:lnTo>
                  <a:pt x="258" y="114"/>
                </a:lnTo>
                <a:lnTo>
                  <a:pt x="264" y="114"/>
                </a:lnTo>
                <a:lnTo>
                  <a:pt x="264" y="108"/>
                </a:lnTo>
                <a:lnTo>
                  <a:pt x="270" y="108"/>
                </a:lnTo>
                <a:lnTo>
                  <a:pt x="276" y="102"/>
                </a:lnTo>
                <a:lnTo>
                  <a:pt x="282" y="102"/>
                </a:lnTo>
                <a:lnTo>
                  <a:pt x="288" y="96"/>
                </a:lnTo>
                <a:lnTo>
                  <a:pt x="294" y="96"/>
                </a:lnTo>
                <a:lnTo>
                  <a:pt x="300" y="96"/>
                </a:lnTo>
                <a:lnTo>
                  <a:pt x="300" y="90"/>
                </a:lnTo>
                <a:lnTo>
                  <a:pt x="306" y="90"/>
                </a:lnTo>
                <a:lnTo>
                  <a:pt x="312" y="90"/>
                </a:lnTo>
                <a:lnTo>
                  <a:pt x="312" y="84"/>
                </a:lnTo>
                <a:lnTo>
                  <a:pt x="318" y="84"/>
                </a:lnTo>
                <a:lnTo>
                  <a:pt x="324" y="84"/>
                </a:lnTo>
                <a:lnTo>
                  <a:pt x="330" y="78"/>
                </a:lnTo>
                <a:lnTo>
                  <a:pt x="336" y="78"/>
                </a:lnTo>
                <a:lnTo>
                  <a:pt x="342" y="78"/>
                </a:lnTo>
                <a:lnTo>
                  <a:pt x="342" y="72"/>
                </a:lnTo>
                <a:lnTo>
                  <a:pt x="348" y="72"/>
                </a:lnTo>
                <a:lnTo>
                  <a:pt x="354" y="72"/>
                </a:lnTo>
                <a:lnTo>
                  <a:pt x="360" y="66"/>
                </a:lnTo>
                <a:lnTo>
                  <a:pt x="366" y="66"/>
                </a:lnTo>
                <a:lnTo>
                  <a:pt x="372" y="66"/>
                </a:lnTo>
                <a:lnTo>
                  <a:pt x="372" y="60"/>
                </a:lnTo>
                <a:lnTo>
                  <a:pt x="378" y="60"/>
                </a:lnTo>
                <a:lnTo>
                  <a:pt x="384" y="60"/>
                </a:lnTo>
                <a:lnTo>
                  <a:pt x="390" y="60"/>
                </a:lnTo>
                <a:lnTo>
                  <a:pt x="390" y="54"/>
                </a:lnTo>
                <a:lnTo>
                  <a:pt x="396" y="54"/>
                </a:lnTo>
                <a:lnTo>
                  <a:pt x="402" y="54"/>
                </a:lnTo>
                <a:lnTo>
                  <a:pt x="408" y="54"/>
                </a:lnTo>
                <a:lnTo>
                  <a:pt x="408" y="48"/>
                </a:lnTo>
                <a:lnTo>
                  <a:pt x="414" y="48"/>
                </a:lnTo>
                <a:lnTo>
                  <a:pt x="420" y="48"/>
                </a:lnTo>
                <a:lnTo>
                  <a:pt x="426" y="48"/>
                </a:lnTo>
                <a:lnTo>
                  <a:pt x="426" y="42"/>
                </a:lnTo>
                <a:lnTo>
                  <a:pt x="432" y="42"/>
                </a:lnTo>
                <a:lnTo>
                  <a:pt x="438" y="42"/>
                </a:lnTo>
                <a:lnTo>
                  <a:pt x="444" y="42"/>
                </a:lnTo>
                <a:lnTo>
                  <a:pt x="450" y="42"/>
                </a:lnTo>
                <a:lnTo>
                  <a:pt x="450" y="36"/>
                </a:lnTo>
                <a:lnTo>
                  <a:pt x="456" y="36"/>
                </a:lnTo>
                <a:lnTo>
                  <a:pt x="462" y="36"/>
                </a:lnTo>
                <a:lnTo>
                  <a:pt x="468" y="36"/>
                </a:lnTo>
                <a:lnTo>
                  <a:pt x="474" y="30"/>
                </a:lnTo>
                <a:lnTo>
                  <a:pt x="480" y="30"/>
                </a:lnTo>
                <a:lnTo>
                  <a:pt x="486" y="30"/>
                </a:lnTo>
                <a:lnTo>
                  <a:pt x="492" y="30"/>
                </a:lnTo>
                <a:lnTo>
                  <a:pt x="498" y="30"/>
                </a:lnTo>
                <a:lnTo>
                  <a:pt x="498" y="24"/>
                </a:lnTo>
                <a:lnTo>
                  <a:pt x="504" y="24"/>
                </a:lnTo>
                <a:lnTo>
                  <a:pt x="510" y="24"/>
                </a:lnTo>
                <a:lnTo>
                  <a:pt x="516" y="24"/>
                </a:lnTo>
                <a:lnTo>
                  <a:pt x="522" y="24"/>
                </a:lnTo>
                <a:lnTo>
                  <a:pt x="528" y="18"/>
                </a:lnTo>
                <a:lnTo>
                  <a:pt x="534" y="18"/>
                </a:lnTo>
                <a:lnTo>
                  <a:pt x="540" y="18"/>
                </a:lnTo>
                <a:lnTo>
                  <a:pt x="546" y="18"/>
                </a:lnTo>
                <a:lnTo>
                  <a:pt x="552" y="18"/>
                </a:lnTo>
                <a:lnTo>
                  <a:pt x="558" y="18"/>
                </a:lnTo>
                <a:lnTo>
                  <a:pt x="558" y="12"/>
                </a:lnTo>
                <a:lnTo>
                  <a:pt x="564" y="12"/>
                </a:lnTo>
                <a:lnTo>
                  <a:pt x="570" y="12"/>
                </a:lnTo>
                <a:lnTo>
                  <a:pt x="576" y="12"/>
                </a:lnTo>
                <a:lnTo>
                  <a:pt x="582" y="12"/>
                </a:lnTo>
                <a:lnTo>
                  <a:pt x="588" y="12"/>
                </a:lnTo>
                <a:lnTo>
                  <a:pt x="594" y="12"/>
                </a:lnTo>
                <a:lnTo>
                  <a:pt x="594" y="6"/>
                </a:lnTo>
                <a:lnTo>
                  <a:pt x="600" y="6"/>
                </a:lnTo>
                <a:lnTo>
                  <a:pt x="606" y="6"/>
                </a:lnTo>
                <a:lnTo>
                  <a:pt x="612" y="6"/>
                </a:lnTo>
                <a:lnTo>
                  <a:pt x="618" y="6"/>
                </a:lnTo>
                <a:lnTo>
                  <a:pt x="624" y="6"/>
                </a:lnTo>
                <a:lnTo>
                  <a:pt x="630" y="6"/>
                </a:lnTo>
                <a:lnTo>
                  <a:pt x="636" y="6"/>
                </a:lnTo>
                <a:lnTo>
                  <a:pt x="642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6" name="Freeform 35">
            <a:extLst>
              <a:ext uri="{FF2B5EF4-FFF2-40B4-BE49-F238E27FC236}">
                <a16:creationId xmlns:a16="http://schemas.microsoft.com/office/drawing/2014/main" id="{5973B7EF-C80B-047C-70F2-75EE8C7D9087}"/>
              </a:ext>
            </a:extLst>
          </p:cNvPr>
          <p:cNvSpPr>
            <a:spLocks/>
          </p:cNvSpPr>
          <p:nvPr/>
        </p:nvSpPr>
        <p:spPr bwMode="auto">
          <a:xfrm>
            <a:off x="7315200" y="4519613"/>
            <a:ext cx="746125" cy="30162"/>
          </a:xfrm>
          <a:custGeom>
            <a:avLst/>
            <a:gdLst>
              <a:gd name="T0" fmla="*/ 2147483646 w 588"/>
              <a:gd name="T1" fmla="*/ 2147483646 h 24"/>
              <a:gd name="T2" fmla="*/ 2147483646 w 588"/>
              <a:gd name="T3" fmla="*/ 2147483646 h 24"/>
              <a:gd name="T4" fmla="*/ 2147483646 w 588"/>
              <a:gd name="T5" fmla="*/ 2147483646 h 24"/>
              <a:gd name="T6" fmla="*/ 2147483646 w 588"/>
              <a:gd name="T7" fmla="*/ 2147483646 h 24"/>
              <a:gd name="T8" fmla="*/ 2147483646 w 588"/>
              <a:gd name="T9" fmla="*/ 2147483646 h 24"/>
              <a:gd name="T10" fmla="*/ 2147483646 w 588"/>
              <a:gd name="T11" fmla="*/ 2147483646 h 24"/>
              <a:gd name="T12" fmla="*/ 2147483646 w 588"/>
              <a:gd name="T13" fmla="*/ 2147483646 h 24"/>
              <a:gd name="T14" fmla="*/ 2147483646 w 588"/>
              <a:gd name="T15" fmla="*/ 2147483646 h 24"/>
              <a:gd name="T16" fmla="*/ 2147483646 w 588"/>
              <a:gd name="T17" fmla="*/ 2147483646 h 24"/>
              <a:gd name="T18" fmla="*/ 2147483646 w 588"/>
              <a:gd name="T19" fmla="*/ 2147483646 h 24"/>
              <a:gd name="T20" fmla="*/ 2147483646 w 588"/>
              <a:gd name="T21" fmla="*/ 2147483646 h 24"/>
              <a:gd name="T22" fmla="*/ 2147483646 w 588"/>
              <a:gd name="T23" fmla="*/ 2147483646 h 24"/>
              <a:gd name="T24" fmla="*/ 2147483646 w 588"/>
              <a:gd name="T25" fmla="*/ 2147483646 h 24"/>
              <a:gd name="T26" fmla="*/ 2147483646 w 588"/>
              <a:gd name="T27" fmla="*/ 2147483646 h 24"/>
              <a:gd name="T28" fmla="*/ 2147483646 w 588"/>
              <a:gd name="T29" fmla="*/ 2147483646 h 24"/>
              <a:gd name="T30" fmla="*/ 2147483646 w 588"/>
              <a:gd name="T31" fmla="*/ 2147483646 h 24"/>
              <a:gd name="T32" fmla="*/ 2147483646 w 588"/>
              <a:gd name="T33" fmla="*/ 2147483646 h 24"/>
              <a:gd name="T34" fmla="*/ 2147483646 w 588"/>
              <a:gd name="T35" fmla="*/ 2147483646 h 24"/>
              <a:gd name="T36" fmla="*/ 2147483646 w 588"/>
              <a:gd name="T37" fmla="*/ 2147483646 h 24"/>
              <a:gd name="T38" fmla="*/ 2147483646 w 588"/>
              <a:gd name="T39" fmla="*/ 2147483646 h 24"/>
              <a:gd name="T40" fmla="*/ 2147483646 w 588"/>
              <a:gd name="T41" fmla="*/ 2147483646 h 24"/>
              <a:gd name="T42" fmla="*/ 2147483646 w 588"/>
              <a:gd name="T43" fmla="*/ 2147483646 h 24"/>
              <a:gd name="T44" fmla="*/ 2147483646 w 588"/>
              <a:gd name="T45" fmla="*/ 2147483646 h 24"/>
              <a:gd name="T46" fmla="*/ 2147483646 w 588"/>
              <a:gd name="T47" fmla="*/ 2147483646 h 24"/>
              <a:gd name="T48" fmla="*/ 2147483646 w 588"/>
              <a:gd name="T49" fmla="*/ 2147483646 h 24"/>
              <a:gd name="T50" fmla="*/ 2147483646 w 588"/>
              <a:gd name="T51" fmla="*/ 2147483646 h 24"/>
              <a:gd name="T52" fmla="*/ 2147483646 w 588"/>
              <a:gd name="T53" fmla="*/ 2147483646 h 24"/>
              <a:gd name="T54" fmla="*/ 2147483646 w 588"/>
              <a:gd name="T55" fmla="*/ 2147483646 h 24"/>
              <a:gd name="T56" fmla="*/ 2147483646 w 588"/>
              <a:gd name="T57" fmla="*/ 2147483646 h 24"/>
              <a:gd name="T58" fmla="*/ 2147483646 w 588"/>
              <a:gd name="T59" fmla="*/ 2147483646 h 24"/>
              <a:gd name="T60" fmla="*/ 2147483646 w 588"/>
              <a:gd name="T61" fmla="*/ 2147483646 h 24"/>
              <a:gd name="T62" fmla="*/ 2147483646 w 588"/>
              <a:gd name="T63" fmla="*/ 2147483646 h 24"/>
              <a:gd name="T64" fmla="*/ 2147483646 w 588"/>
              <a:gd name="T65" fmla="*/ 2147483646 h 24"/>
              <a:gd name="T66" fmla="*/ 2147483646 w 588"/>
              <a:gd name="T67" fmla="*/ 2147483646 h 24"/>
              <a:gd name="T68" fmla="*/ 2147483646 w 588"/>
              <a:gd name="T69" fmla="*/ 2147483646 h 24"/>
              <a:gd name="T70" fmla="*/ 2147483646 w 588"/>
              <a:gd name="T71" fmla="*/ 2147483646 h 24"/>
              <a:gd name="T72" fmla="*/ 2147483646 w 588"/>
              <a:gd name="T73" fmla="*/ 2147483646 h 24"/>
              <a:gd name="T74" fmla="*/ 2147483646 w 588"/>
              <a:gd name="T75" fmla="*/ 2147483646 h 24"/>
              <a:gd name="T76" fmla="*/ 2147483646 w 588"/>
              <a:gd name="T77" fmla="*/ 2147483646 h 24"/>
              <a:gd name="T78" fmla="*/ 2147483646 w 588"/>
              <a:gd name="T79" fmla="*/ 2147483646 h 24"/>
              <a:gd name="T80" fmla="*/ 2147483646 w 588"/>
              <a:gd name="T81" fmla="*/ 2147483646 h 24"/>
              <a:gd name="T82" fmla="*/ 2147483646 w 588"/>
              <a:gd name="T83" fmla="*/ 2147483646 h 24"/>
              <a:gd name="T84" fmla="*/ 2147483646 w 588"/>
              <a:gd name="T85" fmla="*/ 2147483646 h 24"/>
              <a:gd name="T86" fmla="*/ 2147483646 w 588"/>
              <a:gd name="T87" fmla="*/ 2147483646 h 24"/>
              <a:gd name="T88" fmla="*/ 2147483646 w 588"/>
              <a:gd name="T89" fmla="*/ 2147483646 h 24"/>
              <a:gd name="T90" fmla="*/ 2147483646 w 588"/>
              <a:gd name="T91" fmla="*/ 2147483646 h 24"/>
              <a:gd name="T92" fmla="*/ 2147483646 w 588"/>
              <a:gd name="T93" fmla="*/ 0 h 24"/>
              <a:gd name="T94" fmla="*/ 2147483646 w 588"/>
              <a:gd name="T95" fmla="*/ 0 h 24"/>
              <a:gd name="T96" fmla="*/ 2147483646 w 588"/>
              <a:gd name="T97" fmla="*/ 0 h 24"/>
              <a:gd name="T98" fmla="*/ 2147483646 w 588"/>
              <a:gd name="T99" fmla="*/ 0 h 24"/>
              <a:gd name="T100" fmla="*/ 2147483646 w 588"/>
              <a:gd name="T101" fmla="*/ 0 h 24"/>
              <a:gd name="T102" fmla="*/ 2147483646 w 588"/>
              <a:gd name="T103" fmla="*/ 0 h 24"/>
              <a:gd name="T104" fmla="*/ 2147483646 w 588"/>
              <a:gd name="T105" fmla="*/ 0 h 24"/>
              <a:gd name="T106" fmla="*/ 2147483646 w 588"/>
              <a:gd name="T107" fmla="*/ 0 h 24"/>
              <a:gd name="T108" fmla="*/ 2147483646 w 588"/>
              <a:gd name="T109" fmla="*/ 0 h 24"/>
              <a:gd name="T110" fmla="*/ 2147483646 w 588"/>
              <a:gd name="T111" fmla="*/ 0 h 24"/>
              <a:gd name="T112" fmla="*/ 2147483646 w 588"/>
              <a:gd name="T113" fmla="*/ 0 h 24"/>
              <a:gd name="T114" fmla="*/ 2147483646 w 588"/>
              <a:gd name="T115" fmla="*/ 0 h 24"/>
              <a:gd name="T116" fmla="*/ 2147483646 w 588"/>
              <a:gd name="T117" fmla="*/ 0 h 2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588" h="24">
                <a:moveTo>
                  <a:pt x="0" y="24"/>
                </a:moveTo>
                <a:lnTo>
                  <a:pt x="0" y="24"/>
                </a:lnTo>
                <a:lnTo>
                  <a:pt x="6" y="24"/>
                </a:lnTo>
                <a:lnTo>
                  <a:pt x="12" y="24"/>
                </a:lnTo>
                <a:lnTo>
                  <a:pt x="18" y="24"/>
                </a:lnTo>
                <a:lnTo>
                  <a:pt x="24" y="24"/>
                </a:lnTo>
                <a:lnTo>
                  <a:pt x="30" y="24"/>
                </a:lnTo>
                <a:lnTo>
                  <a:pt x="36" y="24"/>
                </a:lnTo>
                <a:lnTo>
                  <a:pt x="42" y="24"/>
                </a:lnTo>
                <a:lnTo>
                  <a:pt x="48" y="24"/>
                </a:lnTo>
                <a:lnTo>
                  <a:pt x="54" y="18"/>
                </a:lnTo>
                <a:lnTo>
                  <a:pt x="60" y="18"/>
                </a:lnTo>
                <a:lnTo>
                  <a:pt x="66" y="18"/>
                </a:lnTo>
                <a:lnTo>
                  <a:pt x="72" y="18"/>
                </a:lnTo>
                <a:lnTo>
                  <a:pt x="78" y="18"/>
                </a:lnTo>
                <a:lnTo>
                  <a:pt x="84" y="18"/>
                </a:lnTo>
                <a:lnTo>
                  <a:pt x="90" y="18"/>
                </a:lnTo>
                <a:lnTo>
                  <a:pt x="96" y="18"/>
                </a:lnTo>
                <a:lnTo>
                  <a:pt x="102" y="18"/>
                </a:lnTo>
                <a:lnTo>
                  <a:pt x="108" y="18"/>
                </a:lnTo>
                <a:lnTo>
                  <a:pt x="114" y="18"/>
                </a:lnTo>
                <a:lnTo>
                  <a:pt x="120" y="18"/>
                </a:lnTo>
                <a:lnTo>
                  <a:pt x="120" y="12"/>
                </a:lnTo>
                <a:lnTo>
                  <a:pt x="126" y="12"/>
                </a:lnTo>
                <a:lnTo>
                  <a:pt x="132" y="12"/>
                </a:lnTo>
                <a:lnTo>
                  <a:pt x="138" y="12"/>
                </a:lnTo>
                <a:lnTo>
                  <a:pt x="144" y="12"/>
                </a:lnTo>
                <a:lnTo>
                  <a:pt x="150" y="12"/>
                </a:lnTo>
                <a:lnTo>
                  <a:pt x="156" y="12"/>
                </a:lnTo>
                <a:lnTo>
                  <a:pt x="162" y="12"/>
                </a:lnTo>
                <a:lnTo>
                  <a:pt x="168" y="12"/>
                </a:lnTo>
                <a:lnTo>
                  <a:pt x="174" y="12"/>
                </a:lnTo>
                <a:lnTo>
                  <a:pt x="180" y="12"/>
                </a:lnTo>
                <a:lnTo>
                  <a:pt x="186" y="12"/>
                </a:lnTo>
                <a:lnTo>
                  <a:pt x="192" y="12"/>
                </a:lnTo>
                <a:lnTo>
                  <a:pt x="198" y="12"/>
                </a:lnTo>
                <a:lnTo>
                  <a:pt x="204" y="12"/>
                </a:lnTo>
                <a:lnTo>
                  <a:pt x="210" y="12"/>
                </a:lnTo>
                <a:lnTo>
                  <a:pt x="216" y="12"/>
                </a:lnTo>
                <a:lnTo>
                  <a:pt x="222" y="12"/>
                </a:lnTo>
                <a:lnTo>
                  <a:pt x="228" y="12"/>
                </a:lnTo>
                <a:lnTo>
                  <a:pt x="234" y="12"/>
                </a:lnTo>
                <a:lnTo>
                  <a:pt x="234" y="6"/>
                </a:lnTo>
                <a:lnTo>
                  <a:pt x="240" y="6"/>
                </a:lnTo>
                <a:lnTo>
                  <a:pt x="246" y="6"/>
                </a:lnTo>
                <a:lnTo>
                  <a:pt x="252" y="6"/>
                </a:lnTo>
                <a:lnTo>
                  <a:pt x="258" y="6"/>
                </a:lnTo>
                <a:lnTo>
                  <a:pt x="264" y="6"/>
                </a:lnTo>
                <a:lnTo>
                  <a:pt x="270" y="6"/>
                </a:lnTo>
                <a:lnTo>
                  <a:pt x="276" y="6"/>
                </a:lnTo>
                <a:lnTo>
                  <a:pt x="282" y="6"/>
                </a:lnTo>
                <a:lnTo>
                  <a:pt x="288" y="6"/>
                </a:lnTo>
                <a:lnTo>
                  <a:pt x="294" y="6"/>
                </a:lnTo>
                <a:lnTo>
                  <a:pt x="300" y="6"/>
                </a:lnTo>
                <a:lnTo>
                  <a:pt x="306" y="6"/>
                </a:lnTo>
                <a:lnTo>
                  <a:pt x="312" y="6"/>
                </a:lnTo>
                <a:lnTo>
                  <a:pt x="318" y="6"/>
                </a:lnTo>
                <a:lnTo>
                  <a:pt x="324" y="6"/>
                </a:lnTo>
                <a:lnTo>
                  <a:pt x="330" y="6"/>
                </a:lnTo>
                <a:lnTo>
                  <a:pt x="336" y="6"/>
                </a:lnTo>
                <a:lnTo>
                  <a:pt x="342" y="6"/>
                </a:lnTo>
                <a:lnTo>
                  <a:pt x="348" y="6"/>
                </a:lnTo>
                <a:lnTo>
                  <a:pt x="354" y="6"/>
                </a:lnTo>
                <a:lnTo>
                  <a:pt x="360" y="6"/>
                </a:lnTo>
                <a:lnTo>
                  <a:pt x="366" y="6"/>
                </a:lnTo>
                <a:lnTo>
                  <a:pt x="372" y="6"/>
                </a:lnTo>
                <a:lnTo>
                  <a:pt x="378" y="6"/>
                </a:lnTo>
                <a:lnTo>
                  <a:pt x="384" y="6"/>
                </a:lnTo>
                <a:lnTo>
                  <a:pt x="390" y="6"/>
                </a:lnTo>
                <a:lnTo>
                  <a:pt x="396" y="6"/>
                </a:lnTo>
                <a:lnTo>
                  <a:pt x="402" y="6"/>
                </a:lnTo>
                <a:lnTo>
                  <a:pt x="408" y="6"/>
                </a:lnTo>
                <a:lnTo>
                  <a:pt x="414" y="6"/>
                </a:lnTo>
                <a:lnTo>
                  <a:pt x="420" y="6"/>
                </a:lnTo>
                <a:lnTo>
                  <a:pt x="426" y="6"/>
                </a:lnTo>
                <a:lnTo>
                  <a:pt x="432" y="6"/>
                </a:lnTo>
                <a:lnTo>
                  <a:pt x="438" y="6"/>
                </a:lnTo>
                <a:lnTo>
                  <a:pt x="444" y="6"/>
                </a:lnTo>
                <a:lnTo>
                  <a:pt x="450" y="6"/>
                </a:lnTo>
                <a:lnTo>
                  <a:pt x="456" y="6"/>
                </a:lnTo>
                <a:lnTo>
                  <a:pt x="462" y="6"/>
                </a:lnTo>
                <a:lnTo>
                  <a:pt x="462" y="0"/>
                </a:lnTo>
                <a:lnTo>
                  <a:pt x="468" y="0"/>
                </a:lnTo>
                <a:lnTo>
                  <a:pt x="474" y="0"/>
                </a:lnTo>
                <a:lnTo>
                  <a:pt x="480" y="0"/>
                </a:lnTo>
                <a:lnTo>
                  <a:pt x="486" y="0"/>
                </a:lnTo>
                <a:lnTo>
                  <a:pt x="492" y="0"/>
                </a:lnTo>
                <a:lnTo>
                  <a:pt x="498" y="0"/>
                </a:lnTo>
                <a:lnTo>
                  <a:pt x="504" y="0"/>
                </a:lnTo>
                <a:lnTo>
                  <a:pt x="510" y="0"/>
                </a:lnTo>
                <a:lnTo>
                  <a:pt x="516" y="0"/>
                </a:lnTo>
                <a:lnTo>
                  <a:pt x="522" y="0"/>
                </a:lnTo>
                <a:lnTo>
                  <a:pt x="528" y="0"/>
                </a:lnTo>
                <a:lnTo>
                  <a:pt x="534" y="0"/>
                </a:lnTo>
                <a:lnTo>
                  <a:pt x="540" y="0"/>
                </a:lnTo>
                <a:lnTo>
                  <a:pt x="546" y="0"/>
                </a:lnTo>
                <a:lnTo>
                  <a:pt x="552" y="0"/>
                </a:lnTo>
                <a:lnTo>
                  <a:pt x="558" y="0"/>
                </a:lnTo>
                <a:lnTo>
                  <a:pt x="564" y="0"/>
                </a:lnTo>
                <a:lnTo>
                  <a:pt x="570" y="0"/>
                </a:lnTo>
                <a:lnTo>
                  <a:pt x="576" y="0"/>
                </a:lnTo>
                <a:lnTo>
                  <a:pt x="582" y="0"/>
                </a:lnTo>
                <a:lnTo>
                  <a:pt x="588" y="0"/>
                </a:lnTo>
              </a:path>
            </a:pathLst>
          </a:custGeom>
          <a:noFill/>
          <a:ln w="9525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847" name="Group 36">
            <a:extLst>
              <a:ext uri="{FF2B5EF4-FFF2-40B4-BE49-F238E27FC236}">
                <a16:creationId xmlns:a16="http://schemas.microsoft.com/office/drawing/2014/main" id="{B77F70C3-D75C-465D-000A-AAB365D9C341}"/>
              </a:ext>
            </a:extLst>
          </p:cNvPr>
          <p:cNvGrpSpPr>
            <a:grpSpLocks/>
          </p:cNvGrpSpPr>
          <p:nvPr/>
        </p:nvGrpSpPr>
        <p:grpSpPr bwMode="auto">
          <a:xfrm>
            <a:off x="4792663" y="3921125"/>
            <a:ext cx="2147483647" cy="2147482688"/>
            <a:chOff x="-2559" y="720"/>
            <a:chExt cx="8232159" cy="5408833"/>
          </a:xfrm>
        </p:grpSpPr>
        <p:sp>
          <p:nvSpPr>
            <p:cNvPr id="34861" name="Line 37">
              <a:extLst>
                <a:ext uri="{FF2B5EF4-FFF2-40B4-BE49-F238E27FC236}">
                  <a16:creationId xmlns:a16="http://schemas.microsoft.com/office/drawing/2014/main" id="{A0EB393F-59BD-31D5-CD06-FA9C18C39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559" y="3244"/>
              <a:ext cx="12809" cy="4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2" name="Line 38">
              <a:extLst>
                <a:ext uri="{FF2B5EF4-FFF2-40B4-BE49-F238E27FC236}">
                  <a16:creationId xmlns:a16="http://schemas.microsoft.com/office/drawing/2014/main" id="{0BC29F1B-362B-CB3C-55BA-AA50838DEE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8" y="720"/>
              <a:ext cx="56" cy="4653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4863" name="图片 49">
              <a:extLst>
                <a:ext uri="{FF2B5EF4-FFF2-40B4-BE49-F238E27FC236}">
                  <a16:creationId xmlns:a16="http://schemas.microsoft.com/office/drawing/2014/main" id="{BE2B921C-9F7F-D014-937B-152CD6F5CC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0393" y="5121416"/>
              <a:ext cx="252656" cy="279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4864" name="图片 50">
              <a:extLst>
                <a:ext uri="{FF2B5EF4-FFF2-40B4-BE49-F238E27FC236}">
                  <a16:creationId xmlns:a16="http://schemas.microsoft.com/office/drawing/2014/main" id="{0F7F28E1-40A7-C3B6-7918-CF9B5BAE80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7697" y="4191000"/>
              <a:ext cx="278049" cy="330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4865" name="图片 51">
              <a:extLst>
                <a:ext uri="{FF2B5EF4-FFF2-40B4-BE49-F238E27FC236}">
                  <a16:creationId xmlns:a16="http://schemas.microsoft.com/office/drawing/2014/main" id="{211E3F27-4769-A531-AEFA-1F22710A6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6944" y="5130301"/>
              <a:ext cx="252656" cy="279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34848" name="图片 33">
            <a:extLst>
              <a:ext uri="{FF2B5EF4-FFF2-40B4-BE49-F238E27FC236}">
                <a16:creationId xmlns:a16="http://schemas.microsoft.com/office/drawing/2014/main" id="{C4D6B1A9-9F5B-E4A8-CA2D-00CB7AAA0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4335463"/>
            <a:ext cx="1778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49" name="图片 34">
            <a:extLst>
              <a:ext uri="{FF2B5EF4-FFF2-40B4-BE49-F238E27FC236}">
                <a16:creationId xmlns:a16="http://schemas.microsoft.com/office/drawing/2014/main" id="{99638A7E-0461-BC3D-2DC4-AD03FA971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5187950"/>
            <a:ext cx="4032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50" name="图片 35">
            <a:extLst>
              <a:ext uri="{FF2B5EF4-FFF2-40B4-BE49-F238E27FC236}">
                <a16:creationId xmlns:a16="http://schemas.microsoft.com/office/drawing/2014/main" id="{2494AECE-2807-EAB8-F44E-12965F3A1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3" y="4589463"/>
            <a:ext cx="8636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51" name="Text Box 45">
            <a:extLst>
              <a:ext uri="{FF2B5EF4-FFF2-40B4-BE49-F238E27FC236}">
                <a16:creationId xmlns:a16="http://schemas.microsoft.com/office/drawing/2014/main" id="{39A82C12-3ABB-7C71-4DD3-BACA9C9A0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4527550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双曲正切</a:t>
            </a:r>
          </a:p>
        </p:txBody>
      </p:sp>
      <p:sp>
        <p:nvSpPr>
          <p:cNvPr id="34852" name="Text Box 46">
            <a:extLst>
              <a:ext uri="{FF2B5EF4-FFF2-40B4-BE49-F238E27FC236}">
                <a16:creationId xmlns:a16="http://schemas.microsoft.com/office/drawing/2014/main" id="{65D15FA8-7A0A-87D9-342A-BB54F06FA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4222750"/>
            <a:ext cx="1122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等线" panose="02010600030101010101" pitchFamily="2" charset="-122"/>
              </a:rPr>
              <a:t>denote</a:t>
            </a:r>
            <a:endParaRPr lang="zh-CN" altLang="en-US" sz="2400">
              <a:solidFill>
                <a:schemeClr val="accent2"/>
              </a:solidFill>
              <a:latin typeface="等线" panose="02010600030101010101" pitchFamily="2" charset="-122"/>
            </a:endParaRPr>
          </a:p>
        </p:txBody>
      </p:sp>
      <p:pic>
        <p:nvPicPr>
          <p:cNvPr id="34853" name="图片 38">
            <a:extLst>
              <a:ext uri="{FF2B5EF4-FFF2-40B4-BE49-F238E27FC236}">
                <a16:creationId xmlns:a16="http://schemas.microsoft.com/office/drawing/2014/main" id="{5BFD3B30-D5E0-7480-A434-E2F711041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554538"/>
            <a:ext cx="10398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54" name="Freeform 55">
            <a:extLst>
              <a:ext uri="{FF2B5EF4-FFF2-40B4-BE49-F238E27FC236}">
                <a16:creationId xmlns:a16="http://schemas.microsoft.com/office/drawing/2014/main" id="{74D420DA-0E5C-C208-F64A-8ACBD74CAD38}"/>
              </a:ext>
            </a:extLst>
          </p:cNvPr>
          <p:cNvSpPr>
            <a:spLocks/>
          </p:cNvSpPr>
          <p:nvPr/>
        </p:nvSpPr>
        <p:spPr bwMode="auto">
          <a:xfrm>
            <a:off x="4892675" y="4518025"/>
            <a:ext cx="3252788" cy="1588"/>
          </a:xfrm>
          <a:custGeom>
            <a:avLst/>
            <a:gdLst>
              <a:gd name="T0" fmla="*/ 2147483646 w 642"/>
              <a:gd name="T1" fmla="*/ 0 h 1587"/>
              <a:gd name="T2" fmla="*/ 2147483646 w 642"/>
              <a:gd name="T3" fmla="*/ 0 h 1587"/>
              <a:gd name="T4" fmla="*/ 2147483646 w 642"/>
              <a:gd name="T5" fmla="*/ 0 h 1587"/>
              <a:gd name="T6" fmla="*/ 2147483646 w 642"/>
              <a:gd name="T7" fmla="*/ 0 h 1587"/>
              <a:gd name="T8" fmla="*/ 2147483646 w 642"/>
              <a:gd name="T9" fmla="*/ 0 h 1587"/>
              <a:gd name="T10" fmla="*/ 2147483646 w 642"/>
              <a:gd name="T11" fmla="*/ 0 h 1587"/>
              <a:gd name="T12" fmla="*/ 2147483646 w 642"/>
              <a:gd name="T13" fmla="*/ 0 h 1587"/>
              <a:gd name="T14" fmla="*/ 2147483646 w 642"/>
              <a:gd name="T15" fmla="*/ 0 h 1587"/>
              <a:gd name="T16" fmla="*/ 2147483646 w 642"/>
              <a:gd name="T17" fmla="*/ 0 h 1587"/>
              <a:gd name="T18" fmla="*/ 2147483646 w 642"/>
              <a:gd name="T19" fmla="*/ 0 h 1587"/>
              <a:gd name="T20" fmla="*/ 2147483646 w 642"/>
              <a:gd name="T21" fmla="*/ 0 h 1587"/>
              <a:gd name="T22" fmla="*/ 2147483646 w 642"/>
              <a:gd name="T23" fmla="*/ 0 h 1587"/>
              <a:gd name="T24" fmla="*/ 2147483646 w 642"/>
              <a:gd name="T25" fmla="*/ 0 h 1587"/>
              <a:gd name="T26" fmla="*/ 2147483646 w 642"/>
              <a:gd name="T27" fmla="*/ 0 h 1587"/>
              <a:gd name="T28" fmla="*/ 2147483646 w 642"/>
              <a:gd name="T29" fmla="*/ 0 h 1587"/>
              <a:gd name="T30" fmla="*/ 2147483646 w 642"/>
              <a:gd name="T31" fmla="*/ 0 h 1587"/>
              <a:gd name="T32" fmla="*/ 2147483646 w 642"/>
              <a:gd name="T33" fmla="*/ 0 h 1587"/>
              <a:gd name="T34" fmla="*/ 2147483646 w 642"/>
              <a:gd name="T35" fmla="*/ 0 h 1587"/>
              <a:gd name="T36" fmla="*/ 2147483646 w 642"/>
              <a:gd name="T37" fmla="*/ 0 h 1587"/>
              <a:gd name="T38" fmla="*/ 2147483646 w 642"/>
              <a:gd name="T39" fmla="*/ 0 h 1587"/>
              <a:gd name="T40" fmla="*/ 2147483646 w 642"/>
              <a:gd name="T41" fmla="*/ 0 h 1587"/>
              <a:gd name="T42" fmla="*/ 2147483646 w 642"/>
              <a:gd name="T43" fmla="*/ 0 h 1587"/>
              <a:gd name="T44" fmla="*/ 2147483646 w 642"/>
              <a:gd name="T45" fmla="*/ 0 h 1587"/>
              <a:gd name="T46" fmla="*/ 2147483646 w 642"/>
              <a:gd name="T47" fmla="*/ 0 h 1587"/>
              <a:gd name="T48" fmla="*/ 2147483646 w 642"/>
              <a:gd name="T49" fmla="*/ 0 h 1587"/>
              <a:gd name="T50" fmla="*/ 2147483646 w 642"/>
              <a:gd name="T51" fmla="*/ 0 h 1587"/>
              <a:gd name="T52" fmla="*/ 2147483646 w 642"/>
              <a:gd name="T53" fmla="*/ 0 h 1587"/>
              <a:gd name="T54" fmla="*/ 2147483646 w 642"/>
              <a:gd name="T55" fmla="*/ 0 h 1587"/>
              <a:gd name="T56" fmla="*/ 2147483646 w 642"/>
              <a:gd name="T57" fmla="*/ 0 h 1587"/>
              <a:gd name="T58" fmla="*/ 2147483646 w 642"/>
              <a:gd name="T59" fmla="*/ 0 h 1587"/>
              <a:gd name="T60" fmla="*/ 2147483646 w 642"/>
              <a:gd name="T61" fmla="*/ 0 h 1587"/>
              <a:gd name="T62" fmla="*/ 2147483646 w 642"/>
              <a:gd name="T63" fmla="*/ 0 h 1587"/>
              <a:gd name="T64" fmla="*/ 2147483646 w 642"/>
              <a:gd name="T65" fmla="*/ 0 h 1587"/>
              <a:gd name="T66" fmla="*/ 2147483646 w 642"/>
              <a:gd name="T67" fmla="*/ 0 h 1587"/>
              <a:gd name="T68" fmla="*/ 2147483646 w 642"/>
              <a:gd name="T69" fmla="*/ 0 h 1587"/>
              <a:gd name="T70" fmla="*/ 2147483646 w 642"/>
              <a:gd name="T71" fmla="*/ 0 h 1587"/>
              <a:gd name="T72" fmla="*/ 2147483646 w 642"/>
              <a:gd name="T73" fmla="*/ 0 h 1587"/>
              <a:gd name="T74" fmla="*/ 2147483646 w 642"/>
              <a:gd name="T75" fmla="*/ 0 h 1587"/>
              <a:gd name="T76" fmla="*/ 2147483646 w 642"/>
              <a:gd name="T77" fmla="*/ 0 h 1587"/>
              <a:gd name="T78" fmla="*/ 2147483646 w 642"/>
              <a:gd name="T79" fmla="*/ 0 h 1587"/>
              <a:gd name="T80" fmla="*/ 2147483646 w 642"/>
              <a:gd name="T81" fmla="*/ 0 h 1587"/>
              <a:gd name="T82" fmla="*/ 2147483646 w 642"/>
              <a:gd name="T83" fmla="*/ 0 h 1587"/>
              <a:gd name="T84" fmla="*/ 2147483646 w 642"/>
              <a:gd name="T85" fmla="*/ 0 h 1587"/>
              <a:gd name="T86" fmla="*/ 2147483646 w 642"/>
              <a:gd name="T87" fmla="*/ 0 h 1587"/>
              <a:gd name="T88" fmla="*/ 2147483646 w 642"/>
              <a:gd name="T89" fmla="*/ 0 h 1587"/>
              <a:gd name="T90" fmla="*/ 2147483646 w 642"/>
              <a:gd name="T91" fmla="*/ 0 h 1587"/>
              <a:gd name="T92" fmla="*/ 2147483646 w 642"/>
              <a:gd name="T93" fmla="*/ 0 h 1587"/>
              <a:gd name="T94" fmla="*/ 2147483646 w 642"/>
              <a:gd name="T95" fmla="*/ 0 h 1587"/>
              <a:gd name="T96" fmla="*/ 2147483646 w 642"/>
              <a:gd name="T97" fmla="*/ 0 h 1587"/>
              <a:gd name="T98" fmla="*/ 2147483646 w 642"/>
              <a:gd name="T99" fmla="*/ 0 h 1587"/>
              <a:gd name="T100" fmla="*/ 2147483646 w 642"/>
              <a:gd name="T101" fmla="*/ 0 h 1587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642" h="1587">
                <a:moveTo>
                  <a:pt x="0" y="0"/>
                </a:moveTo>
                <a:lnTo>
                  <a:pt x="0" y="0"/>
                </a:lnTo>
                <a:lnTo>
                  <a:pt x="6" y="0"/>
                </a:lnTo>
                <a:lnTo>
                  <a:pt x="12" y="0"/>
                </a:lnTo>
                <a:lnTo>
                  <a:pt x="18" y="0"/>
                </a:lnTo>
                <a:lnTo>
                  <a:pt x="24" y="0"/>
                </a:lnTo>
                <a:lnTo>
                  <a:pt x="30" y="0"/>
                </a:lnTo>
                <a:lnTo>
                  <a:pt x="36" y="0"/>
                </a:lnTo>
                <a:lnTo>
                  <a:pt x="42" y="0"/>
                </a:lnTo>
                <a:lnTo>
                  <a:pt x="48" y="0"/>
                </a:lnTo>
                <a:lnTo>
                  <a:pt x="54" y="0"/>
                </a:lnTo>
                <a:lnTo>
                  <a:pt x="60" y="0"/>
                </a:lnTo>
                <a:lnTo>
                  <a:pt x="66" y="0"/>
                </a:lnTo>
                <a:lnTo>
                  <a:pt x="72" y="0"/>
                </a:lnTo>
                <a:lnTo>
                  <a:pt x="78" y="0"/>
                </a:lnTo>
                <a:lnTo>
                  <a:pt x="84" y="0"/>
                </a:lnTo>
                <a:lnTo>
                  <a:pt x="90" y="0"/>
                </a:lnTo>
                <a:lnTo>
                  <a:pt x="96" y="0"/>
                </a:lnTo>
                <a:lnTo>
                  <a:pt x="102" y="0"/>
                </a:lnTo>
                <a:lnTo>
                  <a:pt x="108" y="0"/>
                </a:lnTo>
                <a:lnTo>
                  <a:pt x="114" y="0"/>
                </a:lnTo>
                <a:lnTo>
                  <a:pt x="120" y="0"/>
                </a:lnTo>
                <a:lnTo>
                  <a:pt x="126" y="0"/>
                </a:lnTo>
                <a:lnTo>
                  <a:pt x="132" y="0"/>
                </a:lnTo>
                <a:lnTo>
                  <a:pt x="138" y="0"/>
                </a:lnTo>
                <a:lnTo>
                  <a:pt x="144" y="0"/>
                </a:lnTo>
                <a:lnTo>
                  <a:pt x="150" y="0"/>
                </a:lnTo>
                <a:lnTo>
                  <a:pt x="156" y="0"/>
                </a:lnTo>
                <a:lnTo>
                  <a:pt x="162" y="0"/>
                </a:lnTo>
                <a:lnTo>
                  <a:pt x="168" y="0"/>
                </a:lnTo>
                <a:lnTo>
                  <a:pt x="174" y="0"/>
                </a:lnTo>
                <a:lnTo>
                  <a:pt x="180" y="0"/>
                </a:lnTo>
                <a:lnTo>
                  <a:pt x="186" y="0"/>
                </a:lnTo>
                <a:lnTo>
                  <a:pt x="192" y="0"/>
                </a:lnTo>
                <a:lnTo>
                  <a:pt x="198" y="0"/>
                </a:lnTo>
                <a:lnTo>
                  <a:pt x="204" y="0"/>
                </a:lnTo>
                <a:lnTo>
                  <a:pt x="210" y="0"/>
                </a:lnTo>
                <a:lnTo>
                  <a:pt x="216" y="0"/>
                </a:lnTo>
                <a:lnTo>
                  <a:pt x="222" y="0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lnTo>
                  <a:pt x="246" y="0"/>
                </a:lnTo>
                <a:lnTo>
                  <a:pt x="252" y="0"/>
                </a:lnTo>
                <a:lnTo>
                  <a:pt x="258" y="0"/>
                </a:lnTo>
                <a:lnTo>
                  <a:pt x="264" y="0"/>
                </a:lnTo>
                <a:lnTo>
                  <a:pt x="270" y="0"/>
                </a:lnTo>
                <a:lnTo>
                  <a:pt x="276" y="0"/>
                </a:lnTo>
                <a:lnTo>
                  <a:pt x="282" y="0"/>
                </a:lnTo>
                <a:lnTo>
                  <a:pt x="288" y="0"/>
                </a:lnTo>
                <a:lnTo>
                  <a:pt x="294" y="0"/>
                </a:lnTo>
                <a:lnTo>
                  <a:pt x="300" y="0"/>
                </a:lnTo>
                <a:lnTo>
                  <a:pt x="306" y="0"/>
                </a:lnTo>
                <a:lnTo>
                  <a:pt x="312" y="0"/>
                </a:lnTo>
                <a:lnTo>
                  <a:pt x="318" y="0"/>
                </a:lnTo>
                <a:lnTo>
                  <a:pt x="324" y="0"/>
                </a:lnTo>
                <a:lnTo>
                  <a:pt x="330" y="0"/>
                </a:lnTo>
                <a:lnTo>
                  <a:pt x="336" y="0"/>
                </a:lnTo>
                <a:lnTo>
                  <a:pt x="342" y="0"/>
                </a:lnTo>
                <a:lnTo>
                  <a:pt x="348" y="0"/>
                </a:lnTo>
                <a:lnTo>
                  <a:pt x="354" y="0"/>
                </a:lnTo>
                <a:lnTo>
                  <a:pt x="360" y="0"/>
                </a:lnTo>
                <a:lnTo>
                  <a:pt x="366" y="0"/>
                </a:lnTo>
                <a:lnTo>
                  <a:pt x="372" y="0"/>
                </a:lnTo>
                <a:lnTo>
                  <a:pt x="378" y="0"/>
                </a:lnTo>
                <a:lnTo>
                  <a:pt x="384" y="0"/>
                </a:lnTo>
                <a:lnTo>
                  <a:pt x="390" y="0"/>
                </a:lnTo>
                <a:lnTo>
                  <a:pt x="396" y="0"/>
                </a:lnTo>
                <a:lnTo>
                  <a:pt x="402" y="0"/>
                </a:lnTo>
                <a:lnTo>
                  <a:pt x="408" y="0"/>
                </a:lnTo>
                <a:lnTo>
                  <a:pt x="414" y="0"/>
                </a:lnTo>
                <a:lnTo>
                  <a:pt x="420" y="0"/>
                </a:lnTo>
                <a:lnTo>
                  <a:pt x="426" y="0"/>
                </a:lnTo>
                <a:lnTo>
                  <a:pt x="432" y="0"/>
                </a:lnTo>
                <a:lnTo>
                  <a:pt x="438" y="0"/>
                </a:lnTo>
                <a:lnTo>
                  <a:pt x="444" y="0"/>
                </a:lnTo>
                <a:lnTo>
                  <a:pt x="450" y="0"/>
                </a:lnTo>
                <a:lnTo>
                  <a:pt x="456" y="0"/>
                </a:lnTo>
                <a:lnTo>
                  <a:pt x="462" y="0"/>
                </a:lnTo>
                <a:lnTo>
                  <a:pt x="468" y="0"/>
                </a:lnTo>
                <a:lnTo>
                  <a:pt x="474" y="0"/>
                </a:lnTo>
                <a:lnTo>
                  <a:pt x="480" y="0"/>
                </a:lnTo>
                <a:lnTo>
                  <a:pt x="486" y="0"/>
                </a:lnTo>
                <a:lnTo>
                  <a:pt x="492" y="0"/>
                </a:lnTo>
                <a:lnTo>
                  <a:pt x="498" y="0"/>
                </a:lnTo>
                <a:lnTo>
                  <a:pt x="504" y="0"/>
                </a:lnTo>
                <a:lnTo>
                  <a:pt x="510" y="0"/>
                </a:lnTo>
                <a:lnTo>
                  <a:pt x="516" y="0"/>
                </a:lnTo>
                <a:lnTo>
                  <a:pt x="522" y="0"/>
                </a:lnTo>
                <a:lnTo>
                  <a:pt x="528" y="0"/>
                </a:lnTo>
                <a:lnTo>
                  <a:pt x="534" y="0"/>
                </a:lnTo>
                <a:lnTo>
                  <a:pt x="540" y="0"/>
                </a:lnTo>
                <a:lnTo>
                  <a:pt x="546" y="0"/>
                </a:lnTo>
                <a:lnTo>
                  <a:pt x="552" y="0"/>
                </a:lnTo>
                <a:lnTo>
                  <a:pt x="558" y="0"/>
                </a:lnTo>
                <a:lnTo>
                  <a:pt x="564" y="0"/>
                </a:lnTo>
                <a:lnTo>
                  <a:pt x="570" y="0"/>
                </a:lnTo>
                <a:lnTo>
                  <a:pt x="576" y="0"/>
                </a:lnTo>
                <a:lnTo>
                  <a:pt x="582" y="0"/>
                </a:lnTo>
                <a:lnTo>
                  <a:pt x="588" y="0"/>
                </a:lnTo>
                <a:lnTo>
                  <a:pt x="594" y="0"/>
                </a:lnTo>
                <a:lnTo>
                  <a:pt x="600" y="0"/>
                </a:lnTo>
                <a:lnTo>
                  <a:pt x="606" y="0"/>
                </a:lnTo>
                <a:lnTo>
                  <a:pt x="612" y="0"/>
                </a:lnTo>
                <a:lnTo>
                  <a:pt x="618" y="0"/>
                </a:lnTo>
                <a:lnTo>
                  <a:pt x="624" y="0"/>
                </a:lnTo>
                <a:lnTo>
                  <a:pt x="630" y="0"/>
                </a:lnTo>
                <a:lnTo>
                  <a:pt x="636" y="0"/>
                </a:lnTo>
                <a:lnTo>
                  <a:pt x="642" y="0"/>
                </a:lnTo>
              </a:path>
            </a:pathLst>
          </a:custGeom>
          <a:noFill/>
          <a:ln w="9525">
            <a:solidFill>
              <a:srgbClr val="00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855" name="对象 57">
            <a:extLst>
              <a:ext uri="{FF2B5EF4-FFF2-40B4-BE49-F238E27FC236}">
                <a16:creationId xmlns:a16="http://schemas.microsoft.com/office/drawing/2014/main" id="{80DD9804-61CE-D47F-B4C7-FD4A45E245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924425"/>
          <a:ext cx="2111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0" imgH="0" progId="">
                  <p:embed/>
                </p:oleObj>
              </mc:Choice>
              <mc:Fallback>
                <p:oleObj r:id="rId19" imgW="0" imgH="0" progId="">
                  <p:embed/>
                  <p:pic>
                    <p:nvPicPr>
                      <p:cNvPr id="0" name="对象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924425"/>
                        <a:ext cx="2111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6" name="对象 58">
            <a:extLst>
              <a:ext uri="{FF2B5EF4-FFF2-40B4-BE49-F238E27FC236}">
                <a16:creationId xmlns:a16="http://schemas.microsoft.com/office/drawing/2014/main" id="{9037B0F7-26F3-829E-E086-3BA2E4255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6125" y="1828800"/>
          <a:ext cx="21272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0" imgH="0" progId="">
                  <p:embed/>
                </p:oleObj>
              </mc:Choice>
              <mc:Fallback>
                <p:oleObj r:id="rId19" imgW="0" imgH="0" progId="">
                  <p:embed/>
                  <p:pic>
                    <p:nvPicPr>
                      <p:cNvPr id="0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828800"/>
                        <a:ext cx="212725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9">
            <a:extLst>
              <a:ext uri="{FF2B5EF4-FFF2-40B4-BE49-F238E27FC236}">
                <a16:creationId xmlns:a16="http://schemas.microsoft.com/office/drawing/2014/main" id="{AF972F05-EC18-A866-9B86-C94191E26F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1163" y="115888"/>
          <a:ext cx="2794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0" imgH="0" progId="Equation.3">
                  <p:embed/>
                </p:oleObj>
              </mc:Choice>
              <mc:Fallback>
                <p:oleObj name="公式" r:id="rId21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63" y="115888"/>
                        <a:ext cx="2794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9" name="Object 9">
            <a:extLst>
              <a:ext uri="{FF2B5EF4-FFF2-40B4-BE49-F238E27FC236}">
                <a16:creationId xmlns:a16="http://schemas.microsoft.com/office/drawing/2014/main" id="{ECCC1F56-4597-643A-0431-C5BEC6D30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8725" y="3819525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0" imgH="0" progId="Equation.3">
                  <p:embed/>
                </p:oleObj>
              </mc:Choice>
              <mc:Fallback>
                <p:oleObj name="公式" r:id="rId23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3819525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0" name="Object 8">
            <a:extLst>
              <a:ext uri="{FF2B5EF4-FFF2-40B4-BE49-F238E27FC236}">
                <a16:creationId xmlns:a16="http://schemas.microsoft.com/office/drawing/2014/main" id="{86C39882-20F2-9CC4-9C3D-4455A0B067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6538" y="1908175"/>
          <a:ext cx="25241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0" imgH="0" progId="Equation.3">
                  <p:embed/>
                </p:oleObj>
              </mc:Choice>
              <mc:Fallback>
                <p:oleObj name="公式" r:id="rId2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6538" y="1908175"/>
                        <a:ext cx="252412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8">
            <a:extLst>
              <a:ext uri="{FF2B5EF4-FFF2-40B4-BE49-F238E27FC236}">
                <a16:creationId xmlns:a16="http://schemas.microsoft.com/office/drawing/2014/main" id="{24E6EFB4-C475-2CEF-2FFB-6DDEB22052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8938" y="5013325"/>
          <a:ext cx="25241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0" imgH="0" progId="Equation.3">
                  <p:embed/>
                </p:oleObj>
              </mc:Choice>
              <mc:Fallback>
                <p:oleObj name="公式" r:id="rId2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8938" y="5013325"/>
                        <a:ext cx="252412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DA1A9829-3EE3-ED43-CFE1-E29FDEA82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66700"/>
            <a:ext cx="2728912" cy="70485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solidFill>
                  <a:schemeClr val="accent1"/>
                </a:solidFill>
                <a:latin typeface="+mn-ea"/>
                <a:ea typeface="+mn-ea"/>
              </a:rPr>
              <a:t>(4) period</a:t>
            </a:r>
            <a:r>
              <a:rPr lang="zh-CN" altLang="en-US" sz="2800" b="1">
                <a:solidFill>
                  <a:schemeClr val="accent1"/>
                </a:solidFill>
                <a:latin typeface="+mn-ea"/>
                <a:ea typeface="+mn-ea"/>
              </a:rPr>
              <a:t>性</a:t>
            </a:r>
            <a:endParaRPr kumimoji="1" lang="zh-CN" altLang="en-US" sz="280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23A13DE4-EFDB-A174-AEF4-F94EFB572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4988" y="1943100"/>
            <a:ext cx="985837" cy="4064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endParaRPr kumimoji="1" lang="zh-CN" altLang="en-US"/>
          </a:p>
        </p:txBody>
      </p:sp>
      <p:pic>
        <p:nvPicPr>
          <p:cNvPr id="35843" name="图片 4">
            <a:extLst>
              <a:ext uri="{FF2B5EF4-FFF2-40B4-BE49-F238E27FC236}">
                <a16:creationId xmlns:a16="http://schemas.microsoft.com/office/drawing/2014/main" id="{59EA66C4-375F-3B26-6D3E-16896918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954088"/>
            <a:ext cx="2336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44" name="Text Box 4">
            <a:extLst>
              <a:ext uri="{FF2B5EF4-FFF2-40B4-BE49-F238E27FC236}">
                <a16:creationId xmlns:a16="http://schemas.microsoft.com/office/drawing/2014/main" id="{8770E73A-866C-1560-6266-0DBF3CD4E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908050"/>
            <a:ext cx="106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and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5845" name="图片 6">
            <a:extLst>
              <a:ext uri="{FF2B5EF4-FFF2-40B4-BE49-F238E27FC236}">
                <a16:creationId xmlns:a16="http://schemas.microsoft.com/office/drawing/2014/main" id="{D8AFF7BA-DDCE-2820-0A8A-0E5FDE30D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525" y="960438"/>
            <a:ext cx="13843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46" name="图片 7">
            <a:extLst>
              <a:ext uri="{FF2B5EF4-FFF2-40B4-BE49-F238E27FC236}">
                <a16:creationId xmlns:a16="http://schemas.microsoft.com/office/drawing/2014/main" id="{1DDCD631-70B8-D60E-55E4-DC311BD87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409700"/>
            <a:ext cx="238601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47" name="图片 9">
            <a:extLst>
              <a:ext uri="{FF2B5EF4-FFF2-40B4-BE49-F238E27FC236}">
                <a16:creationId xmlns:a16="http://schemas.microsoft.com/office/drawing/2014/main" id="{0EA29A52-0FA3-40E2-9CC2-DB0458EC6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1892300"/>
            <a:ext cx="8286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48" name="Text Box 9">
            <a:extLst>
              <a:ext uri="{FF2B5EF4-FFF2-40B4-BE49-F238E27FC236}">
                <a16:creationId xmlns:a16="http://schemas.microsoft.com/office/drawing/2014/main" id="{65481410-DD37-C4A1-AEFD-482C59DF9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916113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is periodfunction ,</a:t>
            </a:r>
            <a:endParaRPr lang="en-US" altLang="zh-CN" sz="2400" dirty="0">
              <a:latin typeface="+mn-ea"/>
            </a:endParaRPr>
          </a:p>
        </p:txBody>
      </p:sp>
      <p:grpSp>
        <p:nvGrpSpPr>
          <p:cNvPr id="35849" name="Group 29">
            <a:extLst>
              <a:ext uri="{FF2B5EF4-FFF2-40B4-BE49-F238E27FC236}">
                <a16:creationId xmlns:a16="http://schemas.microsoft.com/office/drawing/2014/main" id="{5E08A6EA-7F79-342F-1D00-257B50E0CE7B}"/>
              </a:ext>
            </a:extLst>
          </p:cNvPr>
          <p:cNvGrpSpPr>
            <a:grpSpLocks/>
          </p:cNvGrpSpPr>
          <p:nvPr/>
        </p:nvGrpSpPr>
        <p:grpSpPr bwMode="auto">
          <a:xfrm>
            <a:off x="-2974975" y="2138363"/>
            <a:ext cx="2147483647" cy="2147483647"/>
            <a:chOff x="3168" y="450"/>
            <a:chExt cx="4491621" cy="3642785"/>
          </a:xfrm>
        </p:grpSpPr>
        <p:grpSp>
          <p:nvGrpSpPr>
            <p:cNvPr id="35864" name="Group 30">
              <a:extLst>
                <a:ext uri="{FF2B5EF4-FFF2-40B4-BE49-F238E27FC236}">
                  <a16:creationId xmlns:a16="http://schemas.microsoft.com/office/drawing/2014/main" id="{BD61B8E4-8345-D621-22CD-97524AFD78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450"/>
              <a:ext cx="4491525" cy="3642785"/>
              <a:chOff x="2688" y="528"/>
              <a:chExt cx="4491525" cy="3642785"/>
            </a:xfrm>
          </p:grpSpPr>
          <p:sp>
            <p:nvSpPr>
              <p:cNvPr id="35866" name="Line 31">
                <a:extLst>
                  <a:ext uri="{FF2B5EF4-FFF2-40B4-BE49-F238E27FC236}">
                    <a16:creationId xmlns:a16="http://schemas.microsoft.com/office/drawing/2014/main" id="{B335AE63-10CA-4998-A4EA-19E681094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52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7" name="Freeform 32">
                <a:extLst>
                  <a:ext uri="{FF2B5EF4-FFF2-40B4-BE49-F238E27FC236}">
                    <a16:creationId xmlns:a16="http://schemas.microsoft.com/office/drawing/2014/main" id="{B0850A7B-73B5-B4A5-0B5C-274808372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8" name="Freeform 33">
                <a:extLst>
                  <a:ext uri="{FF2B5EF4-FFF2-40B4-BE49-F238E27FC236}">
                    <a16:creationId xmlns:a16="http://schemas.microsoft.com/office/drawing/2014/main" id="{C1B24F85-EE07-57E9-EED5-E2C00DF92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9" name="Freeform 34">
                <a:extLst>
                  <a:ext uri="{FF2B5EF4-FFF2-40B4-BE49-F238E27FC236}">
                    <a16:creationId xmlns:a16="http://schemas.microsoft.com/office/drawing/2014/main" id="{6C671124-ECEA-2CC8-761E-6544223C3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0" name="Freeform 35">
                <a:extLst>
                  <a:ext uri="{FF2B5EF4-FFF2-40B4-BE49-F238E27FC236}">
                    <a16:creationId xmlns:a16="http://schemas.microsoft.com/office/drawing/2014/main" id="{359A1C8E-DCF9-906D-0773-7FB80E505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1" name="Freeform 36">
                <a:extLst>
                  <a:ext uri="{FF2B5EF4-FFF2-40B4-BE49-F238E27FC236}">
                    <a16:creationId xmlns:a16="http://schemas.microsoft.com/office/drawing/2014/main" id="{9965CFDB-77DB-D21E-7BEA-62CE1C694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2" name="Freeform 37">
                <a:extLst>
                  <a:ext uri="{FF2B5EF4-FFF2-40B4-BE49-F238E27FC236}">
                    <a16:creationId xmlns:a16="http://schemas.microsoft.com/office/drawing/2014/main" id="{B1FEA488-CCE2-CC00-4588-E129F915B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672"/>
                <a:ext cx="384" cy="240"/>
              </a:xfrm>
              <a:custGeom>
                <a:avLst/>
                <a:gdLst>
                  <a:gd name="T0" fmla="*/ 0 w 384"/>
                  <a:gd name="T1" fmla="*/ 240 h 240"/>
                  <a:gd name="T2" fmla="*/ 192 w 384"/>
                  <a:gd name="T3" fmla="*/ 0 h 240"/>
                  <a:gd name="T4" fmla="*/ 384 w 384"/>
                  <a:gd name="T5" fmla="*/ 24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40">
                    <a:moveTo>
                      <a:pt x="0" y="240"/>
                    </a:moveTo>
                    <a:cubicBezTo>
                      <a:pt x="64" y="120"/>
                      <a:pt x="128" y="0"/>
                      <a:pt x="192" y="0"/>
                    </a:cubicBezTo>
                    <a:cubicBezTo>
                      <a:pt x="256" y="0"/>
                      <a:pt x="352" y="200"/>
                      <a:pt x="384" y="240"/>
                    </a:cubicBezTo>
                  </a:path>
                </a:pathLst>
              </a:custGeom>
              <a:noFill/>
              <a:ln w="28575" cmpd="sng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35873" name="图片 45">
                <a:extLst>
                  <a:ext uri="{FF2B5EF4-FFF2-40B4-BE49-F238E27FC236}">
                    <a16:creationId xmlns:a16="http://schemas.microsoft.com/office/drawing/2014/main" id="{17AE4189-C4A8-89D1-709E-299468DE25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3305175"/>
                <a:ext cx="338138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4" name="图片 46">
                <a:extLst>
                  <a:ext uri="{FF2B5EF4-FFF2-40B4-BE49-F238E27FC236}">
                    <a16:creationId xmlns:a16="http://schemas.microsoft.com/office/drawing/2014/main" id="{9D5A4D06-8659-E7A6-EAC6-35EE4E32C2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57600" y="3305175"/>
                <a:ext cx="338138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5" name="图片 47">
                <a:extLst>
                  <a:ext uri="{FF2B5EF4-FFF2-40B4-BE49-F238E27FC236}">
                    <a16:creationId xmlns:a16="http://schemas.microsoft.com/office/drawing/2014/main" id="{55FA6270-EFB9-EFF3-65CE-872F6DBA79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91000" y="3305175"/>
                <a:ext cx="303213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6" name="图片 48">
                <a:extLst>
                  <a:ext uri="{FF2B5EF4-FFF2-40B4-BE49-F238E27FC236}">
                    <a16:creationId xmlns:a16="http://schemas.microsoft.com/office/drawing/2014/main" id="{C844BC53-671D-8C82-6315-DC8EAF13E8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7988" y="3381375"/>
                <a:ext cx="303213" cy="1809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7" name="图片 49">
                <a:extLst>
                  <a:ext uri="{FF2B5EF4-FFF2-40B4-BE49-F238E27FC236}">
                    <a16:creationId xmlns:a16="http://schemas.microsoft.com/office/drawing/2014/main" id="{119497B0-AE50-8F58-7853-11145931F5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6188" y="3305175"/>
                <a:ext cx="303213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8" name="图片 50">
                <a:extLst>
                  <a:ext uri="{FF2B5EF4-FFF2-40B4-BE49-F238E27FC236}">
                    <a16:creationId xmlns:a16="http://schemas.microsoft.com/office/drawing/2014/main" id="{3D17315A-91D7-5F6E-484F-5B18DB0741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5863" y="3305175"/>
                <a:ext cx="338138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79" name="图片 51">
                <a:extLst>
                  <a:ext uri="{FF2B5EF4-FFF2-40B4-BE49-F238E27FC236}">
                    <a16:creationId xmlns:a16="http://schemas.microsoft.com/office/drawing/2014/main" id="{CC60BCC9-FDAD-CC30-3E72-0CE03DD1E8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9813" y="3276600"/>
                <a:ext cx="255588" cy="3333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80" name="图片 52">
                <a:extLst>
                  <a:ext uri="{FF2B5EF4-FFF2-40B4-BE49-F238E27FC236}">
                    <a16:creationId xmlns:a16="http://schemas.microsoft.com/office/drawing/2014/main" id="{F493D547-DD05-B787-AF5A-3EF3572D17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800" y="3305175"/>
                <a:ext cx="338138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81" name="图片 53">
                <a:extLst>
                  <a:ext uri="{FF2B5EF4-FFF2-40B4-BE49-F238E27FC236}">
                    <a16:creationId xmlns:a16="http://schemas.microsoft.com/office/drawing/2014/main" id="{1F17C990-03BE-B537-D008-2F45966806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4600" y="2514600"/>
                <a:ext cx="338138" cy="395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82" name="图片 54">
                <a:extLst>
                  <a:ext uri="{FF2B5EF4-FFF2-40B4-BE49-F238E27FC236}">
                    <a16:creationId xmlns:a16="http://schemas.microsoft.com/office/drawing/2014/main" id="{9F6FB35F-6986-9FB3-53F2-49A5CC6DD2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5200" y="3305175"/>
                <a:ext cx="255588" cy="3333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35883" name="图片 55">
                <a:extLst>
                  <a:ext uri="{FF2B5EF4-FFF2-40B4-BE49-F238E27FC236}">
                    <a16:creationId xmlns:a16="http://schemas.microsoft.com/office/drawing/2014/main" id="{7A000DFA-C89C-54AF-D0AA-B57FDEE094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9788" y="3381375"/>
                <a:ext cx="303213" cy="1809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35884" name="Rectangle 49">
                <a:extLst>
                  <a:ext uri="{FF2B5EF4-FFF2-40B4-BE49-F238E27FC236}">
                    <a16:creationId xmlns:a16="http://schemas.microsoft.com/office/drawing/2014/main" id="{E2FCD12C-327D-B98C-D6D1-7497A42BC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672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35885" name="Line 50">
                <a:extLst>
                  <a:ext uri="{FF2B5EF4-FFF2-40B4-BE49-F238E27FC236}">
                    <a16:creationId xmlns:a16="http://schemas.microsoft.com/office/drawing/2014/main" id="{E251C023-A246-A9D7-B84F-EFA128FD9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912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865" name="Rectangle 51">
              <a:extLst>
                <a:ext uri="{FF2B5EF4-FFF2-40B4-BE49-F238E27FC236}">
                  <a16:creationId xmlns:a16="http://schemas.microsoft.com/office/drawing/2014/main" id="{055425E3-73BC-8D58-296C-CE0926745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576"/>
              <a:ext cx="24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35850" name="Text Box 52">
            <a:extLst>
              <a:ext uri="{FF2B5EF4-FFF2-40B4-BE49-F238E27FC236}">
                <a16:creationId xmlns:a16="http://schemas.microsoft.com/office/drawing/2014/main" id="{F94A5DB1-4E65-F4E0-D48D-147AACB44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6050" y="904875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if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15" name="Text Box 53">
            <a:extLst>
              <a:ext uri="{FF2B5EF4-FFF2-40B4-BE49-F238E27FC236}">
                <a16:creationId xmlns:a16="http://schemas.microsoft.com/office/drawing/2014/main" id="{E3E9390A-1DAB-C62F-64B7-9AE075DFD3D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87750" y="1924922"/>
            <a:ext cx="2286000" cy="400110"/>
          </a:xfrm>
          <a:prstGeom prst="rect">
            <a:avLst/>
          </a:prstGeom>
          <a:blipFill>
            <a:blip r:embed="rId12"/>
            <a:stretch>
              <a:fillRect l="-2762" t="-9375" b="-2812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5852" name="Text Box 54">
            <a:extLst>
              <a:ext uri="{FF2B5EF4-FFF2-40B4-BE49-F238E27FC236}">
                <a16:creationId xmlns:a16="http://schemas.microsoft.com/office/drawing/2014/main" id="{14185F7B-FB2D-A5BB-D03B-3BAC02ABE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887538"/>
            <a:ext cx="3684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( general</a:t>
            </a:r>
            <a:r>
              <a:rPr lang="zh-CN" altLang="en-US" sz="2400">
                <a:latin typeface="等线" panose="02010600030101010101" pitchFamily="2" charset="-122"/>
              </a:rPr>
              <a:t>指最小正</a:t>
            </a:r>
            <a:r>
              <a:rPr lang="en-US" altLang="zh-CN" sz="2400">
                <a:latin typeface="等线" panose="02010600030101010101" pitchFamily="2" charset="-122"/>
              </a:rPr>
              <a:t>period ).</a:t>
            </a:r>
          </a:p>
        </p:txBody>
      </p:sp>
      <p:sp>
        <p:nvSpPr>
          <p:cNvPr id="35853" name="Text Box 58">
            <a:extLst>
              <a:ext uri="{FF2B5EF4-FFF2-40B4-BE49-F238E27FC236}">
                <a16:creationId xmlns:a16="http://schemas.microsoft.com/office/drawing/2014/main" id="{90B8CBC2-8AD5-6CE9-F8CC-158A4885B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11650"/>
            <a:ext cx="609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 b="1">
                <a:solidFill>
                  <a:srgbClr val="FF0000"/>
                </a:solidFill>
                <a:latin typeface="等线" panose="02010600030101010101" pitchFamily="2" charset="-122"/>
              </a:rPr>
              <a:t>Note: periodfunction not </a:t>
            </a:r>
            <a:r>
              <a:rPr lang="zh-CN" altLang="en-GB" sz="2400" b="1">
                <a:solidFill>
                  <a:srgbClr val="FF0000"/>
                </a:solidFill>
                <a:latin typeface="等线" panose="02010600030101010101" pitchFamily="2" charset="-122"/>
              </a:rPr>
              <a:t>一定</a:t>
            </a:r>
            <a:r>
              <a:rPr lang="en-GB" altLang="zh-CN" sz="2400" b="1">
                <a:solidFill>
                  <a:srgbClr val="FF0000"/>
                </a:solidFill>
                <a:latin typeface="等线" panose="02010600030101010101" pitchFamily="2" charset="-122"/>
              </a:rPr>
              <a:t>existence</a:t>
            </a:r>
            <a:r>
              <a:rPr lang="zh-CN" altLang="en-GB" sz="2400" b="1">
                <a:solidFill>
                  <a:srgbClr val="FF0000"/>
                </a:solidFill>
                <a:latin typeface="等线" panose="02010600030101010101" pitchFamily="2" charset="-122"/>
              </a:rPr>
              <a:t>最小正</a:t>
            </a:r>
            <a:r>
              <a:rPr lang="en-GB" altLang="zh-CN" sz="2400" b="1">
                <a:solidFill>
                  <a:srgbClr val="FF0000"/>
                </a:solidFill>
                <a:latin typeface="等线" panose="02010600030101010101" pitchFamily="2" charset="-122"/>
              </a:rPr>
              <a:t>period .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35854" name="Text Box 59">
            <a:extLst>
              <a:ext uri="{FF2B5EF4-FFF2-40B4-BE49-F238E27FC236}">
                <a16:creationId xmlns:a16="http://schemas.microsoft.com/office/drawing/2014/main" id="{2F17F6C1-E349-67AE-516E-8308C3588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4921250"/>
            <a:ext cx="2819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for example, </a:t>
            </a:r>
            <a:r>
              <a:rPr lang="zh-CN" altLang="en-US" sz="2400">
                <a:solidFill>
                  <a:schemeClr val="tx2"/>
                </a:solidFill>
                <a:latin typeface="等线" panose="02010600030101010101" pitchFamily="2" charset="-122"/>
              </a:rPr>
              <a:t>常 </a:t>
            </a: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quantityfunction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5855" name="图片 21">
            <a:extLst>
              <a:ext uri="{FF2B5EF4-FFF2-40B4-BE49-F238E27FC236}">
                <a16:creationId xmlns:a16="http://schemas.microsoft.com/office/drawing/2014/main" id="{53D85362-E5B3-FD7D-E050-CFD1FD9BD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4967288"/>
            <a:ext cx="13589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5856" name="Text Box 61">
            <a:extLst>
              <a:ext uri="{FF2B5EF4-FFF2-40B4-BE49-F238E27FC236}">
                <a16:creationId xmlns:a16="http://schemas.microsoft.com/office/drawing/2014/main" id="{338A584D-7E7F-13CC-46CD-76504F169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516563"/>
            <a:ext cx="2667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狄里克雷</a:t>
            </a:r>
            <a:r>
              <a:rPr lang="en-US" altLang="zh-CN" sz="2400">
                <a:latin typeface="等线" panose="02010600030101010101" pitchFamily="2" charset="-122"/>
              </a:rPr>
              <a:t>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5857" name="图片 23">
            <a:extLst>
              <a:ext uri="{FF2B5EF4-FFF2-40B4-BE49-F238E27FC236}">
                <a16:creationId xmlns:a16="http://schemas.microsoft.com/office/drawing/2014/main" id="{255A088F-3D25-6AC2-6DC5-1418E9B20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5" y="5576888"/>
            <a:ext cx="10287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Text Box 63">
            <a:extLst>
              <a:ext uri="{FF2B5EF4-FFF2-40B4-BE49-F238E27FC236}">
                <a16:creationId xmlns:a16="http://schemas.microsoft.com/office/drawing/2014/main" id="{8BB98092-B9E4-551A-E89D-1D05DDC4575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097462" y="5208747"/>
            <a:ext cx="2125663" cy="400110"/>
          </a:xfrm>
          <a:prstGeom prst="rect">
            <a:avLst/>
          </a:prstGeom>
          <a:blipFill>
            <a:blip r:embed="rId15"/>
            <a:stretch>
              <a:fillRect t="-606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6" name="Text Box 64">
            <a:extLst>
              <a:ext uri="{FF2B5EF4-FFF2-40B4-BE49-F238E27FC236}">
                <a16:creationId xmlns:a16="http://schemas.microsoft.com/office/drawing/2014/main" id="{125AA186-033B-4472-FBA3-7D6DCD034E5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173663" y="5939312"/>
            <a:ext cx="2049462" cy="400110"/>
          </a:xfrm>
          <a:prstGeom prst="rect">
            <a:avLst/>
          </a:prstGeom>
          <a:blipFill>
            <a:blip r:embed="rId16"/>
            <a:stretch>
              <a:fillRect t="-6061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5860" name="AutoShape 65">
            <a:extLst>
              <a:ext uri="{FF2B5EF4-FFF2-40B4-BE49-F238E27FC236}">
                <a16:creationId xmlns:a16="http://schemas.microsoft.com/office/drawing/2014/main" id="{B5AAA4F5-10FA-FF99-DBF7-1B10149D38D1}"/>
              </a:ext>
            </a:extLst>
          </p:cNvPr>
          <p:cNvSpPr>
            <a:spLocks/>
          </p:cNvSpPr>
          <p:nvPr/>
        </p:nvSpPr>
        <p:spPr bwMode="auto">
          <a:xfrm>
            <a:off x="4097338" y="534828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pic>
        <p:nvPicPr>
          <p:cNvPr id="35861" name="图片 27">
            <a:extLst>
              <a:ext uri="{FF2B5EF4-FFF2-40B4-BE49-F238E27FC236}">
                <a16:creationId xmlns:a16="http://schemas.microsoft.com/office/drawing/2014/main" id="{66572235-E807-34A3-8B3A-443581E68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5289550"/>
            <a:ext cx="2794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62" name="图片 28">
            <a:extLst>
              <a:ext uri="{FF2B5EF4-FFF2-40B4-BE49-F238E27FC236}">
                <a16:creationId xmlns:a16="http://schemas.microsoft.com/office/drawing/2014/main" id="{D3496196-FE7C-2171-312A-91577E598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5983288"/>
            <a:ext cx="330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63" name="图片 77" descr="图片包含 图示&#10;&#10;描述已自动生成">
            <a:extLst>
              <a:ext uri="{FF2B5EF4-FFF2-40B4-BE49-F238E27FC236}">
                <a16:creationId xmlns:a16="http://schemas.microsoft.com/office/drawing/2014/main" id="{A2AB987A-F1CE-8041-47B7-8FEBEAD64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2525713"/>
            <a:ext cx="7318375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7EB8F-B56A-BF30-7907-04A4C301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38" y="246063"/>
            <a:ext cx="4665662" cy="695325"/>
          </a:xfrm>
        </p:spPr>
        <p:txBody>
          <a:bodyPr/>
          <a:lstStyle/>
          <a:p>
            <a:pPr>
              <a:defRPr/>
            </a:pPr>
            <a:r>
              <a:rPr lang="en-GB" altLang="zh-CN" sz="3200" b="1">
                <a:latin typeface="+mn-ea"/>
                <a:ea typeface="+mn-ea"/>
              </a:rPr>
              <a:t>3. inverse function and compositefunction</a:t>
            </a:r>
            <a:endParaRPr kumimoji="1" lang="zh-CN" altLang="en-US" dirty="0"/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590C1404-ADD0-AD18-36B2-610FA75A2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381125"/>
            <a:ext cx="1408113" cy="3286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iffunction</a:t>
            </a:r>
            <a:endParaRPr kumimoji="1" lang="zh-CN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D0019C2-D195-7CB6-9C15-5027EE2CFF3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77863" y="234950"/>
            <a:ext cx="426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b="1">
              <a:latin typeface="Calibri Light" panose="020F0302020204030204" pitchFamily="34" charset="0"/>
              <a:ea typeface="楷体_GB2312" pitchFamily="49" charset="-122"/>
            </a:endParaRP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DB392A7C-3D35-E9F0-677C-15A439A2D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858838"/>
            <a:ext cx="677942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GB" altLang="zh-CN">
                <a:latin typeface="+mn-ea"/>
              </a:rPr>
              <a:t>(1) inverse function's concept and property</a:t>
            </a:r>
            <a:endParaRPr lang="zh-CN" altLang="en-US" dirty="0">
              <a:latin typeface="+mn-ea"/>
            </a:endParaRPr>
          </a:p>
        </p:txBody>
      </p:sp>
      <p:pic>
        <p:nvPicPr>
          <p:cNvPr id="36869" name="图片 6">
            <a:extLst>
              <a:ext uri="{FF2B5EF4-FFF2-40B4-BE49-F238E27FC236}">
                <a16:creationId xmlns:a16="http://schemas.microsoft.com/office/drawing/2014/main" id="{A1B48360-58B9-37F3-7240-2271760B8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25" y="1382713"/>
            <a:ext cx="21082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0" name="Text Box 6">
            <a:extLst>
              <a:ext uri="{FF2B5EF4-FFF2-40B4-BE49-F238E27FC236}">
                <a16:creationId xmlns:a16="http://schemas.microsoft.com/office/drawing/2014/main" id="{9FC39CE0-448E-FAC6-2662-871B9784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1355725"/>
            <a:ext cx="160492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is injective,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00B3F711-E433-855A-030D-59475324E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5" y="1335088"/>
            <a:ext cx="34836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thenexistence</a:t>
            </a:r>
            <a:r>
              <a:rPr lang="zh-CN" altLang="en-US" sz="2400">
                <a:latin typeface="等线" panose="02010600030101010101" pitchFamily="2" charset="-122"/>
              </a:rPr>
              <a:t>逆</a:t>
            </a:r>
            <a:r>
              <a:rPr lang="en-US" altLang="zh-CN" sz="2400">
                <a:latin typeface="等线" panose="02010600030101010101" pitchFamily="2" charset="-122"/>
              </a:rPr>
              <a:t>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6872" name="图片 9">
            <a:extLst>
              <a:ext uri="{FF2B5EF4-FFF2-40B4-BE49-F238E27FC236}">
                <a16:creationId xmlns:a16="http://schemas.microsoft.com/office/drawing/2014/main" id="{CE2815D9-D400-AFCC-D77C-2696E9605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1916113"/>
            <a:ext cx="2449512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3" name="Text Box 9">
            <a:extLst>
              <a:ext uri="{FF2B5EF4-FFF2-40B4-BE49-F238E27FC236}">
                <a16:creationId xmlns:a16="http://schemas.microsoft.com/office/drawing/2014/main" id="{124441C1-D214-6920-A188-7C1D7FFBB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3359150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习惯 </a:t>
            </a:r>
            <a:r>
              <a:rPr lang="en-US" altLang="zh-CN" sz="2400">
                <a:latin typeface="等线" panose="02010600030101010101" pitchFamily="2" charset="-122"/>
              </a:rPr>
              <a:t>on ,</a:t>
            </a:r>
          </a:p>
        </p:txBody>
      </p:sp>
      <p:pic>
        <p:nvPicPr>
          <p:cNvPr id="36874" name="图片 11">
            <a:extLst>
              <a:ext uri="{FF2B5EF4-FFF2-40B4-BE49-F238E27FC236}">
                <a16:creationId xmlns:a16="http://schemas.microsoft.com/office/drawing/2014/main" id="{E1BDAC8F-10BD-F28B-374A-4A5971840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3357563"/>
            <a:ext cx="2336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5" name="Text Box 11">
            <a:extLst>
              <a:ext uri="{FF2B5EF4-FFF2-40B4-BE49-F238E27FC236}">
                <a16:creationId xmlns:a16="http://schemas.microsoft.com/office/drawing/2014/main" id="{A638928D-8D77-B9DF-ECEF-822B747C2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5" y="3324225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's inverse function denote</a:t>
            </a:r>
            <a:r>
              <a:rPr lang="zh-CN" altLang="en-US" sz="2400">
                <a:latin typeface="等线" panose="02010600030101010101" pitchFamily="2" charset="-122"/>
              </a:rPr>
              <a:t>成</a:t>
            </a:r>
          </a:p>
        </p:txBody>
      </p:sp>
      <p:pic>
        <p:nvPicPr>
          <p:cNvPr id="36876" name="图片 13">
            <a:extLst>
              <a:ext uri="{FF2B5EF4-FFF2-40B4-BE49-F238E27FC236}">
                <a16:creationId xmlns:a16="http://schemas.microsoft.com/office/drawing/2014/main" id="{9E72C68E-4456-BCC0-E720-A010EF815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075" y="3925888"/>
            <a:ext cx="3236913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77" name="Text Box 13">
            <a:extLst>
              <a:ext uri="{FF2B5EF4-FFF2-40B4-BE49-F238E27FC236}">
                <a16:creationId xmlns:a16="http://schemas.microsoft.com/office/drawing/2014/main" id="{5D67C3F9-A57A-6B56-ABFA-D9300499A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2590800"/>
            <a:ext cx="2220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称 </a:t>
            </a:r>
            <a:r>
              <a:rPr lang="en-US" altLang="zh-CN" sz="2400">
                <a:latin typeface="等线" panose="02010600030101010101" pitchFamily="2" charset="-122"/>
              </a:rPr>
              <a:t>thismapping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0FA2C07E-EEDE-C2B2-A9B1-C4AC4E461B8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839513" y="2590340"/>
            <a:ext cx="2302362" cy="400110"/>
          </a:xfrm>
          <a:prstGeom prst="rect">
            <a:avLst/>
          </a:prstGeom>
          <a:blipFill>
            <a:blip r:embed="rId6"/>
            <a:stretch>
              <a:fillRect l="-549" t="-9375" r="-2198" b="-2500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6879" name="Text Box 23">
            <a:extLst>
              <a:ext uri="{FF2B5EF4-FFF2-40B4-BE49-F238E27FC236}">
                <a16:creationId xmlns:a16="http://schemas.microsoft.com/office/drawing/2014/main" id="{47966A4A-A7A2-A6CE-372D-FEA8376A1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4987925"/>
            <a:ext cx="1828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等线" panose="02010600030101010101" pitchFamily="2" charset="-122"/>
              </a:rPr>
              <a:t>itsinverse 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6880" name="Text Box 24">
            <a:extLst>
              <a:ext uri="{FF2B5EF4-FFF2-40B4-BE49-F238E27FC236}">
                <a16:creationId xmlns:a16="http://schemas.microsoft.com/office/drawing/2014/main" id="{B6C96643-333A-0B98-08E5-73A55252E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4941888"/>
            <a:ext cx="720725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减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)</a:t>
            </a:r>
          </a:p>
        </p:txBody>
      </p:sp>
      <p:sp>
        <p:nvSpPr>
          <p:cNvPr id="36881" name="Text Box 25">
            <a:extLst>
              <a:ext uri="{FF2B5EF4-FFF2-40B4-BE49-F238E27FC236}">
                <a16:creationId xmlns:a16="http://schemas.microsoft.com/office/drawing/2014/main" id="{5639A2C1-C494-A1A2-7B71-92BEFFFC8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5487988"/>
            <a:ext cx="1066800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减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) .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9E6D832A-27DA-CF2C-5B9D-889CF57875A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38187" y="4983163"/>
            <a:ext cx="2847268" cy="400110"/>
          </a:xfrm>
          <a:prstGeom prst="rect">
            <a:avLst/>
          </a:prstGeom>
          <a:blipFill>
            <a:blip r:embed="rId7"/>
            <a:stretch>
              <a:fillRect l="-1778" t="-9375" b="-2812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36883" name="图片 28">
            <a:extLst>
              <a:ext uri="{FF2B5EF4-FFF2-40B4-BE49-F238E27FC236}">
                <a16:creationId xmlns:a16="http://schemas.microsoft.com/office/drawing/2014/main" id="{6C81BFD4-2578-E801-1A39-036041271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0" y="4929188"/>
            <a:ext cx="2184400" cy="43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6884" name="Text Box 28">
            <a:extLst>
              <a:ext uri="{FF2B5EF4-FFF2-40B4-BE49-F238E27FC236}">
                <a16:creationId xmlns:a16="http://schemas.microsoft.com/office/drawing/2014/main" id="{C29698B7-BC82-5855-FEF6-2385FD43C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5478463"/>
            <a:ext cx="41841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and also monotone increasing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36885" name="Text Box 29">
            <a:extLst>
              <a:ext uri="{FF2B5EF4-FFF2-40B4-BE49-F238E27FC236}">
                <a16:creationId xmlns:a16="http://schemas.microsoft.com/office/drawing/2014/main" id="{C791A5AA-D124-BDBC-B829-FB24C65DE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4510088"/>
            <a:ext cx="1473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property: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821F1-6617-B898-FDD3-36D7F098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1328738" cy="687388"/>
          </a:xfrm>
        </p:spPr>
        <p:txBody>
          <a:bodyPr/>
          <a:lstStyle/>
          <a:p>
            <a:pPr>
              <a:defRPr/>
            </a:pPr>
            <a:r>
              <a:rPr lang="en-US" altLang="zh-CN" sz="2400">
                <a:latin typeface="+mn-ea"/>
                <a:ea typeface="+mn-ea"/>
              </a:rPr>
              <a:t>2) function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3E273132-C525-B0BE-1978-DB0442621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6913" y="506413"/>
            <a:ext cx="1766887" cy="37941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and itsinverse function</a:t>
            </a:r>
            <a:endParaRPr kumimoji="1" lang="zh-CN" altLang="en-US"/>
          </a:p>
        </p:txBody>
      </p:sp>
      <p:graphicFrame>
        <p:nvGraphicFramePr>
          <p:cNvPr id="37891" name="对象 3">
            <a:extLst>
              <a:ext uri="{FF2B5EF4-FFF2-40B4-BE49-F238E27FC236}">
                <a16:creationId xmlns:a16="http://schemas.microsoft.com/office/drawing/2014/main" id="{CC524B6F-3037-ECDD-111A-016A144C5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0" y="476250"/>
          <a:ext cx="13287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476250"/>
                        <a:ext cx="13287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对象 4">
            <a:extLst>
              <a:ext uri="{FF2B5EF4-FFF2-40B4-BE49-F238E27FC236}">
                <a16:creationId xmlns:a16="http://schemas.microsoft.com/office/drawing/2014/main" id="{1E8DB118-4EED-39D2-CE06-3F177F9DD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065213"/>
          <a:ext cx="15160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065213"/>
                        <a:ext cx="151606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矩形 5">
            <a:extLst>
              <a:ext uri="{FF2B5EF4-FFF2-40B4-BE49-F238E27FC236}">
                <a16:creationId xmlns:a16="http://schemas.microsoft.com/office/drawing/2014/main" id="{D6AABE08-2F4D-7015-802C-1CB526E86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095375"/>
            <a:ext cx="24929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's </a:t>
            </a:r>
            <a:r>
              <a:rPr lang="zh-CN" altLang="en-US" sz="2400"/>
              <a:t>图 </a:t>
            </a:r>
            <a:r>
              <a:rPr lang="en-US" altLang="zh-CN" sz="2400"/>
              <a:t>form</a:t>
            </a:r>
            <a:r>
              <a:rPr lang="zh-CN" altLang="en-US" sz="2400"/>
              <a:t>关于</a:t>
            </a:r>
            <a:r>
              <a:rPr lang="en-US" altLang="zh-CN" sz="2400"/>
              <a:t>line</a:t>
            </a:r>
            <a:endParaRPr lang="zh-CN" altLang="en-US" sz="2400"/>
          </a:p>
        </p:txBody>
      </p:sp>
      <p:graphicFrame>
        <p:nvGraphicFramePr>
          <p:cNvPr id="37894" name="对象 6">
            <a:extLst>
              <a:ext uri="{FF2B5EF4-FFF2-40B4-BE49-F238E27FC236}">
                <a16:creationId xmlns:a16="http://schemas.microsoft.com/office/drawing/2014/main" id="{3FBDEC59-5E85-9EF9-A5E6-87A5469ABC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916113"/>
          <a:ext cx="8953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16113"/>
                        <a:ext cx="8953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75B3586-4BF8-35BC-DC56-202827A28D23}"/>
              </a:ext>
            </a:extLst>
          </p:cNvPr>
          <p:cNvSpPr/>
          <p:nvPr/>
        </p:nvSpPr>
        <p:spPr>
          <a:xfrm>
            <a:off x="1763713" y="1814513"/>
            <a:ext cx="16305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symmetry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AA18CE7C-0198-D4D8-5B68-52A081EED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027363"/>
            <a:ext cx="1219200" cy="120032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for example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3BAA07A2-4B80-4DA6-23E9-7A1EA24481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6175" y="3565525"/>
          <a:ext cx="3136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3565525"/>
                        <a:ext cx="3136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1">
            <a:extLst>
              <a:ext uri="{FF2B5EF4-FFF2-40B4-BE49-F238E27FC236}">
                <a16:creationId xmlns:a16="http://schemas.microsoft.com/office/drawing/2014/main" id="{56220F50-DA42-078A-7391-71CFFC9B6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281488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logarithmic 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CE3FC058-6473-B87E-436D-3BBBFF9921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5700" y="4318000"/>
          <a:ext cx="322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318000"/>
                        <a:ext cx="3225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>
            <a:extLst>
              <a:ext uri="{FF2B5EF4-FFF2-40B4-BE49-F238E27FC236}">
                <a16:creationId xmlns:a16="http://schemas.microsoft.com/office/drawing/2014/main" id="{5287A00D-1173-6CDE-CED1-A136F9895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975100"/>
            <a:ext cx="310533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>
                <a:latin typeface="+mn-ea"/>
              </a:rPr>
              <a:t>互 </a:t>
            </a:r>
            <a:r>
              <a:rPr lang="en-US" altLang="zh-CN" sz="2400">
                <a:latin typeface="+mn-ea"/>
              </a:rPr>
              <a:t>is inverse function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FF29EDF2-BBCB-EF0B-7CD8-102CFE540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983163"/>
            <a:ext cx="36856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it all monotone increasing,</a:t>
            </a:r>
          </a:p>
        </p:txBody>
      </p:sp>
      <p:grpSp>
        <p:nvGrpSpPr>
          <p:cNvPr id="22" name="Group 15">
            <a:extLst>
              <a:ext uri="{FF2B5EF4-FFF2-40B4-BE49-F238E27FC236}">
                <a16:creationId xmlns:a16="http://schemas.microsoft.com/office/drawing/2014/main" id="{12E2452C-C8F3-54CF-5379-A8660ED9CA8E}"/>
              </a:ext>
            </a:extLst>
          </p:cNvPr>
          <p:cNvGrpSpPr>
            <a:grpSpLocks/>
          </p:cNvGrpSpPr>
          <p:nvPr/>
        </p:nvGrpSpPr>
        <p:grpSpPr bwMode="auto">
          <a:xfrm>
            <a:off x="3159125" y="4983163"/>
            <a:ext cx="4772026" cy="471487"/>
            <a:chOff x="1519" y="3803"/>
            <a:chExt cx="3006" cy="297"/>
          </a:xfrm>
        </p:grpSpPr>
        <p:sp>
          <p:nvSpPr>
            <p:cNvPr id="37934" name="Text Box 16">
              <a:extLst>
                <a:ext uri="{FF2B5EF4-FFF2-40B4-BE49-F238E27FC236}">
                  <a16:creationId xmlns:a16="http://schemas.microsoft.com/office/drawing/2014/main" id="{8D2A287A-3485-5F47-2D21-F5437089A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3809"/>
              <a:ext cx="16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等线" panose="02010600030101010101" pitchFamily="2" charset="-122"/>
                </a:rPr>
                <a:t>its</a:t>
              </a:r>
              <a:r>
                <a:rPr lang="zh-CN" altLang="en-US" sz="2400">
                  <a:latin typeface="等线" panose="02010600030101010101" pitchFamily="2" charset="-122"/>
                </a:rPr>
                <a:t>图 </a:t>
              </a:r>
              <a:r>
                <a:rPr lang="en-US" altLang="zh-CN" sz="2400">
                  <a:latin typeface="等线" panose="02010600030101010101" pitchFamily="2" charset="-122"/>
                </a:rPr>
                <a:t>form</a:t>
              </a:r>
              <a:r>
                <a:rPr lang="zh-CN" altLang="en-US" sz="2400">
                  <a:latin typeface="等线" panose="02010600030101010101" pitchFamily="2" charset="-122"/>
                </a:rPr>
                <a:t>关于</a:t>
              </a:r>
              <a:r>
                <a:rPr lang="en-US" altLang="zh-CN" sz="2400">
                  <a:latin typeface="等线" panose="02010600030101010101" pitchFamily="2" charset="-122"/>
                </a:rPr>
                <a:t>line</a:t>
              </a:r>
              <a:endParaRPr lang="zh-CN" altLang="en-US" sz="2400">
                <a:latin typeface="等线" panose="02010600030101010101" pitchFamily="2" charset="-122"/>
              </a:endParaRPr>
            </a:p>
          </p:txBody>
        </p:sp>
        <p:graphicFrame>
          <p:nvGraphicFramePr>
            <p:cNvPr id="37935" name="Object 17">
              <a:extLst>
                <a:ext uri="{FF2B5EF4-FFF2-40B4-BE49-F238E27FC236}">
                  <a16:creationId xmlns:a16="http://schemas.microsoft.com/office/drawing/2014/main" id="{2F2F179F-7EE3-B3E6-C130-98B2A4084D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3" y="3834"/>
            <a:ext cx="58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3" y="3834"/>
                          <a:ext cx="58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6" name="Text Box 18">
              <a:extLst>
                <a:ext uri="{FF2B5EF4-FFF2-40B4-BE49-F238E27FC236}">
                  <a16:creationId xmlns:a16="http://schemas.microsoft.com/office/drawing/2014/main" id="{77016339-B1AD-6DDC-90B9-BC0F1922A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3803"/>
              <a:ext cx="10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等线" panose="02010600030101010101" pitchFamily="2" charset="-122"/>
                </a:rPr>
                <a:t>symmetry .</a:t>
              </a:r>
            </a:p>
          </p:txBody>
        </p:sp>
      </p:grpSp>
      <p:sp>
        <p:nvSpPr>
          <p:cNvPr id="26" name="Line 19">
            <a:extLst>
              <a:ext uri="{FF2B5EF4-FFF2-40B4-BE49-F238E27FC236}">
                <a16:creationId xmlns:a16="http://schemas.microsoft.com/office/drawing/2014/main" id="{854B3BF7-24EB-DFED-EC89-66F27CD4EE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5963" y="1320800"/>
            <a:ext cx="2103437" cy="2103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06DC495B-1AFD-3CC9-0E87-5E7870A8B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3463" y="1984375"/>
          <a:ext cx="10747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0" imgH="0" progId="Equation.3">
                  <p:embed/>
                </p:oleObj>
              </mc:Choice>
              <mc:Fallback>
                <p:oleObj name="公式" r:id="rId14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463" y="1984375"/>
                        <a:ext cx="10747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>
            <a:extLst>
              <a:ext uri="{FF2B5EF4-FFF2-40B4-BE49-F238E27FC236}">
                <a16:creationId xmlns:a16="http://schemas.microsoft.com/office/drawing/2014/main" id="{F30C463B-498C-6B58-A5FF-F745C012D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7325" y="838200"/>
          <a:ext cx="12842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325" y="838200"/>
                        <a:ext cx="12842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>
            <a:extLst>
              <a:ext uri="{FF2B5EF4-FFF2-40B4-BE49-F238E27FC236}">
                <a16:creationId xmlns:a16="http://schemas.microsoft.com/office/drawing/2014/main" id="{575DB24C-6BAE-6328-4060-282E5E9C1E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7938" y="1477963"/>
          <a:ext cx="70008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0" imgH="0" progId="Equation.3">
                  <p:embed/>
                </p:oleObj>
              </mc:Choice>
              <mc:Fallback>
                <p:oleObj name="公式" r:id="rId18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1477963"/>
                        <a:ext cx="70008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23">
            <a:extLst>
              <a:ext uri="{FF2B5EF4-FFF2-40B4-BE49-F238E27FC236}">
                <a16:creationId xmlns:a16="http://schemas.microsoft.com/office/drawing/2014/main" id="{B9988F8F-F7C9-FE3B-C3EC-27014060D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0975" y="2112963"/>
            <a:ext cx="603250" cy="6048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Freeform 24">
            <a:extLst>
              <a:ext uri="{FF2B5EF4-FFF2-40B4-BE49-F238E27FC236}">
                <a16:creationId xmlns:a16="http://schemas.microsoft.com/office/drawing/2014/main" id="{9B539020-98BB-81E7-4177-3920132F1389}"/>
              </a:ext>
            </a:extLst>
          </p:cNvPr>
          <p:cNvSpPr>
            <a:spLocks/>
          </p:cNvSpPr>
          <p:nvPr/>
        </p:nvSpPr>
        <p:spPr bwMode="auto">
          <a:xfrm rot="-2700000">
            <a:off x="6773863" y="2235200"/>
            <a:ext cx="122237" cy="120650"/>
          </a:xfrm>
          <a:custGeom>
            <a:avLst/>
            <a:gdLst>
              <a:gd name="T0" fmla="*/ 0 w 336"/>
              <a:gd name="T1" fmla="*/ 0 h 288"/>
              <a:gd name="T2" fmla="*/ 2147483646 w 336"/>
              <a:gd name="T3" fmla="*/ 0 h 288"/>
              <a:gd name="T4" fmla="*/ 2147483646 w 336"/>
              <a:gd name="T5" fmla="*/ 2147483646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288">
                <a:moveTo>
                  <a:pt x="0" y="0"/>
                </a:moveTo>
                <a:lnTo>
                  <a:pt x="336" y="0"/>
                </a:lnTo>
                <a:lnTo>
                  <a:pt x="336" y="28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Group 25">
            <a:extLst>
              <a:ext uri="{FF2B5EF4-FFF2-40B4-BE49-F238E27FC236}">
                <a16:creationId xmlns:a16="http://schemas.microsoft.com/office/drawing/2014/main" id="{306999FC-BD1D-C8AB-6C79-17D18D58E261}"/>
              </a:ext>
            </a:extLst>
          </p:cNvPr>
          <p:cNvGrpSpPr>
            <a:grpSpLocks/>
          </p:cNvGrpSpPr>
          <p:nvPr/>
        </p:nvGrpSpPr>
        <p:grpSpPr bwMode="auto">
          <a:xfrm>
            <a:off x="5676900" y="1765300"/>
            <a:ext cx="876300" cy="377825"/>
            <a:chOff x="3408" y="1646"/>
            <a:chExt cx="690" cy="298"/>
          </a:xfrm>
        </p:grpSpPr>
        <p:graphicFrame>
          <p:nvGraphicFramePr>
            <p:cNvPr id="37932" name="Object 26">
              <a:extLst>
                <a:ext uri="{FF2B5EF4-FFF2-40B4-BE49-F238E27FC236}">
                  <a16:creationId xmlns:a16="http://schemas.microsoft.com/office/drawing/2014/main" id="{744C9F1C-9839-93E4-5FE1-EFF2008A68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1646"/>
            <a:ext cx="68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0" imgH="0" progId="Equation.3">
                    <p:embed/>
                  </p:oleObj>
                </mc:Choice>
                <mc:Fallback>
                  <p:oleObj name="公式" r:id="rId20" imgW="0" imgH="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646"/>
                          <a:ext cx="68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3" name="Oval 27">
              <a:extLst>
                <a:ext uri="{FF2B5EF4-FFF2-40B4-BE49-F238E27FC236}">
                  <a16:creationId xmlns:a16="http://schemas.microsoft.com/office/drawing/2014/main" id="{B38DFDCD-C87D-5C75-89C1-39B225F12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1899"/>
              <a:ext cx="45" cy="4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grpSp>
        <p:nvGrpSpPr>
          <p:cNvPr id="35" name="Group 28">
            <a:extLst>
              <a:ext uri="{FF2B5EF4-FFF2-40B4-BE49-F238E27FC236}">
                <a16:creationId xmlns:a16="http://schemas.microsoft.com/office/drawing/2014/main" id="{B09AC473-312B-24B3-C145-9760BEE3721F}"/>
              </a:ext>
            </a:extLst>
          </p:cNvPr>
          <p:cNvGrpSpPr>
            <a:grpSpLocks/>
          </p:cNvGrpSpPr>
          <p:nvPr/>
        </p:nvGrpSpPr>
        <p:grpSpPr bwMode="auto">
          <a:xfrm>
            <a:off x="6591300" y="2235200"/>
            <a:ext cx="427038" cy="365125"/>
            <a:chOff x="4128" y="1968"/>
            <a:chExt cx="336" cy="288"/>
          </a:xfrm>
        </p:grpSpPr>
        <p:sp>
          <p:nvSpPr>
            <p:cNvPr id="37930" name="Line 29">
              <a:extLst>
                <a:ext uri="{FF2B5EF4-FFF2-40B4-BE49-F238E27FC236}">
                  <a16:creationId xmlns:a16="http://schemas.microsoft.com/office/drawing/2014/main" id="{0522C528-A434-1A3D-8CD9-F4CDDF409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968"/>
              <a:ext cx="96" cy="4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Line 30">
              <a:extLst>
                <a:ext uri="{FF2B5EF4-FFF2-40B4-BE49-F238E27FC236}">
                  <a16:creationId xmlns:a16="http://schemas.microsoft.com/office/drawing/2014/main" id="{024F96EB-5E4D-963A-4A15-1245EEDF4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2208"/>
              <a:ext cx="96" cy="4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Group 31">
            <a:extLst>
              <a:ext uri="{FF2B5EF4-FFF2-40B4-BE49-F238E27FC236}">
                <a16:creationId xmlns:a16="http://schemas.microsoft.com/office/drawing/2014/main" id="{497CDEB9-06E9-6AB6-B4AC-9E3BBE482756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1263650"/>
            <a:ext cx="1225550" cy="1438275"/>
            <a:chOff x="3446" y="1251"/>
            <a:chExt cx="964" cy="1133"/>
          </a:xfrm>
        </p:grpSpPr>
        <p:sp>
          <p:nvSpPr>
            <p:cNvPr id="37927" name="Freeform 32">
              <a:extLst>
                <a:ext uri="{FF2B5EF4-FFF2-40B4-BE49-F238E27FC236}">
                  <a16:creationId xmlns:a16="http://schemas.microsoft.com/office/drawing/2014/main" id="{9916446C-758D-B271-B70D-12495FBC3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333"/>
              <a:ext cx="467" cy="774"/>
            </a:xfrm>
            <a:custGeom>
              <a:avLst/>
              <a:gdLst>
                <a:gd name="T0" fmla="*/ 6 w 444"/>
                <a:gd name="T1" fmla="*/ 1070 h 738"/>
                <a:gd name="T2" fmla="*/ 26 w 444"/>
                <a:gd name="T3" fmla="*/ 1056 h 738"/>
                <a:gd name="T4" fmla="*/ 35 w 444"/>
                <a:gd name="T5" fmla="*/ 1045 h 738"/>
                <a:gd name="T6" fmla="*/ 53 w 444"/>
                <a:gd name="T7" fmla="*/ 1028 h 738"/>
                <a:gd name="T8" fmla="*/ 62 w 444"/>
                <a:gd name="T9" fmla="*/ 1018 h 738"/>
                <a:gd name="T10" fmla="*/ 81 w 444"/>
                <a:gd name="T11" fmla="*/ 999 h 738"/>
                <a:gd name="T12" fmla="*/ 89 w 444"/>
                <a:gd name="T13" fmla="*/ 992 h 738"/>
                <a:gd name="T14" fmla="*/ 108 w 444"/>
                <a:gd name="T15" fmla="*/ 973 h 738"/>
                <a:gd name="T16" fmla="*/ 116 w 444"/>
                <a:gd name="T17" fmla="*/ 956 h 738"/>
                <a:gd name="T18" fmla="*/ 126 w 444"/>
                <a:gd name="T19" fmla="*/ 948 h 738"/>
                <a:gd name="T20" fmla="*/ 143 w 444"/>
                <a:gd name="T21" fmla="*/ 931 h 738"/>
                <a:gd name="T22" fmla="*/ 153 w 444"/>
                <a:gd name="T23" fmla="*/ 912 h 738"/>
                <a:gd name="T24" fmla="*/ 171 w 444"/>
                <a:gd name="T25" fmla="*/ 896 h 738"/>
                <a:gd name="T26" fmla="*/ 180 w 444"/>
                <a:gd name="T27" fmla="*/ 888 h 738"/>
                <a:gd name="T28" fmla="*/ 198 w 444"/>
                <a:gd name="T29" fmla="*/ 869 h 738"/>
                <a:gd name="T30" fmla="*/ 207 w 444"/>
                <a:gd name="T31" fmla="*/ 852 h 738"/>
                <a:gd name="T32" fmla="*/ 226 w 444"/>
                <a:gd name="T33" fmla="*/ 835 h 738"/>
                <a:gd name="T34" fmla="*/ 232 w 444"/>
                <a:gd name="T35" fmla="*/ 817 h 738"/>
                <a:gd name="T36" fmla="*/ 252 w 444"/>
                <a:gd name="T37" fmla="*/ 799 h 738"/>
                <a:gd name="T38" fmla="*/ 260 w 444"/>
                <a:gd name="T39" fmla="*/ 782 h 738"/>
                <a:gd name="T40" fmla="*/ 269 w 444"/>
                <a:gd name="T41" fmla="*/ 764 h 738"/>
                <a:gd name="T42" fmla="*/ 287 w 444"/>
                <a:gd name="T43" fmla="*/ 747 h 738"/>
                <a:gd name="T44" fmla="*/ 297 w 444"/>
                <a:gd name="T45" fmla="*/ 728 h 738"/>
                <a:gd name="T46" fmla="*/ 314 w 444"/>
                <a:gd name="T47" fmla="*/ 703 h 738"/>
                <a:gd name="T48" fmla="*/ 323 w 444"/>
                <a:gd name="T49" fmla="*/ 685 h 738"/>
                <a:gd name="T50" fmla="*/ 341 w 444"/>
                <a:gd name="T51" fmla="*/ 667 h 738"/>
                <a:gd name="T52" fmla="*/ 350 w 444"/>
                <a:gd name="T53" fmla="*/ 640 h 738"/>
                <a:gd name="T54" fmla="*/ 368 w 444"/>
                <a:gd name="T55" fmla="*/ 624 h 738"/>
                <a:gd name="T56" fmla="*/ 378 w 444"/>
                <a:gd name="T57" fmla="*/ 605 h 738"/>
                <a:gd name="T58" fmla="*/ 397 w 444"/>
                <a:gd name="T59" fmla="*/ 578 h 738"/>
                <a:gd name="T60" fmla="*/ 404 w 444"/>
                <a:gd name="T61" fmla="*/ 564 h 738"/>
                <a:gd name="T62" fmla="*/ 413 w 444"/>
                <a:gd name="T63" fmla="*/ 538 h 738"/>
                <a:gd name="T64" fmla="*/ 431 w 444"/>
                <a:gd name="T65" fmla="*/ 512 h 738"/>
                <a:gd name="T66" fmla="*/ 442 w 444"/>
                <a:gd name="T67" fmla="*/ 492 h 738"/>
                <a:gd name="T68" fmla="*/ 458 w 444"/>
                <a:gd name="T69" fmla="*/ 467 h 738"/>
                <a:gd name="T70" fmla="*/ 468 w 444"/>
                <a:gd name="T71" fmla="*/ 440 h 738"/>
                <a:gd name="T72" fmla="*/ 488 w 444"/>
                <a:gd name="T73" fmla="*/ 412 h 738"/>
                <a:gd name="T74" fmla="*/ 494 w 444"/>
                <a:gd name="T75" fmla="*/ 387 h 738"/>
                <a:gd name="T76" fmla="*/ 514 w 444"/>
                <a:gd name="T77" fmla="*/ 361 h 738"/>
                <a:gd name="T78" fmla="*/ 521 w 444"/>
                <a:gd name="T79" fmla="*/ 334 h 738"/>
                <a:gd name="T80" fmla="*/ 541 w 444"/>
                <a:gd name="T81" fmla="*/ 307 h 738"/>
                <a:gd name="T82" fmla="*/ 548 w 444"/>
                <a:gd name="T83" fmla="*/ 280 h 738"/>
                <a:gd name="T84" fmla="*/ 556 w 444"/>
                <a:gd name="T85" fmla="*/ 254 h 738"/>
                <a:gd name="T86" fmla="*/ 575 w 444"/>
                <a:gd name="T87" fmla="*/ 219 h 738"/>
                <a:gd name="T88" fmla="*/ 583 w 444"/>
                <a:gd name="T89" fmla="*/ 193 h 738"/>
                <a:gd name="T90" fmla="*/ 602 w 444"/>
                <a:gd name="T91" fmla="*/ 167 h 738"/>
                <a:gd name="T92" fmla="*/ 611 w 444"/>
                <a:gd name="T93" fmla="*/ 132 h 738"/>
                <a:gd name="T94" fmla="*/ 629 w 444"/>
                <a:gd name="T95" fmla="*/ 106 h 738"/>
                <a:gd name="T96" fmla="*/ 637 w 444"/>
                <a:gd name="T97" fmla="*/ 70 h 738"/>
                <a:gd name="T98" fmla="*/ 656 w 444"/>
                <a:gd name="T99" fmla="*/ 33 h 738"/>
                <a:gd name="T100" fmla="*/ 665 w 444"/>
                <a:gd name="T101" fmla="*/ 0 h 7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44" h="738">
                  <a:moveTo>
                    <a:pt x="0" y="738"/>
                  </a:moveTo>
                  <a:lnTo>
                    <a:pt x="0" y="732"/>
                  </a:lnTo>
                  <a:lnTo>
                    <a:pt x="6" y="732"/>
                  </a:lnTo>
                  <a:lnTo>
                    <a:pt x="12" y="726"/>
                  </a:lnTo>
                  <a:lnTo>
                    <a:pt x="18" y="720"/>
                  </a:lnTo>
                  <a:lnTo>
                    <a:pt x="24" y="714"/>
                  </a:lnTo>
                  <a:lnTo>
                    <a:pt x="30" y="708"/>
                  </a:lnTo>
                  <a:lnTo>
                    <a:pt x="30" y="702"/>
                  </a:lnTo>
                  <a:lnTo>
                    <a:pt x="36" y="702"/>
                  </a:lnTo>
                  <a:lnTo>
                    <a:pt x="42" y="696"/>
                  </a:lnTo>
                  <a:lnTo>
                    <a:pt x="42" y="690"/>
                  </a:lnTo>
                  <a:lnTo>
                    <a:pt x="48" y="690"/>
                  </a:lnTo>
                  <a:lnTo>
                    <a:pt x="48" y="684"/>
                  </a:lnTo>
                  <a:lnTo>
                    <a:pt x="54" y="684"/>
                  </a:lnTo>
                  <a:lnTo>
                    <a:pt x="54" y="678"/>
                  </a:lnTo>
                  <a:lnTo>
                    <a:pt x="60" y="678"/>
                  </a:lnTo>
                  <a:lnTo>
                    <a:pt x="60" y="672"/>
                  </a:lnTo>
                  <a:lnTo>
                    <a:pt x="66" y="672"/>
                  </a:lnTo>
                  <a:lnTo>
                    <a:pt x="66" y="666"/>
                  </a:lnTo>
                  <a:lnTo>
                    <a:pt x="72" y="666"/>
                  </a:lnTo>
                  <a:lnTo>
                    <a:pt x="72" y="660"/>
                  </a:lnTo>
                  <a:lnTo>
                    <a:pt x="78" y="660"/>
                  </a:lnTo>
                  <a:lnTo>
                    <a:pt x="78" y="654"/>
                  </a:lnTo>
                  <a:lnTo>
                    <a:pt x="84" y="654"/>
                  </a:lnTo>
                  <a:lnTo>
                    <a:pt x="84" y="648"/>
                  </a:lnTo>
                  <a:lnTo>
                    <a:pt x="90" y="642"/>
                  </a:lnTo>
                  <a:lnTo>
                    <a:pt x="96" y="636"/>
                  </a:lnTo>
                  <a:lnTo>
                    <a:pt x="102" y="630"/>
                  </a:lnTo>
                  <a:lnTo>
                    <a:pt x="102" y="624"/>
                  </a:lnTo>
                  <a:lnTo>
                    <a:pt x="108" y="624"/>
                  </a:lnTo>
                  <a:lnTo>
                    <a:pt x="108" y="618"/>
                  </a:lnTo>
                  <a:lnTo>
                    <a:pt x="114" y="618"/>
                  </a:lnTo>
                  <a:lnTo>
                    <a:pt x="114" y="612"/>
                  </a:lnTo>
                  <a:lnTo>
                    <a:pt x="120" y="606"/>
                  </a:lnTo>
                  <a:lnTo>
                    <a:pt x="126" y="600"/>
                  </a:lnTo>
                  <a:lnTo>
                    <a:pt x="126" y="594"/>
                  </a:lnTo>
                  <a:lnTo>
                    <a:pt x="132" y="594"/>
                  </a:lnTo>
                  <a:lnTo>
                    <a:pt x="132" y="588"/>
                  </a:lnTo>
                  <a:lnTo>
                    <a:pt x="138" y="588"/>
                  </a:lnTo>
                  <a:lnTo>
                    <a:pt x="138" y="582"/>
                  </a:lnTo>
                  <a:lnTo>
                    <a:pt x="138" y="576"/>
                  </a:lnTo>
                  <a:lnTo>
                    <a:pt x="144" y="576"/>
                  </a:lnTo>
                  <a:lnTo>
                    <a:pt x="144" y="570"/>
                  </a:lnTo>
                  <a:lnTo>
                    <a:pt x="150" y="570"/>
                  </a:lnTo>
                  <a:lnTo>
                    <a:pt x="150" y="564"/>
                  </a:lnTo>
                  <a:lnTo>
                    <a:pt x="156" y="564"/>
                  </a:lnTo>
                  <a:lnTo>
                    <a:pt x="156" y="558"/>
                  </a:lnTo>
                  <a:lnTo>
                    <a:pt x="162" y="552"/>
                  </a:lnTo>
                  <a:lnTo>
                    <a:pt x="162" y="546"/>
                  </a:lnTo>
                  <a:lnTo>
                    <a:pt x="168" y="546"/>
                  </a:lnTo>
                  <a:lnTo>
                    <a:pt x="168" y="540"/>
                  </a:lnTo>
                  <a:lnTo>
                    <a:pt x="174" y="534"/>
                  </a:lnTo>
                  <a:lnTo>
                    <a:pt x="180" y="528"/>
                  </a:lnTo>
                  <a:lnTo>
                    <a:pt x="180" y="522"/>
                  </a:lnTo>
                  <a:lnTo>
                    <a:pt x="186" y="516"/>
                  </a:lnTo>
                  <a:lnTo>
                    <a:pt x="192" y="510"/>
                  </a:lnTo>
                  <a:lnTo>
                    <a:pt x="192" y="504"/>
                  </a:lnTo>
                  <a:lnTo>
                    <a:pt x="198" y="504"/>
                  </a:lnTo>
                  <a:lnTo>
                    <a:pt x="198" y="498"/>
                  </a:lnTo>
                  <a:lnTo>
                    <a:pt x="204" y="492"/>
                  </a:lnTo>
                  <a:lnTo>
                    <a:pt x="204" y="486"/>
                  </a:lnTo>
                  <a:lnTo>
                    <a:pt x="210" y="486"/>
                  </a:lnTo>
                  <a:lnTo>
                    <a:pt x="210" y="480"/>
                  </a:lnTo>
                  <a:lnTo>
                    <a:pt x="210" y="474"/>
                  </a:lnTo>
                  <a:lnTo>
                    <a:pt x="216" y="474"/>
                  </a:lnTo>
                  <a:lnTo>
                    <a:pt x="216" y="468"/>
                  </a:lnTo>
                  <a:lnTo>
                    <a:pt x="222" y="468"/>
                  </a:lnTo>
                  <a:lnTo>
                    <a:pt x="222" y="462"/>
                  </a:lnTo>
                  <a:lnTo>
                    <a:pt x="222" y="456"/>
                  </a:lnTo>
                  <a:lnTo>
                    <a:pt x="228" y="456"/>
                  </a:lnTo>
                  <a:lnTo>
                    <a:pt x="228" y="450"/>
                  </a:lnTo>
                  <a:lnTo>
                    <a:pt x="234" y="444"/>
                  </a:lnTo>
                  <a:lnTo>
                    <a:pt x="234" y="438"/>
                  </a:lnTo>
                  <a:lnTo>
                    <a:pt x="240" y="432"/>
                  </a:lnTo>
                  <a:lnTo>
                    <a:pt x="246" y="426"/>
                  </a:lnTo>
                  <a:lnTo>
                    <a:pt x="246" y="420"/>
                  </a:lnTo>
                  <a:lnTo>
                    <a:pt x="252" y="420"/>
                  </a:lnTo>
                  <a:lnTo>
                    <a:pt x="252" y="414"/>
                  </a:lnTo>
                  <a:lnTo>
                    <a:pt x="252" y="408"/>
                  </a:lnTo>
                  <a:lnTo>
                    <a:pt x="258" y="408"/>
                  </a:lnTo>
                  <a:lnTo>
                    <a:pt x="258" y="402"/>
                  </a:lnTo>
                  <a:lnTo>
                    <a:pt x="264" y="396"/>
                  </a:lnTo>
                  <a:lnTo>
                    <a:pt x="264" y="390"/>
                  </a:lnTo>
                  <a:lnTo>
                    <a:pt x="270" y="384"/>
                  </a:lnTo>
                  <a:lnTo>
                    <a:pt x="270" y="378"/>
                  </a:lnTo>
                  <a:lnTo>
                    <a:pt x="276" y="378"/>
                  </a:lnTo>
                  <a:lnTo>
                    <a:pt x="276" y="372"/>
                  </a:lnTo>
                  <a:lnTo>
                    <a:pt x="276" y="366"/>
                  </a:lnTo>
                  <a:lnTo>
                    <a:pt x="282" y="360"/>
                  </a:lnTo>
                  <a:lnTo>
                    <a:pt x="282" y="354"/>
                  </a:lnTo>
                  <a:lnTo>
                    <a:pt x="288" y="354"/>
                  </a:lnTo>
                  <a:lnTo>
                    <a:pt x="288" y="348"/>
                  </a:lnTo>
                  <a:lnTo>
                    <a:pt x="294" y="342"/>
                  </a:lnTo>
                  <a:lnTo>
                    <a:pt x="294" y="336"/>
                  </a:lnTo>
                  <a:lnTo>
                    <a:pt x="300" y="330"/>
                  </a:lnTo>
                  <a:lnTo>
                    <a:pt x="300" y="324"/>
                  </a:lnTo>
                  <a:lnTo>
                    <a:pt x="306" y="318"/>
                  </a:lnTo>
                  <a:lnTo>
                    <a:pt x="306" y="312"/>
                  </a:lnTo>
                  <a:lnTo>
                    <a:pt x="312" y="306"/>
                  </a:lnTo>
                  <a:lnTo>
                    <a:pt x="312" y="300"/>
                  </a:lnTo>
                  <a:lnTo>
                    <a:pt x="318" y="294"/>
                  </a:lnTo>
                  <a:lnTo>
                    <a:pt x="318" y="288"/>
                  </a:lnTo>
                  <a:lnTo>
                    <a:pt x="324" y="282"/>
                  </a:lnTo>
                  <a:lnTo>
                    <a:pt x="324" y="276"/>
                  </a:lnTo>
                  <a:lnTo>
                    <a:pt x="330" y="270"/>
                  </a:lnTo>
                  <a:lnTo>
                    <a:pt x="330" y="264"/>
                  </a:lnTo>
                  <a:lnTo>
                    <a:pt x="336" y="258"/>
                  </a:lnTo>
                  <a:lnTo>
                    <a:pt x="336" y="252"/>
                  </a:lnTo>
                  <a:lnTo>
                    <a:pt x="342" y="246"/>
                  </a:lnTo>
                  <a:lnTo>
                    <a:pt x="342" y="240"/>
                  </a:lnTo>
                  <a:lnTo>
                    <a:pt x="348" y="234"/>
                  </a:lnTo>
                  <a:lnTo>
                    <a:pt x="348" y="228"/>
                  </a:lnTo>
                  <a:lnTo>
                    <a:pt x="354" y="222"/>
                  </a:lnTo>
                  <a:lnTo>
                    <a:pt x="354" y="216"/>
                  </a:lnTo>
                  <a:lnTo>
                    <a:pt x="360" y="210"/>
                  </a:lnTo>
                  <a:lnTo>
                    <a:pt x="360" y="204"/>
                  </a:lnTo>
                  <a:lnTo>
                    <a:pt x="360" y="198"/>
                  </a:lnTo>
                  <a:lnTo>
                    <a:pt x="366" y="198"/>
                  </a:lnTo>
                  <a:lnTo>
                    <a:pt x="366" y="192"/>
                  </a:lnTo>
                  <a:lnTo>
                    <a:pt x="366" y="186"/>
                  </a:lnTo>
                  <a:lnTo>
                    <a:pt x="372" y="186"/>
                  </a:lnTo>
                  <a:lnTo>
                    <a:pt x="372" y="180"/>
                  </a:lnTo>
                  <a:lnTo>
                    <a:pt x="372" y="174"/>
                  </a:lnTo>
                  <a:lnTo>
                    <a:pt x="378" y="168"/>
                  </a:lnTo>
                  <a:lnTo>
                    <a:pt x="378" y="162"/>
                  </a:lnTo>
                  <a:lnTo>
                    <a:pt x="384" y="156"/>
                  </a:lnTo>
                  <a:lnTo>
                    <a:pt x="384" y="150"/>
                  </a:lnTo>
                  <a:lnTo>
                    <a:pt x="390" y="144"/>
                  </a:lnTo>
                  <a:lnTo>
                    <a:pt x="390" y="138"/>
                  </a:lnTo>
                  <a:lnTo>
                    <a:pt x="390" y="132"/>
                  </a:lnTo>
                  <a:lnTo>
                    <a:pt x="396" y="126"/>
                  </a:lnTo>
                  <a:lnTo>
                    <a:pt x="396" y="120"/>
                  </a:lnTo>
                  <a:lnTo>
                    <a:pt x="402" y="114"/>
                  </a:lnTo>
                  <a:lnTo>
                    <a:pt x="402" y="108"/>
                  </a:lnTo>
                  <a:lnTo>
                    <a:pt x="402" y="102"/>
                  </a:lnTo>
                  <a:lnTo>
                    <a:pt x="408" y="102"/>
                  </a:lnTo>
                  <a:lnTo>
                    <a:pt x="408" y="96"/>
                  </a:lnTo>
                  <a:lnTo>
                    <a:pt x="408" y="90"/>
                  </a:lnTo>
                  <a:lnTo>
                    <a:pt x="414" y="84"/>
                  </a:lnTo>
                  <a:lnTo>
                    <a:pt x="414" y="78"/>
                  </a:lnTo>
                  <a:lnTo>
                    <a:pt x="414" y="72"/>
                  </a:lnTo>
                  <a:lnTo>
                    <a:pt x="420" y="72"/>
                  </a:lnTo>
                  <a:lnTo>
                    <a:pt x="420" y="66"/>
                  </a:lnTo>
                  <a:lnTo>
                    <a:pt x="420" y="60"/>
                  </a:lnTo>
                  <a:lnTo>
                    <a:pt x="426" y="54"/>
                  </a:lnTo>
                  <a:lnTo>
                    <a:pt x="426" y="48"/>
                  </a:lnTo>
                  <a:lnTo>
                    <a:pt x="432" y="42"/>
                  </a:lnTo>
                  <a:lnTo>
                    <a:pt x="432" y="36"/>
                  </a:lnTo>
                  <a:lnTo>
                    <a:pt x="432" y="30"/>
                  </a:lnTo>
                  <a:lnTo>
                    <a:pt x="438" y="24"/>
                  </a:lnTo>
                  <a:lnTo>
                    <a:pt x="438" y="18"/>
                  </a:lnTo>
                  <a:lnTo>
                    <a:pt x="444" y="12"/>
                  </a:lnTo>
                  <a:lnTo>
                    <a:pt x="444" y="6"/>
                  </a:lnTo>
                  <a:lnTo>
                    <a:pt x="444" y="0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8" name="Freeform 33">
              <a:extLst>
                <a:ext uri="{FF2B5EF4-FFF2-40B4-BE49-F238E27FC236}">
                  <a16:creationId xmlns:a16="http://schemas.microsoft.com/office/drawing/2014/main" id="{1EE3BE97-CFA7-4B6B-729D-2D8AC7220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107"/>
              <a:ext cx="466" cy="277"/>
            </a:xfrm>
            <a:custGeom>
              <a:avLst/>
              <a:gdLst>
                <a:gd name="T0" fmla="*/ 6 w 444"/>
                <a:gd name="T1" fmla="*/ 388 h 264"/>
                <a:gd name="T2" fmla="*/ 26 w 444"/>
                <a:gd name="T3" fmla="*/ 379 h 264"/>
                <a:gd name="T4" fmla="*/ 33 w 444"/>
                <a:gd name="T5" fmla="*/ 379 h 264"/>
                <a:gd name="T6" fmla="*/ 52 w 444"/>
                <a:gd name="T7" fmla="*/ 370 h 264"/>
                <a:gd name="T8" fmla="*/ 61 w 444"/>
                <a:gd name="T9" fmla="*/ 361 h 264"/>
                <a:gd name="T10" fmla="*/ 70 w 444"/>
                <a:gd name="T11" fmla="*/ 361 h 264"/>
                <a:gd name="T12" fmla="*/ 88 w 444"/>
                <a:gd name="T13" fmla="*/ 353 h 264"/>
                <a:gd name="T14" fmla="*/ 97 w 444"/>
                <a:gd name="T15" fmla="*/ 353 h 264"/>
                <a:gd name="T16" fmla="*/ 114 w 444"/>
                <a:gd name="T17" fmla="*/ 344 h 264"/>
                <a:gd name="T18" fmla="*/ 124 w 444"/>
                <a:gd name="T19" fmla="*/ 344 h 264"/>
                <a:gd name="T20" fmla="*/ 142 w 444"/>
                <a:gd name="T21" fmla="*/ 335 h 264"/>
                <a:gd name="T22" fmla="*/ 150 w 444"/>
                <a:gd name="T23" fmla="*/ 326 h 264"/>
                <a:gd name="T24" fmla="*/ 169 w 444"/>
                <a:gd name="T25" fmla="*/ 326 h 264"/>
                <a:gd name="T26" fmla="*/ 177 w 444"/>
                <a:gd name="T27" fmla="*/ 318 h 264"/>
                <a:gd name="T28" fmla="*/ 195 w 444"/>
                <a:gd name="T29" fmla="*/ 308 h 264"/>
                <a:gd name="T30" fmla="*/ 204 w 444"/>
                <a:gd name="T31" fmla="*/ 308 h 264"/>
                <a:gd name="T32" fmla="*/ 212 w 444"/>
                <a:gd name="T33" fmla="*/ 300 h 264"/>
                <a:gd name="T34" fmla="*/ 230 w 444"/>
                <a:gd name="T35" fmla="*/ 291 h 264"/>
                <a:gd name="T36" fmla="*/ 238 w 444"/>
                <a:gd name="T37" fmla="*/ 291 h 264"/>
                <a:gd name="T38" fmla="*/ 258 w 444"/>
                <a:gd name="T39" fmla="*/ 281 h 264"/>
                <a:gd name="T40" fmla="*/ 264 w 444"/>
                <a:gd name="T41" fmla="*/ 274 h 264"/>
                <a:gd name="T42" fmla="*/ 284 w 444"/>
                <a:gd name="T43" fmla="*/ 264 h 264"/>
                <a:gd name="T44" fmla="*/ 291 w 444"/>
                <a:gd name="T45" fmla="*/ 264 h 264"/>
                <a:gd name="T46" fmla="*/ 309 w 444"/>
                <a:gd name="T47" fmla="*/ 255 h 264"/>
                <a:gd name="T48" fmla="*/ 318 w 444"/>
                <a:gd name="T49" fmla="*/ 248 h 264"/>
                <a:gd name="T50" fmla="*/ 335 w 444"/>
                <a:gd name="T51" fmla="*/ 238 h 264"/>
                <a:gd name="T52" fmla="*/ 345 w 444"/>
                <a:gd name="T53" fmla="*/ 229 h 264"/>
                <a:gd name="T54" fmla="*/ 353 w 444"/>
                <a:gd name="T55" fmla="*/ 220 h 264"/>
                <a:gd name="T56" fmla="*/ 370 w 444"/>
                <a:gd name="T57" fmla="*/ 211 h 264"/>
                <a:gd name="T58" fmla="*/ 380 w 444"/>
                <a:gd name="T59" fmla="*/ 211 h 264"/>
                <a:gd name="T60" fmla="*/ 397 w 444"/>
                <a:gd name="T61" fmla="*/ 203 h 264"/>
                <a:gd name="T62" fmla="*/ 406 w 444"/>
                <a:gd name="T63" fmla="*/ 195 h 264"/>
                <a:gd name="T64" fmla="*/ 424 w 444"/>
                <a:gd name="T65" fmla="*/ 186 h 264"/>
                <a:gd name="T66" fmla="*/ 435 w 444"/>
                <a:gd name="T67" fmla="*/ 177 h 264"/>
                <a:gd name="T68" fmla="*/ 450 w 444"/>
                <a:gd name="T69" fmla="*/ 169 h 264"/>
                <a:gd name="T70" fmla="*/ 460 w 444"/>
                <a:gd name="T71" fmla="*/ 158 h 264"/>
                <a:gd name="T72" fmla="*/ 480 w 444"/>
                <a:gd name="T73" fmla="*/ 150 h 264"/>
                <a:gd name="T74" fmla="*/ 486 w 444"/>
                <a:gd name="T75" fmla="*/ 141 h 264"/>
                <a:gd name="T76" fmla="*/ 493 w 444"/>
                <a:gd name="T77" fmla="*/ 132 h 264"/>
                <a:gd name="T78" fmla="*/ 512 w 444"/>
                <a:gd name="T79" fmla="*/ 124 h 264"/>
                <a:gd name="T80" fmla="*/ 520 w 444"/>
                <a:gd name="T81" fmla="*/ 107 h 264"/>
                <a:gd name="T82" fmla="*/ 538 w 444"/>
                <a:gd name="T83" fmla="*/ 97 h 264"/>
                <a:gd name="T84" fmla="*/ 546 w 444"/>
                <a:gd name="T85" fmla="*/ 88 h 264"/>
                <a:gd name="T86" fmla="*/ 565 w 444"/>
                <a:gd name="T87" fmla="*/ 80 h 264"/>
                <a:gd name="T88" fmla="*/ 573 w 444"/>
                <a:gd name="T89" fmla="*/ 70 h 264"/>
                <a:gd name="T90" fmla="*/ 592 w 444"/>
                <a:gd name="T91" fmla="*/ 52 h 264"/>
                <a:gd name="T92" fmla="*/ 599 w 444"/>
                <a:gd name="T93" fmla="*/ 45 h 264"/>
                <a:gd name="T94" fmla="*/ 619 w 444"/>
                <a:gd name="T95" fmla="*/ 33 h 264"/>
                <a:gd name="T96" fmla="*/ 627 w 444"/>
                <a:gd name="T97" fmla="*/ 26 h 264"/>
                <a:gd name="T98" fmla="*/ 636 w 444"/>
                <a:gd name="T99" fmla="*/ 6 h 264"/>
                <a:gd name="T100" fmla="*/ 653 w 444"/>
                <a:gd name="T101" fmla="*/ 0 h 26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44" h="264">
                  <a:moveTo>
                    <a:pt x="0" y="264"/>
                  </a:moveTo>
                  <a:lnTo>
                    <a:pt x="0" y="264"/>
                  </a:lnTo>
                  <a:lnTo>
                    <a:pt x="6" y="264"/>
                  </a:lnTo>
                  <a:lnTo>
                    <a:pt x="6" y="258"/>
                  </a:lnTo>
                  <a:lnTo>
                    <a:pt x="12" y="258"/>
                  </a:lnTo>
                  <a:lnTo>
                    <a:pt x="18" y="258"/>
                  </a:lnTo>
                  <a:lnTo>
                    <a:pt x="24" y="258"/>
                  </a:lnTo>
                  <a:lnTo>
                    <a:pt x="24" y="252"/>
                  </a:lnTo>
                  <a:lnTo>
                    <a:pt x="30" y="252"/>
                  </a:lnTo>
                  <a:lnTo>
                    <a:pt x="36" y="252"/>
                  </a:lnTo>
                  <a:lnTo>
                    <a:pt x="42" y="252"/>
                  </a:lnTo>
                  <a:lnTo>
                    <a:pt x="42" y="246"/>
                  </a:lnTo>
                  <a:lnTo>
                    <a:pt x="48" y="246"/>
                  </a:lnTo>
                  <a:lnTo>
                    <a:pt x="54" y="246"/>
                  </a:lnTo>
                  <a:lnTo>
                    <a:pt x="60" y="240"/>
                  </a:lnTo>
                  <a:lnTo>
                    <a:pt x="66" y="240"/>
                  </a:lnTo>
                  <a:lnTo>
                    <a:pt x="72" y="240"/>
                  </a:lnTo>
                  <a:lnTo>
                    <a:pt x="72" y="234"/>
                  </a:lnTo>
                  <a:lnTo>
                    <a:pt x="78" y="234"/>
                  </a:lnTo>
                  <a:lnTo>
                    <a:pt x="84" y="234"/>
                  </a:lnTo>
                  <a:lnTo>
                    <a:pt x="90" y="228"/>
                  </a:lnTo>
                  <a:lnTo>
                    <a:pt x="96" y="228"/>
                  </a:lnTo>
                  <a:lnTo>
                    <a:pt x="102" y="228"/>
                  </a:lnTo>
                  <a:lnTo>
                    <a:pt x="102" y="222"/>
                  </a:lnTo>
                  <a:lnTo>
                    <a:pt x="108" y="222"/>
                  </a:lnTo>
                  <a:lnTo>
                    <a:pt x="114" y="222"/>
                  </a:lnTo>
                  <a:lnTo>
                    <a:pt x="114" y="216"/>
                  </a:lnTo>
                  <a:lnTo>
                    <a:pt x="120" y="216"/>
                  </a:lnTo>
                  <a:lnTo>
                    <a:pt x="126" y="216"/>
                  </a:lnTo>
                  <a:lnTo>
                    <a:pt x="132" y="210"/>
                  </a:lnTo>
                  <a:lnTo>
                    <a:pt x="138" y="210"/>
                  </a:lnTo>
                  <a:lnTo>
                    <a:pt x="144" y="204"/>
                  </a:lnTo>
                  <a:lnTo>
                    <a:pt x="150" y="204"/>
                  </a:lnTo>
                  <a:lnTo>
                    <a:pt x="156" y="198"/>
                  </a:lnTo>
                  <a:lnTo>
                    <a:pt x="162" y="198"/>
                  </a:lnTo>
                  <a:lnTo>
                    <a:pt x="168" y="192"/>
                  </a:lnTo>
                  <a:lnTo>
                    <a:pt x="174" y="192"/>
                  </a:lnTo>
                  <a:lnTo>
                    <a:pt x="180" y="186"/>
                  </a:lnTo>
                  <a:lnTo>
                    <a:pt x="186" y="186"/>
                  </a:lnTo>
                  <a:lnTo>
                    <a:pt x="186" y="180"/>
                  </a:lnTo>
                  <a:lnTo>
                    <a:pt x="192" y="180"/>
                  </a:lnTo>
                  <a:lnTo>
                    <a:pt x="198" y="180"/>
                  </a:lnTo>
                  <a:lnTo>
                    <a:pt x="198" y="174"/>
                  </a:lnTo>
                  <a:lnTo>
                    <a:pt x="204" y="174"/>
                  </a:lnTo>
                  <a:lnTo>
                    <a:pt x="210" y="174"/>
                  </a:lnTo>
                  <a:lnTo>
                    <a:pt x="210" y="168"/>
                  </a:lnTo>
                  <a:lnTo>
                    <a:pt x="216" y="168"/>
                  </a:lnTo>
                  <a:lnTo>
                    <a:pt x="222" y="168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34" y="156"/>
                  </a:lnTo>
                  <a:lnTo>
                    <a:pt x="240" y="156"/>
                  </a:lnTo>
                  <a:lnTo>
                    <a:pt x="240" y="150"/>
                  </a:lnTo>
                  <a:lnTo>
                    <a:pt x="246" y="150"/>
                  </a:lnTo>
                  <a:lnTo>
                    <a:pt x="252" y="150"/>
                  </a:lnTo>
                  <a:lnTo>
                    <a:pt x="252" y="144"/>
                  </a:lnTo>
                  <a:lnTo>
                    <a:pt x="258" y="144"/>
                  </a:lnTo>
                  <a:lnTo>
                    <a:pt x="264" y="138"/>
                  </a:lnTo>
                  <a:lnTo>
                    <a:pt x="270" y="138"/>
                  </a:lnTo>
                  <a:lnTo>
                    <a:pt x="270" y="132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26"/>
                  </a:lnTo>
                  <a:lnTo>
                    <a:pt x="288" y="126"/>
                  </a:lnTo>
                  <a:lnTo>
                    <a:pt x="288" y="120"/>
                  </a:lnTo>
                  <a:lnTo>
                    <a:pt x="294" y="120"/>
                  </a:lnTo>
                  <a:lnTo>
                    <a:pt x="300" y="114"/>
                  </a:lnTo>
                  <a:lnTo>
                    <a:pt x="306" y="114"/>
                  </a:lnTo>
                  <a:lnTo>
                    <a:pt x="306" y="108"/>
                  </a:lnTo>
                  <a:lnTo>
                    <a:pt x="312" y="108"/>
                  </a:lnTo>
                  <a:lnTo>
                    <a:pt x="318" y="102"/>
                  </a:lnTo>
                  <a:lnTo>
                    <a:pt x="324" y="102"/>
                  </a:lnTo>
                  <a:lnTo>
                    <a:pt x="324" y="96"/>
                  </a:lnTo>
                  <a:lnTo>
                    <a:pt x="330" y="96"/>
                  </a:lnTo>
                  <a:lnTo>
                    <a:pt x="336" y="90"/>
                  </a:lnTo>
                  <a:lnTo>
                    <a:pt x="342" y="84"/>
                  </a:lnTo>
                  <a:lnTo>
                    <a:pt x="348" y="84"/>
                  </a:lnTo>
                  <a:lnTo>
                    <a:pt x="348" y="78"/>
                  </a:lnTo>
                  <a:lnTo>
                    <a:pt x="354" y="78"/>
                  </a:lnTo>
                  <a:lnTo>
                    <a:pt x="354" y="72"/>
                  </a:lnTo>
                  <a:lnTo>
                    <a:pt x="360" y="72"/>
                  </a:lnTo>
                  <a:lnTo>
                    <a:pt x="366" y="72"/>
                  </a:lnTo>
                  <a:lnTo>
                    <a:pt x="366" y="66"/>
                  </a:lnTo>
                  <a:lnTo>
                    <a:pt x="372" y="66"/>
                  </a:lnTo>
                  <a:lnTo>
                    <a:pt x="372" y="60"/>
                  </a:lnTo>
                  <a:lnTo>
                    <a:pt x="378" y="60"/>
                  </a:lnTo>
                  <a:lnTo>
                    <a:pt x="378" y="54"/>
                  </a:lnTo>
                  <a:lnTo>
                    <a:pt x="384" y="54"/>
                  </a:lnTo>
                  <a:lnTo>
                    <a:pt x="384" y="48"/>
                  </a:lnTo>
                  <a:lnTo>
                    <a:pt x="390" y="48"/>
                  </a:lnTo>
                  <a:lnTo>
                    <a:pt x="390" y="42"/>
                  </a:lnTo>
                  <a:lnTo>
                    <a:pt x="396" y="42"/>
                  </a:lnTo>
                  <a:lnTo>
                    <a:pt x="402" y="36"/>
                  </a:lnTo>
                  <a:lnTo>
                    <a:pt x="408" y="36"/>
                  </a:lnTo>
                  <a:lnTo>
                    <a:pt x="408" y="30"/>
                  </a:lnTo>
                  <a:lnTo>
                    <a:pt x="414" y="30"/>
                  </a:lnTo>
                  <a:lnTo>
                    <a:pt x="414" y="24"/>
                  </a:lnTo>
                  <a:lnTo>
                    <a:pt x="420" y="24"/>
                  </a:lnTo>
                  <a:lnTo>
                    <a:pt x="420" y="18"/>
                  </a:lnTo>
                  <a:lnTo>
                    <a:pt x="426" y="18"/>
                  </a:lnTo>
                  <a:lnTo>
                    <a:pt x="426" y="12"/>
                  </a:lnTo>
                  <a:lnTo>
                    <a:pt x="432" y="12"/>
                  </a:lnTo>
                  <a:lnTo>
                    <a:pt x="432" y="6"/>
                  </a:lnTo>
                  <a:lnTo>
                    <a:pt x="438" y="6"/>
                  </a:lnTo>
                  <a:lnTo>
                    <a:pt x="438" y="0"/>
                  </a:lnTo>
                  <a:lnTo>
                    <a:pt x="444" y="0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9" name="Freeform 34">
              <a:extLst>
                <a:ext uri="{FF2B5EF4-FFF2-40B4-BE49-F238E27FC236}">
                  <a16:creationId xmlns:a16="http://schemas.microsoft.com/office/drawing/2014/main" id="{BCCB2C99-6E29-18F1-ED57-5AD1CFED8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251"/>
              <a:ext cx="31" cy="82"/>
            </a:xfrm>
            <a:custGeom>
              <a:avLst/>
              <a:gdLst>
                <a:gd name="T0" fmla="*/ 0 w 30"/>
                <a:gd name="T1" fmla="*/ 116 h 78"/>
                <a:gd name="T2" fmla="*/ 6 w 30"/>
                <a:gd name="T3" fmla="*/ 108 h 78"/>
                <a:gd name="T4" fmla="*/ 6 w 30"/>
                <a:gd name="T5" fmla="*/ 99 h 78"/>
                <a:gd name="T6" fmla="*/ 6 w 30"/>
                <a:gd name="T7" fmla="*/ 89 h 78"/>
                <a:gd name="T8" fmla="*/ 12 w 30"/>
                <a:gd name="T9" fmla="*/ 89 h 78"/>
                <a:gd name="T10" fmla="*/ 12 w 30"/>
                <a:gd name="T11" fmla="*/ 81 h 78"/>
                <a:gd name="T12" fmla="*/ 12 w 30"/>
                <a:gd name="T13" fmla="*/ 71 h 78"/>
                <a:gd name="T14" fmla="*/ 12 w 30"/>
                <a:gd name="T15" fmla="*/ 62 h 78"/>
                <a:gd name="T16" fmla="*/ 26 w 30"/>
                <a:gd name="T17" fmla="*/ 53 h 78"/>
                <a:gd name="T18" fmla="*/ 26 w 30"/>
                <a:gd name="T19" fmla="*/ 53 h 78"/>
                <a:gd name="T20" fmla="*/ 26 w 30"/>
                <a:gd name="T21" fmla="*/ 46 h 78"/>
                <a:gd name="T22" fmla="*/ 32 w 30"/>
                <a:gd name="T23" fmla="*/ 34 h 78"/>
                <a:gd name="T24" fmla="*/ 32 w 30"/>
                <a:gd name="T25" fmla="*/ 26 h 78"/>
                <a:gd name="T26" fmla="*/ 32 w 30"/>
                <a:gd name="T27" fmla="*/ 20 h 78"/>
                <a:gd name="T28" fmla="*/ 32 w 30"/>
                <a:gd name="T29" fmla="*/ 20 h 78"/>
                <a:gd name="T30" fmla="*/ 38 w 30"/>
                <a:gd name="T31" fmla="*/ 6 h 78"/>
                <a:gd name="T32" fmla="*/ 38 w 30"/>
                <a:gd name="T33" fmla="*/ 0 h 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" h="78">
                  <a:moveTo>
                    <a:pt x="0" y="78"/>
                  </a:moveTo>
                  <a:lnTo>
                    <a:pt x="6" y="72"/>
                  </a:lnTo>
                  <a:lnTo>
                    <a:pt x="6" y="66"/>
                  </a:lnTo>
                  <a:lnTo>
                    <a:pt x="6" y="60"/>
                  </a:lnTo>
                  <a:lnTo>
                    <a:pt x="12" y="60"/>
                  </a:lnTo>
                  <a:lnTo>
                    <a:pt x="12" y="54"/>
                  </a:lnTo>
                  <a:lnTo>
                    <a:pt x="12" y="48"/>
                  </a:lnTo>
                  <a:lnTo>
                    <a:pt x="12" y="42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30" y="0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35">
            <a:extLst>
              <a:ext uri="{FF2B5EF4-FFF2-40B4-BE49-F238E27FC236}">
                <a16:creationId xmlns:a16="http://schemas.microsoft.com/office/drawing/2014/main" id="{51F0B061-A440-15A1-A44D-097206DAD4D4}"/>
              </a:ext>
            </a:extLst>
          </p:cNvPr>
          <p:cNvGrpSpPr>
            <a:grpSpLocks/>
          </p:cNvGrpSpPr>
          <p:nvPr/>
        </p:nvGrpSpPr>
        <p:grpSpPr bwMode="auto">
          <a:xfrm>
            <a:off x="6518275" y="2301875"/>
            <a:ext cx="1536700" cy="1152525"/>
            <a:chOff x="4070" y="2069"/>
            <a:chExt cx="1210" cy="907"/>
          </a:xfrm>
        </p:grpSpPr>
        <p:sp>
          <p:nvSpPr>
            <p:cNvPr id="37924" name="Freeform 36">
              <a:extLst>
                <a:ext uri="{FF2B5EF4-FFF2-40B4-BE49-F238E27FC236}">
                  <a16:creationId xmlns:a16="http://schemas.microsoft.com/office/drawing/2014/main" id="{CCDFA47A-C784-9C59-6BCE-29BFD255C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2403"/>
              <a:ext cx="466" cy="573"/>
            </a:xfrm>
            <a:custGeom>
              <a:avLst/>
              <a:gdLst>
                <a:gd name="T0" fmla="*/ 6 w 444"/>
                <a:gd name="T1" fmla="*/ 786 h 546"/>
                <a:gd name="T2" fmla="*/ 20 w 444"/>
                <a:gd name="T3" fmla="*/ 761 h 546"/>
                <a:gd name="T4" fmla="*/ 33 w 444"/>
                <a:gd name="T5" fmla="*/ 725 h 546"/>
                <a:gd name="T6" fmla="*/ 45 w 444"/>
                <a:gd name="T7" fmla="*/ 697 h 546"/>
                <a:gd name="T8" fmla="*/ 61 w 444"/>
                <a:gd name="T9" fmla="*/ 672 h 546"/>
                <a:gd name="T10" fmla="*/ 70 w 444"/>
                <a:gd name="T11" fmla="*/ 645 h 546"/>
                <a:gd name="T12" fmla="*/ 88 w 444"/>
                <a:gd name="T13" fmla="*/ 618 h 546"/>
                <a:gd name="T14" fmla="*/ 97 w 444"/>
                <a:gd name="T15" fmla="*/ 599 h 546"/>
                <a:gd name="T16" fmla="*/ 107 w 444"/>
                <a:gd name="T17" fmla="*/ 572 h 546"/>
                <a:gd name="T18" fmla="*/ 124 w 444"/>
                <a:gd name="T19" fmla="*/ 545 h 546"/>
                <a:gd name="T20" fmla="*/ 132 w 444"/>
                <a:gd name="T21" fmla="*/ 532 h 546"/>
                <a:gd name="T22" fmla="*/ 150 w 444"/>
                <a:gd name="T23" fmla="*/ 512 h 546"/>
                <a:gd name="T24" fmla="*/ 158 w 444"/>
                <a:gd name="T25" fmla="*/ 486 h 546"/>
                <a:gd name="T26" fmla="*/ 177 w 444"/>
                <a:gd name="T27" fmla="*/ 468 h 546"/>
                <a:gd name="T28" fmla="*/ 186 w 444"/>
                <a:gd name="T29" fmla="*/ 450 h 546"/>
                <a:gd name="T30" fmla="*/ 204 w 444"/>
                <a:gd name="T31" fmla="*/ 433 h 546"/>
                <a:gd name="T32" fmla="*/ 212 w 444"/>
                <a:gd name="T33" fmla="*/ 416 h 546"/>
                <a:gd name="T34" fmla="*/ 230 w 444"/>
                <a:gd name="T35" fmla="*/ 397 h 546"/>
                <a:gd name="T36" fmla="*/ 238 w 444"/>
                <a:gd name="T37" fmla="*/ 379 h 546"/>
                <a:gd name="T38" fmla="*/ 248 w 444"/>
                <a:gd name="T39" fmla="*/ 361 h 546"/>
                <a:gd name="T40" fmla="*/ 264 w 444"/>
                <a:gd name="T41" fmla="*/ 353 h 546"/>
                <a:gd name="T42" fmla="*/ 274 w 444"/>
                <a:gd name="T43" fmla="*/ 335 h 546"/>
                <a:gd name="T44" fmla="*/ 291 w 444"/>
                <a:gd name="T45" fmla="*/ 318 h 546"/>
                <a:gd name="T46" fmla="*/ 301 w 444"/>
                <a:gd name="T47" fmla="*/ 309 h 546"/>
                <a:gd name="T48" fmla="*/ 318 w 444"/>
                <a:gd name="T49" fmla="*/ 291 h 546"/>
                <a:gd name="T50" fmla="*/ 327 w 444"/>
                <a:gd name="T51" fmla="*/ 274 h 546"/>
                <a:gd name="T52" fmla="*/ 345 w 444"/>
                <a:gd name="T53" fmla="*/ 264 h 546"/>
                <a:gd name="T54" fmla="*/ 353 w 444"/>
                <a:gd name="T55" fmla="*/ 248 h 546"/>
                <a:gd name="T56" fmla="*/ 370 w 444"/>
                <a:gd name="T57" fmla="*/ 238 h 546"/>
                <a:gd name="T58" fmla="*/ 380 w 444"/>
                <a:gd name="T59" fmla="*/ 220 h 546"/>
                <a:gd name="T60" fmla="*/ 388 w 444"/>
                <a:gd name="T61" fmla="*/ 211 h 546"/>
                <a:gd name="T62" fmla="*/ 406 w 444"/>
                <a:gd name="T63" fmla="*/ 204 h 546"/>
                <a:gd name="T64" fmla="*/ 416 w 444"/>
                <a:gd name="T65" fmla="*/ 186 h 546"/>
                <a:gd name="T66" fmla="*/ 435 w 444"/>
                <a:gd name="T67" fmla="*/ 177 h 546"/>
                <a:gd name="T68" fmla="*/ 442 w 444"/>
                <a:gd name="T69" fmla="*/ 169 h 546"/>
                <a:gd name="T70" fmla="*/ 460 w 444"/>
                <a:gd name="T71" fmla="*/ 150 h 546"/>
                <a:gd name="T72" fmla="*/ 468 w 444"/>
                <a:gd name="T73" fmla="*/ 141 h 546"/>
                <a:gd name="T74" fmla="*/ 486 w 444"/>
                <a:gd name="T75" fmla="*/ 132 h 546"/>
                <a:gd name="T76" fmla="*/ 493 w 444"/>
                <a:gd name="T77" fmla="*/ 124 h 546"/>
                <a:gd name="T78" fmla="*/ 512 w 444"/>
                <a:gd name="T79" fmla="*/ 107 h 546"/>
                <a:gd name="T80" fmla="*/ 520 w 444"/>
                <a:gd name="T81" fmla="*/ 97 h 546"/>
                <a:gd name="T82" fmla="*/ 532 w 444"/>
                <a:gd name="T83" fmla="*/ 88 h 546"/>
                <a:gd name="T84" fmla="*/ 546 w 444"/>
                <a:gd name="T85" fmla="*/ 80 h 546"/>
                <a:gd name="T86" fmla="*/ 558 w 444"/>
                <a:gd name="T87" fmla="*/ 70 h 546"/>
                <a:gd name="T88" fmla="*/ 573 w 444"/>
                <a:gd name="T89" fmla="*/ 61 h 546"/>
                <a:gd name="T90" fmla="*/ 585 w 444"/>
                <a:gd name="T91" fmla="*/ 52 h 546"/>
                <a:gd name="T92" fmla="*/ 599 w 444"/>
                <a:gd name="T93" fmla="*/ 45 h 546"/>
                <a:gd name="T94" fmla="*/ 612 w 444"/>
                <a:gd name="T95" fmla="*/ 33 h 546"/>
                <a:gd name="T96" fmla="*/ 627 w 444"/>
                <a:gd name="T97" fmla="*/ 26 h 546"/>
                <a:gd name="T98" fmla="*/ 636 w 444"/>
                <a:gd name="T99" fmla="*/ 6 h 546"/>
                <a:gd name="T100" fmla="*/ 653 w 444"/>
                <a:gd name="T101" fmla="*/ 0 h 54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44" h="546">
                  <a:moveTo>
                    <a:pt x="0" y="546"/>
                  </a:moveTo>
                  <a:lnTo>
                    <a:pt x="0" y="540"/>
                  </a:lnTo>
                  <a:lnTo>
                    <a:pt x="6" y="540"/>
                  </a:lnTo>
                  <a:lnTo>
                    <a:pt x="6" y="534"/>
                  </a:lnTo>
                  <a:lnTo>
                    <a:pt x="6" y="528"/>
                  </a:lnTo>
                  <a:lnTo>
                    <a:pt x="12" y="522"/>
                  </a:lnTo>
                  <a:lnTo>
                    <a:pt x="12" y="516"/>
                  </a:lnTo>
                  <a:lnTo>
                    <a:pt x="18" y="510"/>
                  </a:lnTo>
                  <a:lnTo>
                    <a:pt x="18" y="504"/>
                  </a:lnTo>
                  <a:lnTo>
                    <a:pt x="18" y="498"/>
                  </a:lnTo>
                  <a:lnTo>
                    <a:pt x="24" y="492"/>
                  </a:lnTo>
                  <a:lnTo>
                    <a:pt x="24" y="486"/>
                  </a:lnTo>
                  <a:lnTo>
                    <a:pt x="30" y="480"/>
                  </a:lnTo>
                  <a:lnTo>
                    <a:pt x="30" y="474"/>
                  </a:lnTo>
                  <a:lnTo>
                    <a:pt x="30" y="468"/>
                  </a:lnTo>
                  <a:lnTo>
                    <a:pt x="36" y="468"/>
                  </a:lnTo>
                  <a:lnTo>
                    <a:pt x="36" y="462"/>
                  </a:lnTo>
                  <a:lnTo>
                    <a:pt x="42" y="456"/>
                  </a:lnTo>
                  <a:lnTo>
                    <a:pt x="42" y="450"/>
                  </a:lnTo>
                  <a:lnTo>
                    <a:pt x="48" y="444"/>
                  </a:lnTo>
                  <a:lnTo>
                    <a:pt x="48" y="438"/>
                  </a:lnTo>
                  <a:lnTo>
                    <a:pt x="48" y="432"/>
                  </a:lnTo>
                  <a:lnTo>
                    <a:pt x="54" y="432"/>
                  </a:lnTo>
                  <a:lnTo>
                    <a:pt x="54" y="426"/>
                  </a:lnTo>
                  <a:lnTo>
                    <a:pt x="60" y="420"/>
                  </a:lnTo>
                  <a:lnTo>
                    <a:pt x="60" y="414"/>
                  </a:lnTo>
                  <a:lnTo>
                    <a:pt x="66" y="408"/>
                  </a:lnTo>
                  <a:lnTo>
                    <a:pt x="66" y="402"/>
                  </a:lnTo>
                  <a:lnTo>
                    <a:pt x="72" y="396"/>
                  </a:lnTo>
                  <a:lnTo>
                    <a:pt x="72" y="390"/>
                  </a:lnTo>
                  <a:lnTo>
                    <a:pt x="78" y="384"/>
                  </a:lnTo>
                  <a:lnTo>
                    <a:pt x="78" y="378"/>
                  </a:lnTo>
                  <a:lnTo>
                    <a:pt x="84" y="378"/>
                  </a:lnTo>
                  <a:lnTo>
                    <a:pt x="84" y="372"/>
                  </a:lnTo>
                  <a:lnTo>
                    <a:pt x="84" y="366"/>
                  </a:lnTo>
                  <a:lnTo>
                    <a:pt x="90" y="366"/>
                  </a:lnTo>
                  <a:lnTo>
                    <a:pt x="90" y="360"/>
                  </a:lnTo>
                  <a:lnTo>
                    <a:pt x="96" y="360"/>
                  </a:lnTo>
                  <a:lnTo>
                    <a:pt x="96" y="354"/>
                  </a:lnTo>
                  <a:lnTo>
                    <a:pt x="102" y="348"/>
                  </a:lnTo>
                  <a:lnTo>
                    <a:pt x="102" y="342"/>
                  </a:lnTo>
                  <a:lnTo>
                    <a:pt x="108" y="336"/>
                  </a:lnTo>
                  <a:lnTo>
                    <a:pt x="108" y="330"/>
                  </a:lnTo>
                  <a:lnTo>
                    <a:pt x="114" y="330"/>
                  </a:lnTo>
                  <a:lnTo>
                    <a:pt x="114" y="324"/>
                  </a:lnTo>
                  <a:lnTo>
                    <a:pt x="120" y="318"/>
                  </a:lnTo>
                  <a:lnTo>
                    <a:pt x="120" y="312"/>
                  </a:lnTo>
                  <a:lnTo>
                    <a:pt x="126" y="312"/>
                  </a:lnTo>
                  <a:lnTo>
                    <a:pt x="126" y="306"/>
                  </a:lnTo>
                  <a:lnTo>
                    <a:pt x="132" y="300"/>
                  </a:lnTo>
                  <a:lnTo>
                    <a:pt x="132" y="294"/>
                  </a:lnTo>
                  <a:lnTo>
                    <a:pt x="138" y="294"/>
                  </a:lnTo>
                  <a:lnTo>
                    <a:pt x="138" y="288"/>
                  </a:lnTo>
                  <a:lnTo>
                    <a:pt x="144" y="288"/>
                  </a:lnTo>
                  <a:lnTo>
                    <a:pt x="144" y="282"/>
                  </a:lnTo>
                  <a:lnTo>
                    <a:pt x="150" y="276"/>
                  </a:lnTo>
                  <a:lnTo>
                    <a:pt x="150" y="270"/>
                  </a:lnTo>
                  <a:lnTo>
                    <a:pt x="156" y="270"/>
                  </a:lnTo>
                  <a:lnTo>
                    <a:pt x="156" y="264"/>
                  </a:lnTo>
                  <a:lnTo>
                    <a:pt x="162" y="264"/>
                  </a:lnTo>
                  <a:lnTo>
                    <a:pt x="162" y="258"/>
                  </a:lnTo>
                  <a:lnTo>
                    <a:pt x="168" y="252"/>
                  </a:lnTo>
                  <a:lnTo>
                    <a:pt x="168" y="246"/>
                  </a:lnTo>
                  <a:lnTo>
                    <a:pt x="174" y="246"/>
                  </a:lnTo>
                  <a:lnTo>
                    <a:pt x="174" y="240"/>
                  </a:lnTo>
                  <a:lnTo>
                    <a:pt x="180" y="240"/>
                  </a:lnTo>
                  <a:lnTo>
                    <a:pt x="180" y="234"/>
                  </a:lnTo>
                  <a:lnTo>
                    <a:pt x="186" y="234"/>
                  </a:lnTo>
                  <a:lnTo>
                    <a:pt x="186" y="228"/>
                  </a:lnTo>
                  <a:lnTo>
                    <a:pt x="192" y="228"/>
                  </a:lnTo>
                  <a:lnTo>
                    <a:pt x="192" y="222"/>
                  </a:lnTo>
                  <a:lnTo>
                    <a:pt x="198" y="216"/>
                  </a:lnTo>
                  <a:lnTo>
                    <a:pt x="198" y="210"/>
                  </a:lnTo>
                  <a:lnTo>
                    <a:pt x="204" y="210"/>
                  </a:lnTo>
                  <a:lnTo>
                    <a:pt x="210" y="204"/>
                  </a:lnTo>
                  <a:lnTo>
                    <a:pt x="210" y="198"/>
                  </a:lnTo>
                  <a:lnTo>
                    <a:pt x="216" y="198"/>
                  </a:lnTo>
                  <a:lnTo>
                    <a:pt x="216" y="192"/>
                  </a:lnTo>
                  <a:lnTo>
                    <a:pt x="222" y="192"/>
                  </a:lnTo>
                  <a:lnTo>
                    <a:pt x="222" y="186"/>
                  </a:lnTo>
                  <a:lnTo>
                    <a:pt x="228" y="186"/>
                  </a:lnTo>
                  <a:lnTo>
                    <a:pt x="228" y="180"/>
                  </a:lnTo>
                  <a:lnTo>
                    <a:pt x="234" y="180"/>
                  </a:lnTo>
                  <a:lnTo>
                    <a:pt x="234" y="174"/>
                  </a:lnTo>
                  <a:lnTo>
                    <a:pt x="240" y="174"/>
                  </a:lnTo>
                  <a:lnTo>
                    <a:pt x="240" y="168"/>
                  </a:lnTo>
                  <a:lnTo>
                    <a:pt x="246" y="168"/>
                  </a:lnTo>
                  <a:lnTo>
                    <a:pt x="246" y="162"/>
                  </a:lnTo>
                  <a:lnTo>
                    <a:pt x="252" y="162"/>
                  </a:lnTo>
                  <a:lnTo>
                    <a:pt x="252" y="156"/>
                  </a:lnTo>
                  <a:lnTo>
                    <a:pt x="258" y="156"/>
                  </a:lnTo>
                  <a:lnTo>
                    <a:pt x="258" y="150"/>
                  </a:lnTo>
                  <a:lnTo>
                    <a:pt x="264" y="150"/>
                  </a:lnTo>
                  <a:lnTo>
                    <a:pt x="264" y="144"/>
                  </a:lnTo>
                  <a:lnTo>
                    <a:pt x="270" y="144"/>
                  </a:lnTo>
                  <a:lnTo>
                    <a:pt x="270" y="138"/>
                  </a:lnTo>
                  <a:lnTo>
                    <a:pt x="276" y="138"/>
                  </a:lnTo>
                  <a:lnTo>
                    <a:pt x="276" y="132"/>
                  </a:lnTo>
                  <a:lnTo>
                    <a:pt x="282" y="132"/>
                  </a:lnTo>
                  <a:lnTo>
                    <a:pt x="282" y="126"/>
                  </a:lnTo>
                  <a:lnTo>
                    <a:pt x="288" y="126"/>
                  </a:lnTo>
                  <a:lnTo>
                    <a:pt x="288" y="120"/>
                  </a:lnTo>
                  <a:lnTo>
                    <a:pt x="294" y="120"/>
                  </a:lnTo>
                  <a:lnTo>
                    <a:pt x="294" y="114"/>
                  </a:lnTo>
                  <a:lnTo>
                    <a:pt x="300" y="114"/>
                  </a:lnTo>
                  <a:lnTo>
                    <a:pt x="306" y="108"/>
                  </a:lnTo>
                  <a:lnTo>
                    <a:pt x="312" y="102"/>
                  </a:lnTo>
                  <a:lnTo>
                    <a:pt x="318" y="102"/>
                  </a:lnTo>
                  <a:lnTo>
                    <a:pt x="318" y="96"/>
                  </a:lnTo>
                  <a:lnTo>
                    <a:pt x="324" y="96"/>
                  </a:lnTo>
                  <a:lnTo>
                    <a:pt x="324" y="90"/>
                  </a:lnTo>
                  <a:lnTo>
                    <a:pt x="330" y="90"/>
                  </a:lnTo>
                  <a:lnTo>
                    <a:pt x="330" y="84"/>
                  </a:lnTo>
                  <a:lnTo>
                    <a:pt x="336" y="84"/>
                  </a:lnTo>
                  <a:lnTo>
                    <a:pt x="336" y="78"/>
                  </a:lnTo>
                  <a:lnTo>
                    <a:pt x="342" y="78"/>
                  </a:lnTo>
                  <a:lnTo>
                    <a:pt x="348" y="72"/>
                  </a:lnTo>
                  <a:lnTo>
                    <a:pt x="354" y="66"/>
                  </a:lnTo>
                  <a:lnTo>
                    <a:pt x="360" y="66"/>
                  </a:lnTo>
                  <a:lnTo>
                    <a:pt x="360" y="60"/>
                  </a:lnTo>
                  <a:lnTo>
                    <a:pt x="366" y="60"/>
                  </a:lnTo>
                  <a:lnTo>
                    <a:pt x="366" y="54"/>
                  </a:lnTo>
                  <a:lnTo>
                    <a:pt x="372" y="54"/>
                  </a:lnTo>
                  <a:lnTo>
                    <a:pt x="378" y="48"/>
                  </a:lnTo>
                  <a:lnTo>
                    <a:pt x="384" y="48"/>
                  </a:lnTo>
                  <a:lnTo>
                    <a:pt x="384" y="42"/>
                  </a:lnTo>
                  <a:lnTo>
                    <a:pt x="390" y="42"/>
                  </a:lnTo>
                  <a:lnTo>
                    <a:pt x="390" y="36"/>
                  </a:lnTo>
                  <a:lnTo>
                    <a:pt x="396" y="36"/>
                  </a:lnTo>
                  <a:lnTo>
                    <a:pt x="402" y="30"/>
                  </a:lnTo>
                  <a:lnTo>
                    <a:pt x="408" y="30"/>
                  </a:lnTo>
                  <a:lnTo>
                    <a:pt x="408" y="24"/>
                  </a:lnTo>
                  <a:lnTo>
                    <a:pt x="414" y="24"/>
                  </a:lnTo>
                  <a:lnTo>
                    <a:pt x="414" y="18"/>
                  </a:lnTo>
                  <a:lnTo>
                    <a:pt x="420" y="18"/>
                  </a:lnTo>
                  <a:lnTo>
                    <a:pt x="426" y="18"/>
                  </a:lnTo>
                  <a:lnTo>
                    <a:pt x="426" y="12"/>
                  </a:lnTo>
                  <a:lnTo>
                    <a:pt x="432" y="12"/>
                  </a:lnTo>
                  <a:lnTo>
                    <a:pt x="432" y="6"/>
                  </a:lnTo>
                  <a:lnTo>
                    <a:pt x="438" y="6"/>
                  </a:lnTo>
                  <a:lnTo>
                    <a:pt x="444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5" name="Freeform 37">
              <a:extLst>
                <a:ext uri="{FF2B5EF4-FFF2-40B4-BE49-F238E27FC236}">
                  <a16:creationId xmlns:a16="http://schemas.microsoft.com/office/drawing/2014/main" id="{98F2B518-C16C-1DC4-D535-C6931B831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70"/>
              <a:ext cx="467" cy="233"/>
            </a:xfrm>
            <a:custGeom>
              <a:avLst/>
              <a:gdLst>
                <a:gd name="T0" fmla="*/ 6 w 444"/>
                <a:gd name="T1" fmla="*/ 327 h 222"/>
                <a:gd name="T2" fmla="*/ 20 w 444"/>
                <a:gd name="T3" fmla="*/ 318 h 222"/>
                <a:gd name="T4" fmla="*/ 35 w 444"/>
                <a:gd name="T5" fmla="*/ 309 h 222"/>
                <a:gd name="T6" fmla="*/ 46 w 444"/>
                <a:gd name="T7" fmla="*/ 301 h 222"/>
                <a:gd name="T8" fmla="*/ 62 w 444"/>
                <a:gd name="T9" fmla="*/ 291 h 222"/>
                <a:gd name="T10" fmla="*/ 72 w 444"/>
                <a:gd name="T11" fmla="*/ 284 h 222"/>
                <a:gd name="T12" fmla="*/ 89 w 444"/>
                <a:gd name="T13" fmla="*/ 274 h 222"/>
                <a:gd name="T14" fmla="*/ 99 w 444"/>
                <a:gd name="T15" fmla="*/ 264 h 222"/>
                <a:gd name="T16" fmla="*/ 116 w 444"/>
                <a:gd name="T17" fmla="*/ 258 h 222"/>
                <a:gd name="T18" fmla="*/ 126 w 444"/>
                <a:gd name="T19" fmla="*/ 248 h 222"/>
                <a:gd name="T20" fmla="*/ 143 w 444"/>
                <a:gd name="T21" fmla="*/ 238 h 222"/>
                <a:gd name="T22" fmla="*/ 153 w 444"/>
                <a:gd name="T23" fmla="*/ 238 h 222"/>
                <a:gd name="T24" fmla="*/ 163 w 444"/>
                <a:gd name="T25" fmla="*/ 230 h 222"/>
                <a:gd name="T26" fmla="*/ 180 w 444"/>
                <a:gd name="T27" fmla="*/ 220 h 222"/>
                <a:gd name="T28" fmla="*/ 189 w 444"/>
                <a:gd name="T29" fmla="*/ 212 h 222"/>
                <a:gd name="T30" fmla="*/ 207 w 444"/>
                <a:gd name="T31" fmla="*/ 204 h 222"/>
                <a:gd name="T32" fmla="*/ 216 w 444"/>
                <a:gd name="T33" fmla="*/ 195 h 222"/>
                <a:gd name="T34" fmla="*/ 232 w 444"/>
                <a:gd name="T35" fmla="*/ 195 h 222"/>
                <a:gd name="T36" fmla="*/ 242 w 444"/>
                <a:gd name="T37" fmla="*/ 186 h 222"/>
                <a:gd name="T38" fmla="*/ 260 w 444"/>
                <a:gd name="T39" fmla="*/ 177 h 222"/>
                <a:gd name="T40" fmla="*/ 269 w 444"/>
                <a:gd name="T41" fmla="*/ 169 h 222"/>
                <a:gd name="T42" fmla="*/ 287 w 444"/>
                <a:gd name="T43" fmla="*/ 169 h 222"/>
                <a:gd name="T44" fmla="*/ 297 w 444"/>
                <a:gd name="T45" fmla="*/ 158 h 222"/>
                <a:gd name="T46" fmla="*/ 306 w 444"/>
                <a:gd name="T47" fmla="*/ 150 h 222"/>
                <a:gd name="T48" fmla="*/ 323 w 444"/>
                <a:gd name="T49" fmla="*/ 142 h 222"/>
                <a:gd name="T50" fmla="*/ 333 w 444"/>
                <a:gd name="T51" fmla="*/ 142 h 222"/>
                <a:gd name="T52" fmla="*/ 350 w 444"/>
                <a:gd name="T53" fmla="*/ 132 h 222"/>
                <a:gd name="T54" fmla="*/ 359 w 444"/>
                <a:gd name="T55" fmla="*/ 124 h 222"/>
                <a:gd name="T56" fmla="*/ 378 w 444"/>
                <a:gd name="T57" fmla="*/ 124 h 222"/>
                <a:gd name="T58" fmla="*/ 386 w 444"/>
                <a:gd name="T59" fmla="*/ 114 h 222"/>
                <a:gd name="T60" fmla="*/ 404 w 444"/>
                <a:gd name="T61" fmla="*/ 107 h 222"/>
                <a:gd name="T62" fmla="*/ 413 w 444"/>
                <a:gd name="T63" fmla="*/ 97 h 222"/>
                <a:gd name="T64" fmla="*/ 431 w 444"/>
                <a:gd name="T65" fmla="*/ 97 h 222"/>
                <a:gd name="T66" fmla="*/ 442 w 444"/>
                <a:gd name="T67" fmla="*/ 88 h 222"/>
                <a:gd name="T68" fmla="*/ 449 w 444"/>
                <a:gd name="T69" fmla="*/ 80 h 222"/>
                <a:gd name="T70" fmla="*/ 468 w 444"/>
                <a:gd name="T71" fmla="*/ 80 h 222"/>
                <a:gd name="T72" fmla="*/ 474 w 444"/>
                <a:gd name="T73" fmla="*/ 70 h 222"/>
                <a:gd name="T74" fmla="*/ 494 w 444"/>
                <a:gd name="T75" fmla="*/ 70 h 222"/>
                <a:gd name="T76" fmla="*/ 501 w 444"/>
                <a:gd name="T77" fmla="*/ 61 h 222"/>
                <a:gd name="T78" fmla="*/ 521 w 444"/>
                <a:gd name="T79" fmla="*/ 52 h 222"/>
                <a:gd name="T80" fmla="*/ 529 w 444"/>
                <a:gd name="T81" fmla="*/ 52 h 222"/>
                <a:gd name="T82" fmla="*/ 548 w 444"/>
                <a:gd name="T83" fmla="*/ 45 h 222"/>
                <a:gd name="T84" fmla="*/ 556 w 444"/>
                <a:gd name="T85" fmla="*/ 33 h 222"/>
                <a:gd name="T86" fmla="*/ 575 w 444"/>
                <a:gd name="T87" fmla="*/ 33 h 222"/>
                <a:gd name="T88" fmla="*/ 583 w 444"/>
                <a:gd name="T89" fmla="*/ 26 h 222"/>
                <a:gd name="T90" fmla="*/ 594 w 444"/>
                <a:gd name="T91" fmla="*/ 26 h 222"/>
                <a:gd name="T92" fmla="*/ 611 w 444"/>
                <a:gd name="T93" fmla="*/ 20 h 222"/>
                <a:gd name="T94" fmla="*/ 621 w 444"/>
                <a:gd name="T95" fmla="*/ 6 h 222"/>
                <a:gd name="T96" fmla="*/ 637 w 444"/>
                <a:gd name="T97" fmla="*/ 6 h 222"/>
                <a:gd name="T98" fmla="*/ 647 w 444"/>
                <a:gd name="T99" fmla="*/ 0 h 222"/>
                <a:gd name="T100" fmla="*/ 665 w 444"/>
                <a:gd name="T101" fmla="*/ 0 h 2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44" h="222">
                  <a:moveTo>
                    <a:pt x="0" y="222"/>
                  </a:moveTo>
                  <a:lnTo>
                    <a:pt x="0" y="222"/>
                  </a:lnTo>
                  <a:lnTo>
                    <a:pt x="6" y="222"/>
                  </a:lnTo>
                  <a:lnTo>
                    <a:pt x="6" y="216"/>
                  </a:lnTo>
                  <a:lnTo>
                    <a:pt x="12" y="216"/>
                  </a:lnTo>
                  <a:lnTo>
                    <a:pt x="18" y="210"/>
                  </a:lnTo>
                  <a:lnTo>
                    <a:pt x="24" y="210"/>
                  </a:lnTo>
                  <a:lnTo>
                    <a:pt x="24" y="204"/>
                  </a:lnTo>
                  <a:lnTo>
                    <a:pt x="30" y="204"/>
                  </a:lnTo>
                  <a:lnTo>
                    <a:pt x="36" y="198"/>
                  </a:lnTo>
                  <a:lnTo>
                    <a:pt x="42" y="198"/>
                  </a:lnTo>
                  <a:lnTo>
                    <a:pt x="42" y="192"/>
                  </a:lnTo>
                  <a:lnTo>
                    <a:pt x="48" y="192"/>
                  </a:lnTo>
                  <a:lnTo>
                    <a:pt x="54" y="192"/>
                  </a:lnTo>
                  <a:lnTo>
                    <a:pt x="54" y="186"/>
                  </a:lnTo>
                  <a:lnTo>
                    <a:pt x="60" y="186"/>
                  </a:lnTo>
                  <a:lnTo>
                    <a:pt x="66" y="180"/>
                  </a:lnTo>
                  <a:lnTo>
                    <a:pt x="72" y="180"/>
                  </a:lnTo>
                  <a:lnTo>
                    <a:pt x="72" y="174"/>
                  </a:lnTo>
                  <a:lnTo>
                    <a:pt x="78" y="174"/>
                  </a:lnTo>
                  <a:lnTo>
                    <a:pt x="84" y="174"/>
                  </a:lnTo>
                  <a:lnTo>
                    <a:pt x="84" y="168"/>
                  </a:lnTo>
                  <a:lnTo>
                    <a:pt x="90" y="168"/>
                  </a:lnTo>
                  <a:lnTo>
                    <a:pt x="96" y="162"/>
                  </a:lnTo>
                  <a:lnTo>
                    <a:pt x="102" y="162"/>
                  </a:lnTo>
                  <a:lnTo>
                    <a:pt x="102" y="156"/>
                  </a:lnTo>
                  <a:lnTo>
                    <a:pt x="108" y="156"/>
                  </a:lnTo>
                  <a:lnTo>
                    <a:pt x="114" y="156"/>
                  </a:lnTo>
                  <a:lnTo>
                    <a:pt x="114" y="150"/>
                  </a:lnTo>
                  <a:lnTo>
                    <a:pt x="120" y="150"/>
                  </a:lnTo>
                  <a:lnTo>
                    <a:pt x="126" y="150"/>
                  </a:lnTo>
                  <a:lnTo>
                    <a:pt x="126" y="144"/>
                  </a:lnTo>
                  <a:lnTo>
                    <a:pt x="132" y="144"/>
                  </a:lnTo>
                  <a:lnTo>
                    <a:pt x="138" y="138"/>
                  </a:lnTo>
                  <a:lnTo>
                    <a:pt x="144" y="138"/>
                  </a:lnTo>
                  <a:lnTo>
                    <a:pt x="144" y="132"/>
                  </a:lnTo>
                  <a:lnTo>
                    <a:pt x="150" y="132"/>
                  </a:lnTo>
                  <a:lnTo>
                    <a:pt x="156" y="132"/>
                  </a:lnTo>
                  <a:lnTo>
                    <a:pt x="156" y="126"/>
                  </a:lnTo>
                  <a:lnTo>
                    <a:pt x="162" y="126"/>
                  </a:lnTo>
                  <a:lnTo>
                    <a:pt x="168" y="126"/>
                  </a:lnTo>
                  <a:lnTo>
                    <a:pt x="168" y="120"/>
                  </a:lnTo>
                  <a:lnTo>
                    <a:pt x="174" y="120"/>
                  </a:lnTo>
                  <a:lnTo>
                    <a:pt x="180" y="120"/>
                  </a:lnTo>
                  <a:lnTo>
                    <a:pt x="180" y="114"/>
                  </a:lnTo>
                  <a:lnTo>
                    <a:pt x="186" y="114"/>
                  </a:lnTo>
                  <a:lnTo>
                    <a:pt x="192" y="114"/>
                  </a:lnTo>
                  <a:lnTo>
                    <a:pt x="192" y="108"/>
                  </a:lnTo>
                  <a:lnTo>
                    <a:pt x="198" y="108"/>
                  </a:lnTo>
                  <a:lnTo>
                    <a:pt x="204" y="108"/>
                  </a:lnTo>
                  <a:lnTo>
                    <a:pt x="204" y="102"/>
                  </a:lnTo>
                  <a:lnTo>
                    <a:pt x="210" y="102"/>
                  </a:lnTo>
                  <a:lnTo>
                    <a:pt x="216" y="102"/>
                  </a:lnTo>
                  <a:lnTo>
                    <a:pt x="216" y="96"/>
                  </a:lnTo>
                  <a:lnTo>
                    <a:pt x="222" y="96"/>
                  </a:lnTo>
                  <a:lnTo>
                    <a:pt x="228" y="90"/>
                  </a:lnTo>
                  <a:lnTo>
                    <a:pt x="234" y="90"/>
                  </a:lnTo>
                  <a:lnTo>
                    <a:pt x="240" y="90"/>
                  </a:lnTo>
                  <a:lnTo>
                    <a:pt x="240" y="84"/>
                  </a:lnTo>
                  <a:lnTo>
                    <a:pt x="246" y="84"/>
                  </a:lnTo>
                  <a:lnTo>
                    <a:pt x="252" y="84"/>
                  </a:lnTo>
                  <a:lnTo>
                    <a:pt x="252" y="78"/>
                  </a:lnTo>
                  <a:lnTo>
                    <a:pt x="258" y="78"/>
                  </a:lnTo>
                  <a:lnTo>
                    <a:pt x="264" y="78"/>
                  </a:lnTo>
                  <a:lnTo>
                    <a:pt x="264" y="72"/>
                  </a:lnTo>
                  <a:lnTo>
                    <a:pt x="270" y="72"/>
                  </a:lnTo>
                  <a:lnTo>
                    <a:pt x="276" y="72"/>
                  </a:lnTo>
                  <a:lnTo>
                    <a:pt x="276" y="66"/>
                  </a:lnTo>
                  <a:lnTo>
                    <a:pt x="282" y="66"/>
                  </a:lnTo>
                  <a:lnTo>
                    <a:pt x="288" y="66"/>
                  </a:lnTo>
                  <a:lnTo>
                    <a:pt x="288" y="60"/>
                  </a:lnTo>
                  <a:lnTo>
                    <a:pt x="294" y="60"/>
                  </a:lnTo>
                  <a:lnTo>
                    <a:pt x="300" y="60"/>
                  </a:lnTo>
                  <a:lnTo>
                    <a:pt x="300" y="54"/>
                  </a:lnTo>
                  <a:lnTo>
                    <a:pt x="306" y="54"/>
                  </a:lnTo>
                  <a:lnTo>
                    <a:pt x="312" y="54"/>
                  </a:lnTo>
                  <a:lnTo>
                    <a:pt x="318" y="54"/>
                  </a:lnTo>
                  <a:lnTo>
                    <a:pt x="318" y="48"/>
                  </a:lnTo>
                  <a:lnTo>
                    <a:pt x="324" y="48"/>
                  </a:lnTo>
                  <a:lnTo>
                    <a:pt x="330" y="48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36"/>
                  </a:lnTo>
                  <a:lnTo>
                    <a:pt x="348" y="36"/>
                  </a:lnTo>
                  <a:lnTo>
                    <a:pt x="354" y="36"/>
                  </a:lnTo>
                  <a:lnTo>
                    <a:pt x="360" y="36"/>
                  </a:lnTo>
                  <a:lnTo>
                    <a:pt x="360" y="30"/>
                  </a:lnTo>
                  <a:lnTo>
                    <a:pt x="366" y="30"/>
                  </a:lnTo>
                  <a:lnTo>
                    <a:pt x="372" y="30"/>
                  </a:lnTo>
                  <a:lnTo>
                    <a:pt x="372" y="24"/>
                  </a:lnTo>
                  <a:lnTo>
                    <a:pt x="378" y="24"/>
                  </a:lnTo>
                  <a:lnTo>
                    <a:pt x="384" y="24"/>
                  </a:lnTo>
                  <a:lnTo>
                    <a:pt x="384" y="18"/>
                  </a:lnTo>
                  <a:lnTo>
                    <a:pt x="390" y="18"/>
                  </a:lnTo>
                  <a:lnTo>
                    <a:pt x="396" y="18"/>
                  </a:lnTo>
                  <a:lnTo>
                    <a:pt x="402" y="12"/>
                  </a:lnTo>
                  <a:lnTo>
                    <a:pt x="408" y="12"/>
                  </a:lnTo>
                  <a:lnTo>
                    <a:pt x="414" y="12"/>
                  </a:lnTo>
                  <a:lnTo>
                    <a:pt x="414" y="6"/>
                  </a:lnTo>
                  <a:lnTo>
                    <a:pt x="420" y="6"/>
                  </a:lnTo>
                  <a:lnTo>
                    <a:pt x="426" y="6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44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6" name="Freeform 38">
              <a:extLst>
                <a:ext uri="{FF2B5EF4-FFF2-40B4-BE49-F238E27FC236}">
                  <a16:creationId xmlns:a16="http://schemas.microsoft.com/office/drawing/2014/main" id="{3A0CEC12-BBF3-EB9A-85DA-F9511A4A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2069"/>
              <a:ext cx="277" cy="101"/>
            </a:xfrm>
            <a:custGeom>
              <a:avLst/>
              <a:gdLst>
                <a:gd name="T0" fmla="*/ 6 w 264"/>
                <a:gd name="T1" fmla="*/ 135 h 96"/>
                <a:gd name="T2" fmla="*/ 20 w 264"/>
                <a:gd name="T3" fmla="*/ 135 h 96"/>
                <a:gd name="T4" fmla="*/ 20 w 264"/>
                <a:gd name="T5" fmla="*/ 135 h 96"/>
                <a:gd name="T6" fmla="*/ 26 w 264"/>
                <a:gd name="T7" fmla="*/ 126 h 96"/>
                <a:gd name="T8" fmla="*/ 33 w 264"/>
                <a:gd name="T9" fmla="*/ 126 h 96"/>
                <a:gd name="T10" fmla="*/ 45 w 264"/>
                <a:gd name="T11" fmla="*/ 126 h 96"/>
                <a:gd name="T12" fmla="*/ 52 w 264"/>
                <a:gd name="T13" fmla="*/ 116 h 96"/>
                <a:gd name="T14" fmla="*/ 61 w 264"/>
                <a:gd name="T15" fmla="*/ 116 h 96"/>
                <a:gd name="T16" fmla="*/ 70 w 264"/>
                <a:gd name="T17" fmla="*/ 116 h 96"/>
                <a:gd name="T18" fmla="*/ 70 w 264"/>
                <a:gd name="T19" fmla="*/ 108 h 96"/>
                <a:gd name="T20" fmla="*/ 80 w 264"/>
                <a:gd name="T21" fmla="*/ 108 h 96"/>
                <a:gd name="T22" fmla="*/ 88 w 264"/>
                <a:gd name="T23" fmla="*/ 108 h 96"/>
                <a:gd name="T24" fmla="*/ 97 w 264"/>
                <a:gd name="T25" fmla="*/ 99 h 96"/>
                <a:gd name="T26" fmla="*/ 107 w 264"/>
                <a:gd name="T27" fmla="*/ 99 h 96"/>
                <a:gd name="T28" fmla="*/ 114 w 264"/>
                <a:gd name="T29" fmla="*/ 99 h 96"/>
                <a:gd name="T30" fmla="*/ 124 w 264"/>
                <a:gd name="T31" fmla="*/ 89 h 96"/>
                <a:gd name="T32" fmla="*/ 132 w 264"/>
                <a:gd name="T33" fmla="*/ 89 h 96"/>
                <a:gd name="T34" fmla="*/ 132 w 264"/>
                <a:gd name="T35" fmla="*/ 89 h 96"/>
                <a:gd name="T36" fmla="*/ 141 w 264"/>
                <a:gd name="T37" fmla="*/ 89 h 96"/>
                <a:gd name="T38" fmla="*/ 150 w 264"/>
                <a:gd name="T39" fmla="*/ 81 h 96"/>
                <a:gd name="T40" fmla="*/ 158 w 264"/>
                <a:gd name="T41" fmla="*/ 81 h 96"/>
                <a:gd name="T42" fmla="*/ 169 w 264"/>
                <a:gd name="T43" fmla="*/ 81 h 96"/>
                <a:gd name="T44" fmla="*/ 177 w 264"/>
                <a:gd name="T45" fmla="*/ 73 h 96"/>
                <a:gd name="T46" fmla="*/ 186 w 264"/>
                <a:gd name="T47" fmla="*/ 73 h 96"/>
                <a:gd name="T48" fmla="*/ 195 w 264"/>
                <a:gd name="T49" fmla="*/ 73 h 96"/>
                <a:gd name="T50" fmla="*/ 195 w 264"/>
                <a:gd name="T51" fmla="*/ 63 h 96"/>
                <a:gd name="T52" fmla="*/ 203 w 264"/>
                <a:gd name="T53" fmla="*/ 63 h 96"/>
                <a:gd name="T54" fmla="*/ 211 w 264"/>
                <a:gd name="T55" fmla="*/ 63 h 96"/>
                <a:gd name="T56" fmla="*/ 220 w 264"/>
                <a:gd name="T57" fmla="*/ 54 h 96"/>
                <a:gd name="T58" fmla="*/ 229 w 264"/>
                <a:gd name="T59" fmla="*/ 54 h 96"/>
                <a:gd name="T60" fmla="*/ 238 w 264"/>
                <a:gd name="T61" fmla="*/ 54 h 96"/>
                <a:gd name="T62" fmla="*/ 248 w 264"/>
                <a:gd name="T63" fmla="*/ 54 h 96"/>
                <a:gd name="T64" fmla="*/ 255 w 264"/>
                <a:gd name="T65" fmla="*/ 46 h 96"/>
                <a:gd name="T66" fmla="*/ 255 w 264"/>
                <a:gd name="T67" fmla="*/ 46 h 96"/>
                <a:gd name="T68" fmla="*/ 264 w 264"/>
                <a:gd name="T69" fmla="*/ 46 h 96"/>
                <a:gd name="T70" fmla="*/ 274 w 264"/>
                <a:gd name="T71" fmla="*/ 35 h 96"/>
                <a:gd name="T72" fmla="*/ 281 w 264"/>
                <a:gd name="T73" fmla="*/ 35 h 96"/>
                <a:gd name="T74" fmla="*/ 291 w 264"/>
                <a:gd name="T75" fmla="*/ 35 h 96"/>
                <a:gd name="T76" fmla="*/ 300 w 264"/>
                <a:gd name="T77" fmla="*/ 35 h 96"/>
                <a:gd name="T78" fmla="*/ 308 w 264"/>
                <a:gd name="T79" fmla="*/ 26 h 96"/>
                <a:gd name="T80" fmla="*/ 318 w 264"/>
                <a:gd name="T81" fmla="*/ 26 h 96"/>
                <a:gd name="T82" fmla="*/ 318 w 264"/>
                <a:gd name="T83" fmla="*/ 26 h 96"/>
                <a:gd name="T84" fmla="*/ 326 w 264"/>
                <a:gd name="T85" fmla="*/ 20 h 96"/>
                <a:gd name="T86" fmla="*/ 335 w 264"/>
                <a:gd name="T87" fmla="*/ 20 h 96"/>
                <a:gd name="T88" fmla="*/ 344 w 264"/>
                <a:gd name="T89" fmla="*/ 20 h 96"/>
                <a:gd name="T90" fmla="*/ 353 w 264"/>
                <a:gd name="T91" fmla="*/ 20 h 96"/>
                <a:gd name="T92" fmla="*/ 361 w 264"/>
                <a:gd name="T93" fmla="*/ 6 h 96"/>
                <a:gd name="T94" fmla="*/ 370 w 264"/>
                <a:gd name="T95" fmla="*/ 6 h 96"/>
                <a:gd name="T96" fmla="*/ 379 w 264"/>
                <a:gd name="T97" fmla="*/ 6 h 96"/>
                <a:gd name="T98" fmla="*/ 379 w 264"/>
                <a:gd name="T99" fmla="*/ 0 h 9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64" h="96">
                  <a:moveTo>
                    <a:pt x="0" y="96"/>
                  </a:moveTo>
                  <a:lnTo>
                    <a:pt x="0" y="90"/>
                  </a:lnTo>
                  <a:lnTo>
                    <a:pt x="6" y="90"/>
                  </a:lnTo>
                  <a:lnTo>
                    <a:pt x="12" y="90"/>
                  </a:lnTo>
                  <a:lnTo>
                    <a:pt x="18" y="90"/>
                  </a:lnTo>
                  <a:lnTo>
                    <a:pt x="18" y="84"/>
                  </a:lnTo>
                  <a:lnTo>
                    <a:pt x="24" y="84"/>
                  </a:lnTo>
                  <a:lnTo>
                    <a:pt x="30" y="84"/>
                  </a:lnTo>
                  <a:lnTo>
                    <a:pt x="36" y="78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48" y="72"/>
                  </a:lnTo>
                  <a:lnTo>
                    <a:pt x="54" y="72"/>
                  </a:lnTo>
                  <a:lnTo>
                    <a:pt x="60" y="72"/>
                  </a:lnTo>
                  <a:lnTo>
                    <a:pt x="66" y="72"/>
                  </a:lnTo>
                  <a:lnTo>
                    <a:pt x="66" y="66"/>
                  </a:lnTo>
                  <a:lnTo>
                    <a:pt x="72" y="66"/>
                  </a:lnTo>
                  <a:lnTo>
                    <a:pt x="78" y="66"/>
                  </a:lnTo>
                  <a:lnTo>
                    <a:pt x="84" y="60"/>
                  </a:lnTo>
                  <a:lnTo>
                    <a:pt x="90" y="60"/>
                  </a:lnTo>
                  <a:lnTo>
                    <a:pt x="96" y="60"/>
                  </a:lnTo>
                  <a:lnTo>
                    <a:pt x="102" y="54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48"/>
                  </a:lnTo>
                  <a:lnTo>
                    <a:pt x="120" y="48"/>
                  </a:lnTo>
                  <a:lnTo>
                    <a:pt x="126" y="48"/>
                  </a:lnTo>
                  <a:lnTo>
                    <a:pt x="132" y="48"/>
                  </a:lnTo>
                  <a:lnTo>
                    <a:pt x="132" y="42"/>
                  </a:lnTo>
                  <a:lnTo>
                    <a:pt x="138" y="42"/>
                  </a:lnTo>
                  <a:lnTo>
                    <a:pt x="144" y="42"/>
                  </a:lnTo>
                  <a:lnTo>
                    <a:pt x="150" y="42"/>
                  </a:lnTo>
                  <a:lnTo>
                    <a:pt x="150" y="36"/>
                  </a:lnTo>
                  <a:lnTo>
                    <a:pt x="156" y="36"/>
                  </a:lnTo>
                  <a:lnTo>
                    <a:pt x="162" y="36"/>
                  </a:lnTo>
                  <a:lnTo>
                    <a:pt x="168" y="36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80" y="30"/>
                  </a:lnTo>
                  <a:lnTo>
                    <a:pt x="186" y="30"/>
                  </a:lnTo>
                  <a:lnTo>
                    <a:pt x="186" y="24"/>
                  </a:lnTo>
                  <a:lnTo>
                    <a:pt x="192" y="24"/>
                  </a:lnTo>
                  <a:lnTo>
                    <a:pt x="198" y="24"/>
                  </a:lnTo>
                  <a:lnTo>
                    <a:pt x="204" y="24"/>
                  </a:lnTo>
                  <a:lnTo>
                    <a:pt x="204" y="18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2" y="12"/>
                  </a:lnTo>
                  <a:lnTo>
                    <a:pt x="228" y="12"/>
                  </a:lnTo>
                  <a:lnTo>
                    <a:pt x="234" y="12"/>
                  </a:lnTo>
                  <a:lnTo>
                    <a:pt x="240" y="12"/>
                  </a:lnTo>
                  <a:lnTo>
                    <a:pt x="240" y="6"/>
                  </a:lnTo>
                  <a:lnTo>
                    <a:pt x="246" y="6"/>
                  </a:lnTo>
                  <a:lnTo>
                    <a:pt x="252" y="6"/>
                  </a:lnTo>
                  <a:lnTo>
                    <a:pt x="258" y="6"/>
                  </a:lnTo>
                  <a:lnTo>
                    <a:pt x="258" y="0"/>
                  </a:lnTo>
                  <a:lnTo>
                    <a:pt x="264" y="0"/>
                  </a:lnTo>
                </a:path>
              </a:pathLst>
            </a:custGeom>
            <a:noFill/>
            <a:ln w="9525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39">
            <a:extLst>
              <a:ext uri="{FF2B5EF4-FFF2-40B4-BE49-F238E27FC236}">
                <a16:creationId xmlns:a16="http://schemas.microsoft.com/office/drawing/2014/main" id="{1FFCEFD8-1287-6720-660A-01CADA16EA16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2592388"/>
            <a:ext cx="865188" cy="374650"/>
            <a:chOff x="4511" y="2298"/>
            <a:chExt cx="681" cy="294"/>
          </a:xfrm>
        </p:grpSpPr>
        <p:graphicFrame>
          <p:nvGraphicFramePr>
            <p:cNvPr id="37922" name="Object 40">
              <a:extLst>
                <a:ext uri="{FF2B5EF4-FFF2-40B4-BE49-F238E27FC236}">
                  <a16:creationId xmlns:a16="http://schemas.microsoft.com/office/drawing/2014/main" id="{158CC73E-BBA3-BA51-8876-ED440E4FF7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2298"/>
            <a:ext cx="68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0" imgH="0" progId="Equation.3">
                    <p:embed/>
                  </p:oleObj>
                </mc:Choice>
                <mc:Fallback>
                  <p:oleObj name="公式" r:id="rId22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298"/>
                          <a:ext cx="68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3" name="Oval 41">
              <a:extLst>
                <a:ext uri="{FF2B5EF4-FFF2-40B4-BE49-F238E27FC236}">
                  <a16:creationId xmlns:a16="http://schemas.microsoft.com/office/drawing/2014/main" id="{AFB7F259-A19F-4234-6575-CCDBCCFE8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371"/>
              <a:ext cx="45" cy="4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grpSp>
        <p:nvGrpSpPr>
          <p:cNvPr id="49" name="Group 42">
            <a:extLst>
              <a:ext uri="{FF2B5EF4-FFF2-40B4-BE49-F238E27FC236}">
                <a16:creationId xmlns:a16="http://schemas.microsoft.com/office/drawing/2014/main" id="{2D0FF80D-B387-5A6A-19AF-72356EF0AC53}"/>
              </a:ext>
            </a:extLst>
          </p:cNvPr>
          <p:cNvGrpSpPr>
            <a:grpSpLocks/>
          </p:cNvGrpSpPr>
          <p:nvPr/>
        </p:nvGrpSpPr>
        <p:grpSpPr bwMode="auto">
          <a:xfrm>
            <a:off x="5737225" y="1016000"/>
            <a:ext cx="2673350" cy="2525713"/>
            <a:chOff x="3456" y="1056"/>
            <a:chExt cx="2104" cy="1989"/>
          </a:xfrm>
        </p:grpSpPr>
        <p:sp>
          <p:nvSpPr>
            <p:cNvPr id="37917" name="Line 43">
              <a:extLst>
                <a:ext uri="{FF2B5EF4-FFF2-40B4-BE49-F238E27FC236}">
                  <a16:creationId xmlns:a16="http://schemas.microsoft.com/office/drawing/2014/main" id="{DD4D9A50-2D55-A800-90B9-A275A6BBF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544"/>
              <a:ext cx="2040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44">
              <a:extLst>
                <a:ext uri="{FF2B5EF4-FFF2-40B4-BE49-F238E27FC236}">
                  <a16:creationId xmlns:a16="http://schemas.microsoft.com/office/drawing/2014/main" id="{EBEBD535-13E8-14B4-42BD-7413579F3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1104"/>
              <a:ext cx="1" cy="194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19" name="Object 45">
              <a:extLst>
                <a:ext uri="{FF2B5EF4-FFF2-40B4-BE49-F238E27FC236}">
                  <a16:creationId xmlns:a16="http://schemas.microsoft.com/office/drawing/2014/main" id="{5F80E1BB-D16F-1962-0DFB-1EF467E83F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2581"/>
            <a:ext cx="184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2581"/>
                          <a:ext cx="184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0" name="Object 46">
              <a:extLst>
                <a:ext uri="{FF2B5EF4-FFF2-40B4-BE49-F238E27FC236}">
                  <a16:creationId xmlns:a16="http://schemas.microsoft.com/office/drawing/2014/main" id="{BEDB0F4A-27A3-5639-180A-774422B151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1056"/>
            <a:ext cx="20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0" imgH="0" progId="Equation.3">
                    <p:embed/>
                  </p:oleObj>
                </mc:Choice>
                <mc:Fallback>
                  <p:oleObj name="Equation" r:id="rId26" imgW="0" imgH="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056"/>
                          <a:ext cx="20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1" name="Object 47">
              <a:extLst>
                <a:ext uri="{FF2B5EF4-FFF2-40B4-BE49-F238E27FC236}">
                  <a16:creationId xmlns:a16="http://schemas.microsoft.com/office/drawing/2014/main" id="{3511AF39-A65A-39FD-B96A-DDF9A835BF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6" y="2544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0" imgH="0" progId="Equation.3">
                    <p:embed/>
                  </p:oleObj>
                </mc:Choice>
                <mc:Fallback>
                  <p:oleObj name="Equation" r:id="rId28" imgW="0" imgH="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6" y="2544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Text Box 55">
            <a:extLst>
              <a:ext uri="{FF2B5EF4-FFF2-40B4-BE49-F238E27FC236}">
                <a16:creationId xmlns:a16="http://schemas.microsoft.com/office/drawing/2014/main" id="{35F9030B-F8D0-C24C-9550-4CE317550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671888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exponential 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A7CE65C1-7CFC-898D-C050-8CCE219F9478}"/>
              </a:ext>
            </a:extLst>
          </p:cNvPr>
          <p:cNvSpPr>
            <a:spLocks/>
          </p:cNvSpPr>
          <p:nvPr/>
        </p:nvSpPr>
        <p:spPr bwMode="auto">
          <a:xfrm>
            <a:off x="5651500" y="3789363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  <p:bldP spid="20" grpId="0" build="p" autoUpdateAnimBg="0" advAuto="0"/>
      <p:bldP spid="21" grpId="0" build="p" autoUpdateAnimBg="0"/>
      <p:bldP spid="6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82EFD68A-3A48-6869-6DE0-53D29067C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7688" y="249238"/>
            <a:ext cx="3521075" cy="638175"/>
          </a:xfrm>
        </p:spPr>
        <p:txBody>
          <a:bodyPr/>
          <a:lstStyle/>
          <a:p>
            <a:pPr>
              <a:defRPr/>
            </a:pPr>
            <a:r>
              <a:rPr lang="en-US" altLang="zh-CN" sz="2800">
                <a:latin typeface="+mn-ea"/>
                <a:ea typeface="+mn-ea"/>
              </a:rPr>
              <a:t>(2) compositefunction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38914" name="内容占位符 2">
            <a:extLst>
              <a:ext uri="{FF2B5EF4-FFF2-40B4-BE49-F238E27FC236}">
                <a16:creationId xmlns:a16="http://schemas.microsoft.com/office/drawing/2014/main" id="{FE3A3A5F-AA52-70DF-B908-77743FD65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775" y="2357438"/>
            <a:ext cx="941388" cy="4445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/>
              <a:t>then</a:t>
            </a:r>
            <a:endParaRPr kumimoji="1" lang="zh-CN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CC6AE88-0163-DEFA-6C91-FE62CEE3F57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3563" y="15875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38916" name="图片 4">
            <a:extLst>
              <a:ext uri="{FF2B5EF4-FFF2-40B4-BE49-F238E27FC236}">
                <a16:creationId xmlns:a16="http://schemas.microsoft.com/office/drawing/2014/main" id="{07168DC7-76AC-B293-A7AE-C0D3045B4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239838"/>
            <a:ext cx="25019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17" name="图片 5">
            <a:extLst>
              <a:ext uri="{FF2B5EF4-FFF2-40B4-BE49-F238E27FC236}">
                <a16:creationId xmlns:a16="http://schemas.microsoft.com/office/drawing/2014/main" id="{CE834DC7-BB9C-4234-E99E-4C1C98034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1747838"/>
            <a:ext cx="2463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18" name="图片 6">
            <a:extLst>
              <a:ext uri="{FF2B5EF4-FFF2-40B4-BE49-F238E27FC236}">
                <a16:creationId xmlns:a16="http://schemas.microsoft.com/office/drawing/2014/main" id="{A8E40960-862C-271B-6183-742EE9A4D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722438"/>
            <a:ext cx="20955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19" name="图片 8">
            <a:extLst>
              <a:ext uri="{FF2B5EF4-FFF2-40B4-BE49-F238E27FC236}">
                <a16:creationId xmlns:a16="http://schemas.microsoft.com/office/drawing/2014/main" id="{657429F5-EC8A-49F0-F9F3-6909B204E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2306638"/>
            <a:ext cx="299561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20" name="Text Box 8">
            <a:extLst>
              <a:ext uri="{FF2B5EF4-FFF2-40B4-BE49-F238E27FC236}">
                <a16:creationId xmlns:a16="http://schemas.microsoft.com/office/drawing/2014/main" id="{C9483442-B578-A4E7-6CC0-7207EC3A8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890588"/>
            <a:ext cx="2438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Let has function</a:t>
            </a:r>
            <a:r>
              <a:rPr lang="zh-CN" altLang="en-US" sz="2400">
                <a:latin typeface="等线" panose="02010600030101010101" pitchFamily="2" charset="-122"/>
              </a:rPr>
              <a:t>链</a:t>
            </a:r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6F81D570-8EA0-1EF6-899F-E536F3029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895600"/>
            <a:ext cx="613821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GB" altLang="zh-CN" sz="2400">
                <a:latin typeface="+mn-ea"/>
              </a:rPr>
              <a:t>is calledfrom①, ②</a:t>
            </a:r>
            <a:r>
              <a:rPr lang="zh-CN" altLang="en-GB" sz="2400">
                <a:latin typeface="+mn-ea"/>
              </a:rPr>
              <a:t>确定</a:t>
            </a:r>
            <a:r>
              <a:rPr lang="en-GB" altLang="zh-CN" sz="2400">
                <a:latin typeface="+mn-ea"/>
              </a:rPr>
              <a:t>'s compositefunction ,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A3B891E1-87D0-C7DF-A81C-6DB616F5F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3" y="1217613"/>
            <a:ext cx="5778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① </a:t>
            </a:r>
          </a:p>
        </p:txBody>
      </p:sp>
      <p:sp>
        <p:nvSpPr>
          <p:cNvPr id="38923" name="Text Box 18">
            <a:extLst>
              <a:ext uri="{FF2B5EF4-FFF2-40B4-BE49-F238E27FC236}">
                <a16:creationId xmlns:a16="http://schemas.microsoft.com/office/drawing/2014/main" id="{4FA061DC-52A1-635A-71F4-BBF270D73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8" y="288925"/>
            <a:ext cx="542007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>
                <a:latin typeface="+mn-ea"/>
              </a:rPr>
              <a:t>- compositemapping's </a:t>
            </a:r>
            <a:r>
              <a:rPr lang="zh-CN" altLang="en-US">
                <a:latin typeface="+mn-ea"/>
              </a:rPr>
              <a:t>特</a:t>
            </a:r>
            <a:r>
              <a:rPr lang="en-US" altLang="zh-CN">
                <a:latin typeface="+mn-ea"/>
              </a:rPr>
              <a:t>Example</a:t>
            </a:r>
            <a:endParaRPr lang="zh-CN" altLang="en-US" dirty="0">
              <a:latin typeface="+mn-ea"/>
            </a:endParaRPr>
          </a:p>
        </p:txBody>
      </p:sp>
      <p:sp>
        <p:nvSpPr>
          <p:cNvPr id="38924" name="Text Box 19">
            <a:extLst>
              <a:ext uri="{FF2B5EF4-FFF2-40B4-BE49-F238E27FC236}">
                <a16:creationId xmlns:a16="http://schemas.microsoft.com/office/drawing/2014/main" id="{7EEC96AF-3035-E6A8-D9A5-697058FD7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3" y="1762125"/>
            <a:ext cx="492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②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1AD30A6B-C8E6-8662-3FD2-4F599D09552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313583" y="2931664"/>
            <a:ext cx="2060308" cy="400110"/>
          </a:xfrm>
          <a:prstGeom prst="rect">
            <a:avLst/>
          </a:prstGeom>
          <a:blipFill>
            <a:blip r:embed="rId6"/>
            <a:stretch>
              <a:fillRect t="-6061" r="-1829" b="-24242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8926" name="Text Box 21">
            <a:extLst>
              <a:ext uri="{FF2B5EF4-FFF2-40B4-BE49-F238E27FC236}">
                <a16:creationId xmlns:a16="http://schemas.microsoft.com/office/drawing/2014/main" id="{76D03CAB-7A9A-711A-D3BA-AE992186B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3482975"/>
            <a:ext cx="5902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Note: </a:t>
            </a:r>
            <a:r>
              <a:rPr lang="zh-CN" altLang="en-US" sz="2400" b="1">
                <a:solidFill>
                  <a:schemeClr val="tx2"/>
                </a:solidFill>
                <a:latin typeface="等线" panose="02010600030101010101" pitchFamily="2" charset="-122"/>
              </a:rPr>
              <a:t>构成</a:t>
            </a:r>
            <a:r>
              <a:rPr lang="en-US" altLang="zh-CN" sz="2400" b="1">
                <a:solidFill>
                  <a:schemeClr val="tx2"/>
                </a:solidFill>
                <a:latin typeface="等线" panose="02010600030101010101" pitchFamily="2" charset="-122"/>
              </a:rPr>
              <a:t>compositefunction's condition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38927" name="图片 23">
            <a:extLst>
              <a:ext uri="{FF2B5EF4-FFF2-40B4-BE49-F238E27FC236}">
                <a16:creationId xmlns:a16="http://schemas.microsoft.com/office/drawing/2014/main" id="{3FF9F7A1-6A69-6B59-2184-CB89509AD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663" y="3521075"/>
            <a:ext cx="142875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28" name="Text Box 23">
            <a:extLst>
              <a:ext uri="{FF2B5EF4-FFF2-40B4-BE49-F238E27FC236}">
                <a16:creationId xmlns:a16="http://schemas.microsoft.com/office/drawing/2014/main" id="{26D5660B-3327-CE04-048A-FD982A792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441700"/>
            <a:ext cx="155202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not can</a:t>
            </a:r>
            <a:r>
              <a:rPr lang="zh-CN" altLang="en-US" sz="2400">
                <a:latin typeface="+mn-ea"/>
              </a:rPr>
              <a:t>少</a:t>
            </a:r>
            <a:r>
              <a:rPr lang="en-US" altLang="zh-CN" sz="2400"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8929" name="Rectangle 24">
            <a:extLst>
              <a:ext uri="{FF2B5EF4-FFF2-40B4-BE49-F238E27FC236}">
                <a16:creationId xmlns:a16="http://schemas.microsoft.com/office/drawing/2014/main" id="{D79DAE49-BA9B-0C13-FC76-996E1F32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71925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>
                <a:solidFill>
                  <a:schemeClr val="tx2"/>
                </a:solidFill>
                <a:latin typeface="+mn-ea"/>
              </a:rPr>
              <a:t>for example, function</a:t>
            </a:r>
            <a:r>
              <a:rPr kumimoji="1" lang="zh-CN" altLang="en-US" sz="2400">
                <a:solidFill>
                  <a:schemeClr val="tx2"/>
                </a:solidFill>
                <a:latin typeface="+mn-ea"/>
              </a:rPr>
              <a:t>链 </a:t>
            </a:r>
            <a:r>
              <a:rPr kumimoji="1" lang="en-US" altLang="zh-CN" sz="2400">
                <a:solidFill>
                  <a:schemeClr val="tx2"/>
                </a:solidFill>
                <a:latin typeface="+mn-ea"/>
              </a:rPr>
              <a:t>:</a:t>
            </a:r>
            <a:endParaRPr kumimoji="1" lang="en-US" altLang="zh-CN" sz="2400" dirty="0">
              <a:latin typeface="+mn-ea"/>
            </a:endParaRPr>
          </a:p>
        </p:txBody>
      </p:sp>
      <p:pic>
        <p:nvPicPr>
          <p:cNvPr id="38930" name="图片 26">
            <a:extLst>
              <a:ext uri="{FF2B5EF4-FFF2-40B4-BE49-F238E27FC236}">
                <a16:creationId xmlns:a16="http://schemas.microsoft.com/office/drawing/2014/main" id="{88973095-6D03-1141-D43E-C85C6DEB8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083050"/>
            <a:ext cx="18796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31" name="图片 27">
            <a:extLst>
              <a:ext uri="{FF2B5EF4-FFF2-40B4-BE49-F238E27FC236}">
                <a16:creationId xmlns:a16="http://schemas.microsoft.com/office/drawing/2014/main" id="{DE98B62B-EA13-9D5D-D003-8698D3E99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3987800"/>
            <a:ext cx="20193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32" name="图片 29">
            <a:extLst>
              <a:ext uri="{FF2B5EF4-FFF2-40B4-BE49-F238E27FC236}">
                <a16:creationId xmlns:a16="http://schemas.microsoft.com/office/drawing/2014/main" id="{72359001-E780-2329-1791-5ACAB4295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4656138"/>
            <a:ext cx="29448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33" name="图片 30">
            <a:extLst>
              <a:ext uri="{FF2B5EF4-FFF2-40B4-BE49-F238E27FC236}">
                <a16:creationId xmlns:a16="http://schemas.microsoft.com/office/drawing/2014/main" id="{9C31347E-8BE9-D514-80D3-CF296A5CD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38" y="4787900"/>
            <a:ext cx="8509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34" name="图片 31">
            <a:extLst>
              <a:ext uri="{FF2B5EF4-FFF2-40B4-BE49-F238E27FC236}">
                <a16:creationId xmlns:a16="http://schemas.microsoft.com/office/drawing/2014/main" id="{4DF2B4B8-40DA-5565-4B12-1D581791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4667250"/>
            <a:ext cx="1725612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35" name="图片 32">
            <a:extLst>
              <a:ext uri="{FF2B5EF4-FFF2-40B4-BE49-F238E27FC236}">
                <a16:creationId xmlns:a16="http://schemas.microsoft.com/office/drawing/2014/main" id="{2D813A78-42BB-47A9-C12D-3EE765A6A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138" y="4710113"/>
            <a:ext cx="13335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36" name="Text Box 32">
            <a:extLst>
              <a:ext uri="{FF2B5EF4-FFF2-40B4-BE49-F238E27FC236}">
                <a16:creationId xmlns:a16="http://schemas.microsoft.com/office/drawing/2014/main" id="{73E40B6F-3212-53C2-A96C-4B7C6DE8D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16563"/>
            <a:ext cx="20201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butfunction</a:t>
            </a:r>
            <a:r>
              <a:rPr lang="zh-CN" altLang="en-US" sz="2400">
                <a:latin typeface="等线" panose="02010600030101010101" pitchFamily="2" charset="-122"/>
              </a:rPr>
              <a:t>链</a:t>
            </a:r>
          </a:p>
        </p:txBody>
      </p:sp>
      <p:pic>
        <p:nvPicPr>
          <p:cNvPr id="38937" name="图片 34">
            <a:extLst>
              <a:ext uri="{FF2B5EF4-FFF2-40B4-BE49-F238E27FC236}">
                <a16:creationId xmlns:a16="http://schemas.microsoft.com/office/drawing/2014/main" id="{BBBCA814-4AD9-8CEC-6D8A-1F6F4DE88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5424488"/>
            <a:ext cx="33655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38" name="Text Box 34">
            <a:extLst>
              <a:ext uri="{FF2B5EF4-FFF2-40B4-BE49-F238E27FC236}">
                <a16:creationId xmlns:a16="http://schemas.microsoft.com/office/drawing/2014/main" id="{CC51BD26-5F30-2FE8-85AB-B20A3F2FE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13" y="5516563"/>
            <a:ext cx="449193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not can </a:t>
            </a:r>
            <a:r>
              <a:rPr lang="zh-CN" altLang="en-US" sz="2400">
                <a:latin typeface="+mn-ea"/>
              </a:rPr>
              <a:t>构成</a:t>
            </a:r>
            <a:r>
              <a:rPr lang="en-US" altLang="zh-CN" sz="2400">
                <a:latin typeface="+mn-ea"/>
              </a:rPr>
              <a:t>compositefunction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8939" name="Text Box 35">
            <a:extLst>
              <a:ext uri="{FF2B5EF4-FFF2-40B4-BE49-F238E27FC236}">
                <a16:creationId xmlns:a16="http://schemas.microsoft.com/office/drawing/2014/main" id="{3CBFFD17-65F6-6632-0259-3539BF95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4048125"/>
            <a:ext cx="4392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canDefinitioncompositefunction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75B63-4248-2954-85BD-381C13AE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879975" cy="339725"/>
          </a:xfrm>
        </p:spPr>
        <p:txBody>
          <a:bodyPr/>
          <a:lstStyle/>
          <a:p>
            <a:pPr>
              <a:defRPr/>
            </a:pPr>
            <a:r>
              <a:rPr lang="en-GB" altLang="zh-CN" sz="2400">
                <a:latin typeface="+mn-ea"/>
                <a:ea typeface="+mn-ea"/>
              </a:rPr>
              <a:t>two</a:t>
            </a:r>
            <a:r>
              <a:rPr lang="zh-CN" altLang="en-GB" sz="2400">
                <a:latin typeface="+mn-ea"/>
                <a:ea typeface="+mn-ea"/>
              </a:rPr>
              <a:t>以 </a:t>
            </a:r>
            <a:r>
              <a:rPr lang="en-GB" altLang="zh-CN" sz="2400">
                <a:latin typeface="+mn-ea"/>
                <a:ea typeface="+mn-ea"/>
              </a:rPr>
              <a:t>on function also can</a:t>
            </a:r>
            <a:r>
              <a:rPr lang="zh-CN" altLang="en-GB" sz="2400">
                <a:latin typeface="+mn-ea"/>
                <a:ea typeface="+mn-ea"/>
              </a:rPr>
              <a:t>构成</a:t>
            </a:r>
            <a:r>
              <a:rPr lang="en-GB" altLang="zh-CN" sz="2400">
                <a:latin typeface="+mn-ea"/>
                <a:ea typeface="+mn-ea"/>
              </a:rPr>
              <a:t>compositefunction,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9938" name="内容占位符 2">
            <a:extLst>
              <a:ext uri="{FF2B5EF4-FFF2-40B4-BE49-F238E27FC236}">
                <a16:creationId xmlns:a16="http://schemas.microsoft.com/office/drawing/2014/main" id="{96EB0D7C-14B9-8EAF-E5A3-ECB4333C7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14925" y="333375"/>
            <a:ext cx="896938" cy="4064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+mn-ea"/>
              </a:rPr>
              <a:t>for example,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39939" name="图片 12">
            <a:extLst>
              <a:ext uri="{FF2B5EF4-FFF2-40B4-BE49-F238E27FC236}">
                <a16:creationId xmlns:a16="http://schemas.microsoft.com/office/drawing/2014/main" id="{22116A22-25BC-B47F-709A-BE19E1DE0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882650"/>
            <a:ext cx="22209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941" name="Text Box 12">
            <a:extLst>
              <a:ext uri="{FF2B5EF4-FFF2-40B4-BE49-F238E27FC236}">
                <a16:creationId xmlns:a16="http://schemas.microsoft.com/office/drawing/2014/main" id="{79A37B73-B46B-37C7-91D4-21E21EC66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854325"/>
            <a:ext cx="2363788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canDefinitioncompositefunction: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3" name="图片 14">
            <a:extLst>
              <a:ext uri="{FF2B5EF4-FFF2-40B4-BE49-F238E27FC236}">
                <a16:creationId xmlns:a16="http://schemas.microsoft.com/office/drawing/2014/main" id="{9ED68734-247F-486E-EE2F-6D922130D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3540125"/>
            <a:ext cx="17018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2" name="图片 15">
            <a:extLst>
              <a:ext uri="{FF2B5EF4-FFF2-40B4-BE49-F238E27FC236}">
                <a16:creationId xmlns:a16="http://schemas.microsoft.com/office/drawing/2014/main" id="{D31227C2-FEE0-1E6C-9FCD-22838544E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3756025"/>
            <a:ext cx="317341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3" name="图片 16">
            <a:extLst>
              <a:ext uri="{FF2B5EF4-FFF2-40B4-BE49-F238E27FC236}">
                <a16:creationId xmlns:a16="http://schemas.microsoft.com/office/drawing/2014/main" id="{FDAE4240-F5E2-5B94-76CA-1E237BE62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3" y="3800475"/>
            <a:ext cx="8255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4" name="图片 17">
            <a:extLst>
              <a:ext uri="{FF2B5EF4-FFF2-40B4-BE49-F238E27FC236}">
                <a16:creationId xmlns:a16="http://schemas.microsoft.com/office/drawing/2014/main" id="{F4C16C7A-642A-221C-6921-08138C384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8" y="5062538"/>
            <a:ext cx="4441825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Line 17">
            <a:extLst>
              <a:ext uri="{FF2B5EF4-FFF2-40B4-BE49-F238E27FC236}">
                <a16:creationId xmlns:a16="http://schemas.microsoft.com/office/drawing/2014/main" id="{82F6A4C6-5404-30E9-D2DD-3DC3CD8E72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650" y="4724400"/>
            <a:ext cx="5334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highlight>
                <a:srgbClr val="00FF00"/>
              </a:highlight>
            </a:endParaRPr>
          </a:p>
        </p:txBody>
      </p:sp>
      <p:pic>
        <p:nvPicPr>
          <p:cNvPr id="39946" name="图片 19">
            <a:extLst>
              <a:ext uri="{FF2B5EF4-FFF2-40B4-BE49-F238E27FC236}">
                <a16:creationId xmlns:a16="http://schemas.microsoft.com/office/drawing/2014/main" id="{69514088-4A8A-15FA-DB19-375D0F13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1466850"/>
            <a:ext cx="530701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7" name="图片 20">
            <a:extLst>
              <a:ext uri="{FF2B5EF4-FFF2-40B4-BE49-F238E27FC236}">
                <a16:creationId xmlns:a16="http://schemas.microsoft.com/office/drawing/2014/main" id="{C9F831DA-6D34-CC58-C2E4-B16D2A775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873250"/>
            <a:ext cx="30353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FB6B5-8DAC-1779-9503-AAF4B8FF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975"/>
            <a:ext cx="2673350" cy="852488"/>
          </a:xfrm>
        </p:spPr>
        <p:txBody>
          <a:bodyPr/>
          <a:lstStyle/>
          <a:p>
            <a:pPr>
              <a:defRPr/>
            </a:pPr>
            <a:r>
              <a:rPr lang="en-US" altLang="zh-CN" sz="3200" b="1">
                <a:latin typeface="+mn-ea"/>
                <a:ea typeface="+mn-ea"/>
              </a:rPr>
              <a:t>4. elementary function</a:t>
            </a:r>
            <a:endParaRPr kumimoji="1" lang="zh-CN" altLang="en-US" sz="3200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C4F01-5D3F-5BE2-8284-F12B372DF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3" y="984250"/>
            <a:ext cx="5489575" cy="51911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+mn-ea"/>
              </a:rPr>
              <a:t>(1) basic elementary function (</a:t>
            </a:r>
            <a:r>
              <a:rPr lang="zh-CN" altLang="en-US">
                <a:latin typeface="+mn-ea"/>
              </a:rPr>
              <a:t>反对</a:t>
            </a:r>
            <a:r>
              <a:rPr lang="en-US" altLang="zh-CN">
                <a:latin typeface="+mn-ea"/>
              </a:rPr>
              <a:t>power</a:t>
            </a:r>
            <a:r>
              <a:rPr lang="zh-CN" altLang="en-US">
                <a:latin typeface="+mn-ea"/>
              </a:rPr>
              <a:t>三指</a:t>
            </a:r>
            <a:r>
              <a:rPr lang="en-US" altLang="zh-CN">
                <a:latin typeface="+mn-ea"/>
              </a:rPr>
              <a:t>)</a:t>
            </a:r>
            <a:endParaRPr kumimoji="1" lang="zh-CN" altLang="en-US" dirty="0"/>
          </a:p>
        </p:txBody>
      </p:sp>
      <p:sp>
        <p:nvSpPr>
          <p:cNvPr id="6" name="Text Box 55">
            <a:extLst>
              <a:ext uri="{FF2B5EF4-FFF2-40B4-BE49-F238E27FC236}">
                <a16:creationId xmlns:a16="http://schemas.microsoft.com/office/drawing/2014/main" id="{96166362-7731-9237-A09E-89C41018C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1562100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powerfunction,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7" name="Text Box 56">
            <a:extLst>
              <a:ext uri="{FF2B5EF4-FFF2-40B4-BE49-F238E27FC236}">
                <a16:creationId xmlns:a16="http://schemas.microsoft.com/office/drawing/2014/main" id="{A53CAA93-1738-3D40-F85A-A13B01802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598613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exponential function,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8" name="Text Box 57">
            <a:extLst>
              <a:ext uri="{FF2B5EF4-FFF2-40B4-BE49-F238E27FC236}">
                <a16:creationId xmlns:a16="http://schemas.microsoft.com/office/drawing/2014/main" id="{567DE705-4BC8-0795-4B6C-14E8B0E43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1562100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logarithmic function,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9" name="Text Box 58">
            <a:extLst>
              <a:ext uri="{FF2B5EF4-FFF2-40B4-BE49-F238E27FC236}">
                <a16:creationId xmlns:a16="http://schemas.microsoft.com/office/drawing/2014/main" id="{C68A8B23-B4AC-2270-A2A9-A412C3ED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1598613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trigonometric function,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10" name="Text Box 59">
            <a:extLst>
              <a:ext uri="{FF2B5EF4-FFF2-40B4-BE49-F238E27FC236}">
                <a16:creationId xmlns:a16="http://schemas.microsoft.com/office/drawing/2014/main" id="{AA16E546-6DC2-A09B-2D5A-8430EBE2D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557338"/>
            <a:ext cx="2057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inverse trigonometric function,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EDEF0673-1C66-FDDF-F119-237DD0A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103438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>
                <a:latin typeface="+mn-ea"/>
                <a:ea typeface="+mn-ea"/>
              </a:rPr>
              <a:t>(2) elementary function</a:t>
            </a:r>
            <a:endParaRPr kumimoji="1" lang="zh-CN" altLang="en-US" sz="2800" dirty="0">
              <a:latin typeface="+mn-ea"/>
              <a:ea typeface="+mn-ea"/>
            </a:endParaRPr>
          </a:p>
        </p:txBody>
      </p:sp>
      <p:sp>
        <p:nvSpPr>
          <p:cNvPr id="12" name="Text Box 63">
            <a:extLst>
              <a:ext uri="{FF2B5EF4-FFF2-40B4-BE49-F238E27FC236}">
                <a16:creationId xmlns:a16="http://schemas.microsoft.com/office/drawing/2014/main" id="{7B75D084-01CC-4971-D892-57DB44C7F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79700"/>
            <a:ext cx="90011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latin typeface="等线" panose="02010600030101010101" pitchFamily="2" charset="-122"/>
              </a:rPr>
              <a:t>fromconstant and basic elementary function after</a:t>
            </a:r>
            <a:r>
              <a:rPr lang="zh-CN" altLang="en-US" sz="2400">
                <a:latin typeface="等线" panose="02010600030101010101" pitchFamily="2" charset="-122"/>
              </a:rPr>
              <a:t>过 </a:t>
            </a:r>
            <a:r>
              <a:rPr lang="en-US" altLang="zh-CN" sz="2400">
                <a:latin typeface="等线" panose="02010600030101010101" pitchFamily="2" charset="-122"/>
              </a:rPr>
              <a:t>has finite times</a:t>
            </a:r>
            <a:r>
              <a:rPr lang="zh-CN" altLang="en-US" sz="2400">
                <a:latin typeface="等线" panose="02010600030101010101" pitchFamily="2" charset="-122"/>
              </a:rPr>
              <a:t>四</a:t>
            </a:r>
            <a:r>
              <a:rPr lang="en-US" altLang="zh-CN" sz="2400">
                <a:latin typeface="等线" panose="02010600030101010101" pitchFamily="2" charset="-122"/>
              </a:rPr>
              <a:t>thenoperation and composite</a:t>
            </a:r>
            <a:r>
              <a:rPr lang="zh-CN" altLang="en-US" sz="2400">
                <a:latin typeface="等线" panose="02010600030101010101" pitchFamily="2" charset="-122"/>
              </a:rPr>
              <a:t>步骤 构成</a:t>
            </a:r>
          </a:p>
        </p:txBody>
      </p:sp>
      <p:sp>
        <p:nvSpPr>
          <p:cNvPr id="13" name="Text Box 64">
            <a:extLst>
              <a:ext uri="{FF2B5EF4-FFF2-40B4-BE49-F238E27FC236}">
                <a16:creationId xmlns:a16="http://schemas.microsoft.com/office/drawing/2014/main" id="{F57C2A9E-30EF-1EED-A95C-9D80E9D2F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14750"/>
            <a:ext cx="3538538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 sz="2400">
                <a:latin typeface="+mn-ea"/>
              </a:rPr>
              <a:t>otherwiseis called</a:t>
            </a:r>
            <a:r>
              <a:rPr lang="zh-CN" altLang="en-GB" sz="2400">
                <a:latin typeface="+mn-ea"/>
              </a:rPr>
              <a:t>非</a:t>
            </a:r>
            <a:r>
              <a:rPr lang="en-GB" altLang="zh-CN" sz="2400">
                <a:latin typeface="+mn-ea"/>
              </a:rPr>
              <a:t>elementary function .</a:t>
            </a:r>
            <a:endParaRPr lang="en-US" altLang="zh-CN" sz="24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C13F8383-FDD6-59BC-63CD-E8DF6C5F3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652963"/>
            <a:ext cx="10572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for example ,</a:t>
            </a:r>
          </a:p>
        </p:txBody>
      </p:sp>
      <p:graphicFrame>
        <p:nvGraphicFramePr>
          <p:cNvPr id="15" name="Object 69">
            <a:extLst>
              <a:ext uri="{FF2B5EF4-FFF2-40B4-BE49-F238E27FC236}">
                <a16:creationId xmlns:a16="http://schemas.microsoft.com/office/drawing/2014/main" id="{4217F827-1309-C2D1-3940-D37DC8E81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3188" y="4419600"/>
          <a:ext cx="15176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188" y="4419600"/>
                        <a:ext cx="15176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0">
            <a:extLst>
              <a:ext uri="{FF2B5EF4-FFF2-40B4-BE49-F238E27FC236}">
                <a16:creationId xmlns:a16="http://schemas.microsoft.com/office/drawing/2014/main" id="{F9F6EF06-99EF-4BF4-54F6-B8298F9DA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4451350"/>
          <a:ext cx="863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4451350"/>
                        <a:ext cx="863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1">
            <a:extLst>
              <a:ext uri="{FF2B5EF4-FFF2-40B4-BE49-F238E27FC236}">
                <a16:creationId xmlns:a16="http://schemas.microsoft.com/office/drawing/2014/main" id="{279F4492-46A6-E5A5-A1BE-0FD9E8F2D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0000" y="4419600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4419600"/>
                        <a:ext cx="1511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2">
            <a:extLst>
              <a:ext uri="{FF2B5EF4-FFF2-40B4-BE49-F238E27FC236}">
                <a16:creationId xmlns:a16="http://schemas.microsoft.com/office/drawing/2014/main" id="{F3D3E290-9BC4-13CA-CB29-1428EF0F00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953000"/>
          <a:ext cx="157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953000"/>
                        <a:ext cx="1574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6">
            <a:extLst>
              <a:ext uri="{FF2B5EF4-FFF2-40B4-BE49-F238E27FC236}">
                <a16:creationId xmlns:a16="http://schemas.microsoft.com/office/drawing/2014/main" id="{31BD68ED-E76E-FA1F-B71B-84D72C2C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3200400"/>
            <a:ext cx="480060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 sz="2400">
                <a:latin typeface="+mn-ea"/>
              </a:rPr>
              <a:t>and can use</a:t>
            </a:r>
            <a:r>
              <a:rPr lang="zh-CN" altLang="en-GB" sz="2400">
                <a:latin typeface="+mn-ea"/>
              </a:rPr>
              <a:t>一 </a:t>
            </a:r>
            <a:r>
              <a:rPr lang="en-GB" altLang="zh-CN" sz="2400">
                <a:latin typeface="+mn-ea"/>
              </a:rPr>
              <a:t>formula</a:t>
            </a:r>
            <a:r>
              <a:rPr lang="zh-CN" altLang="en-GB" sz="2400">
                <a:latin typeface="+mn-ea"/>
              </a:rPr>
              <a:t>子 </a:t>
            </a:r>
            <a:r>
              <a:rPr lang="en-GB" altLang="zh-CN" sz="2400">
                <a:latin typeface="+mn-ea"/>
              </a:rPr>
              <a:t>denotes 's function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2" name="Text Box 79">
            <a:extLst>
              <a:ext uri="{FF2B5EF4-FFF2-40B4-BE49-F238E27FC236}">
                <a16:creationId xmlns:a16="http://schemas.microsoft.com/office/drawing/2014/main" id="{7F7B9EAB-7EB4-7C16-30D7-B30AF6314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50" y="3167063"/>
            <a:ext cx="40254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is calledelementary function .</a:t>
            </a:r>
            <a:endParaRPr lang="en-US" altLang="zh-CN" sz="2400" b="1">
              <a:latin typeface="等线" panose="02010600030101010101" pitchFamily="2" charset="-122"/>
            </a:endParaRPr>
          </a:p>
        </p:txBody>
      </p:sp>
      <p:sp>
        <p:nvSpPr>
          <p:cNvPr id="23" name="Text Box 80">
            <a:extLst>
              <a:ext uri="{FF2B5EF4-FFF2-40B4-BE49-F238E27FC236}">
                <a16:creationId xmlns:a16="http://schemas.microsoft.com/office/drawing/2014/main" id="{30859C6D-45A9-91CC-AB48-D360D431B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4651375"/>
            <a:ext cx="12346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can</a:t>
            </a:r>
            <a:r>
              <a:rPr lang="zh-CN" altLang="en-US" sz="2400">
                <a:latin typeface="等线" panose="02010600030101010101" pitchFamily="2" charset="-122"/>
              </a:rPr>
              <a:t>表 </a:t>
            </a:r>
            <a:r>
              <a:rPr lang="en-US" altLang="zh-CN" sz="2400">
                <a:latin typeface="等线" panose="02010600030101010101" pitchFamily="2" charset="-122"/>
              </a:rPr>
              <a:t>is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24" name="Text Box 81">
            <a:extLst>
              <a:ext uri="{FF2B5EF4-FFF2-40B4-BE49-F238E27FC236}">
                <a16:creationId xmlns:a16="http://schemas.microsoft.com/office/drawing/2014/main" id="{DE23CABB-4D59-85F3-76C0-74E93DDDF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4622800"/>
            <a:ext cx="405591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hence is elementary function.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5" name="Rectangle 82">
            <a:extLst>
              <a:ext uri="{FF2B5EF4-FFF2-40B4-BE49-F238E27FC236}">
                <a16:creationId xmlns:a16="http://schemas.microsoft.com/office/drawing/2014/main" id="{76EF3043-71D4-099A-B003-C1C2137F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10200"/>
            <a:ext cx="730885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400">
                <a:solidFill>
                  <a:schemeClr val="tx2"/>
                </a:solidFill>
                <a:latin typeface="+mn-ea"/>
              </a:rPr>
              <a:t>又 </a:t>
            </a:r>
            <a:r>
              <a:rPr kumimoji="1" lang="en-US" altLang="zh-CN" sz="2400">
                <a:solidFill>
                  <a:schemeClr val="tx2"/>
                </a:solidFill>
                <a:latin typeface="+mn-ea"/>
              </a:rPr>
              <a:t>such as , </a:t>
            </a:r>
            <a:r>
              <a:rPr kumimoji="1" lang="zh-CN" altLang="en-US" sz="2400">
                <a:solidFill>
                  <a:schemeClr val="tx2"/>
                </a:solidFill>
                <a:latin typeface="+mn-ea"/>
              </a:rPr>
              <a:t>双曲</a:t>
            </a:r>
            <a:r>
              <a:rPr kumimoji="1" lang="en-US" altLang="zh-CN" sz="2400">
                <a:solidFill>
                  <a:schemeClr val="tx2"/>
                </a:solidFill>
                <a:latin typeface="+mn-ea"/>
              </a:rPr>
              <a:t>function and </a:t>
            </a:r>
            <a:r>
              <a:rPr kumimoji="1" lang="zh-CN" altLang="en-US" sz="2400">
                <a:solidFill>
                  <a:schemeClr val="tx2"/>
                </a:solidFill>
                <a:latin typeface="+mn-ea"/>
              </a:rPr>
              <a:t>反双曲</a:t>
            </a:r>
            <a:r>
              <a:rPr kumimoji="1" lang="en-US" altLang="zh-CN" sz="2400">
                <a:solidFill>
                  <a:schemeClr val="tx2"/>
                </a:solidFill>
                <a:latin typeface="+mn-ea"/>
              </a:rPr>
              <a:t>function also is elementary function .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26" name="Text Box 83">
            <a:extLst>
              <a:ext uri="{FF2B5EF4-FFF2-40B4-BE49-F238E27FC236}">
                <a16:creationId xmlns:a16="http://schemas.microsoft.com/office/drawing/2014/main" id="{99A5AB25-2EA4-032B-365A-AC9122EE6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913" y="5453063"/>
            <a:ext cx="3200400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solidFill>
                  <a:srgbClr val="FF0000"/>
                </a:solidFill>
                <a:latin typeface="+mn-ea"/>
              </a:rPr>
              <a:t>( from</a:t>
            </a:r>
            <a:r>
              <a:rPr lang="zh-CN" altLang="en-US" sz="2400">
                <a:solidFill>
                  <a:srgbClr val="FF0000"/>
                </a:solidFill>
                <a:latin typeface="+mn-ea"/>
              </a:rPr>
              <a:t>学</a:t>
            </a:r>
            <a:r>
              <a:rPr lang="en-US" altLang="zh-CN" sz="2400">
                <a:solidFill>
                  <a:srgbClr val="FF0000"/>
                </a:solidFill>
                <a:latin typeface="+mn-ea"/>
              </a:rPr>
              <a:t>, P13 – P15 )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8" grpId="0" autoUpdateAnimBg="0"/>
      <p:bldP spid="9" grpId="0" autoUpdateAnimBg="0"/>
      <p:bldP spid="10" grpId="0" autoUpdateAnimBg="0"/>
      <p:bldP spid="11" grpId="0" build="p" autoUpdateAnimBg="0"/>
      <p:bldP spid="12" grpId="0" autoUpdateAnimBg="0"/>
      <p:bldP spid="13" grpId="0" autoUpdateAnimBg="0"/>
      <p:bldP spid="14" grpId="0" autoUpdateAnimBg="0"/>
      <p:bldP spid="19" grpId="0" autoUpdateAnimBg="0"/>
      <p:bldP spid="22" grpId="0" build="p" autoUpdateAnimBg="0"/>
      <p:bldP spid="23" grpId="0" build="p" autoUpdateAnimBg="0"/>
      <p:bldP spid="24" grpId="0" build="p" autoUpdateAnimBg="0"/>
      <p:bldP spid="25" grpId="0" build="p" autoUpdateAnimBg="0"/>
      <p:bldP spid="2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>
            <a:extLst>
              <a:ext uri="{FF2B5EF4-FFF2-40B4-BE49-F238E27FC236}">
                <a16:creationId xmlns:a16="http://schemas.microsoft.com/office/drawing/2014/main" id="{52DDBADF-FE14-8FF4-71F1-E15CE1625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27000"/>
            <a:ext cx="3271838" cy="663575"/>
          </a:xfrm>
        </p:spPr>
        <p:txBody>
          <a:bodyPr/>
          <a:lstStyle/>
          <a:p>
            <a:r>
              <a:rPr lang="zh-CN" altLang="en-US" sz="3200">
                <a:ea typeface="楷体_GB2312" pitchFamily="49" charset="-122"/>
              </a:rPr>
              <a:t>非</a:t>
            </a:r>
            <a:r>
              <a:rPr lang="en-US" altLang="zh-CN" sz="3200">
                <a:ea typeface="楷体_GB2312" pitchFamily="49" charset="-122"/>
              </a:rPr>
              <a:t>elementary function</a:t>
            </a:r>
            <a:r>
              <a:rPr lang="zh-CN" altLang="en-US" sz="3200">
                <a:ea typeface="楷体_GB2312" pitchFamily="49" charset="-122"/>
              </a:rPr>
              <a:t>举</a:t>
            </a:r>
            <a:r>
              <a:rPr lang="en-US" altLang="zh-CN" sz="3200">
                <a:ea typeface="楷体_GB2312" pitchFamily="49" charset="-122"/>
              </a:rPr>
              <a:t>Example:</a:t>
            </a:r>
            <a:endParaRPr kumimoji="1" lang="zh-CN" altLang="en-US" sz="3200"/>
          </a:p>
        </p:txBody>
      </p:sp>
      <p:sp>
        <p:nvSpPr>
          <p:cNvPr id="41986" name="内容占位符 2">
            <a:extLst>
              <a:ext uri="{FF2B5EF4-FFF2-40B4-BE49-F238E27FC236}">
                <a16:creationId xmlns:a16="http://schemas.microsoft.com/office/drawing/2014/main" id="{99480DB1-AD52-4834-00FB-C42582940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2600" y="2998788"/>
            <a:ext cx="1663700" cy="3937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tx2"/>
                </a:solidFill>
              </a:rPr>
              <a:t>take</a:t>
            </a:r>
            <a:r>
              <a:rPr lang="zh-CN" altLang="en-US" sz="2400">
                <a:solidFill>
                  <a:schemeClr val="tx2"/>
                </a:solidFill>
              </a:rPr>
              <a:t>整</a:t>
            </a:r>
            <a:r>
              <a:rPr lang="en-US" altLang="zh-CN" sz="2400">
                <a:solidFill>
                  <a:schemeClr val="tx2"/>
                </a:solidFill>
              </a:rPr>
              <a:t>function</a:t>
            </a:r>
            <a:endParaRPr kumimoji="1" lang="zh-CN" alt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3FE7BF7-4C3A-D504-0B1D-616F40024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006475"/>
            <a:ext cx="15001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等线" panose="02010600030101010101" pitchFamily="2" charset="-122"/>
              </a:rPr>
              <a:t>signfunction</a:t>
            </a:r>
            <a:endParaRPr lang="zh-CN" altLang="en-US" sz="2400">
              <a:solidFill>
                <a:schemeClr val="tx2"/>
              </a:solidFill>
              <a:latin typeface="等线" panose="02010600030101010101" pitchFamily="2" charset="-122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CD95046-23F7-B2D1-1B32-541C255F0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044700"/>
          <a:ext cx="1663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44700"/>
                        <a:ext cx="1663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F7677C68-EBEF-07A8-729F-736240B21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47775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 </a:t>
            </a:r>
            <a:r>
              <a:rPr lang="en-US" altLang="zh-CN" sz="3200" i="1">
                <a:latin typeface="等线" panose="02010600030101010101" pitchFamily="2" charset="-122"/>
              </a:rPr>
              <a:t>x</a:t>
            </a:r>
            <a:r>
              <a:rPr lang="en-US" altLang="zh-CN" sz="3200">
                <a:latin typeface="等线" panose="02010600030101010101" pitchFamily="2" charset="-122"/>
              </a:rPr>
              <a:t> &gt; 0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3510EB5-4F94-BAAB-9611-A6BDDA021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0325" y="1425575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325" y="1425575"/>
                        <a:ext cx="317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:a16="http://schemas.microsoft.com/office/drawing/2014/main" id="{25EC97DA-6D09-4C2B-0508-C38F29CAF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831975"/>
            <a:ext cx="1676400" cy="5794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dirty="0">
                <a:latin typeface="+mn-ea"/>
              </a:rPr>
              <a:t>当 </a:t>
            </a:r>
            <a:r>
              <a:rPr lang="en-US" altLang="zh-CN" sz="3200" i="1" dirty="0">
                <a:latin typeface="+mn-ea"/>
              </a:rPr>
              <a:t>x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3200" dirty="0">
                <a:latin typeface="等线" panose="02010600030101010101" pitchFamily="2" charset="-122"/>
              </a:rPr>
              <a:t>= 0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B5B9635-4C23-FD4A-A1E8-FD1146EA52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3013" y="1997075"/>
          <a:ext cx="36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1997075"/>
                        <a:ext cx="368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>
            <a:extLst>
              <a:ext uri="{FF2B5EF4-FFF2-40B4-BE49-F238E27FC236}">
                <a16:creationId xmlns:a16="http://schemas.microsoft.com/office/drawing/2014/main" id="{987167E4-8F28-1040-175E-29AC46BE0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314575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 </a:t>
            </a:r>
            <a:r>
              <a:rPr lang="en-US" altLang="zh-CN" sz="3200" i="1">
                <a:latin typeface="等线" panose="02010600030101010101" pitchFamily="2" charset="-122"/>
              </a:rPr>
              <a:t>x</a:t>
            </a:r>
            <a:r>
              <a:rPr lang="en-US" altLang="zh-CN" sz="3200">
                <a:latin typeface="等线" panose="02010600030101010101" pitchFamily="2" charset="-122"/>
              </a:rPr>
              <a:t> &lt; 0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1FE0B77-1091-8716-9E3D-FBA5BB8553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5850" y="2471738"/>
          <a:ext cx="58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2471738"/>
                        <a:ext cx="58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7">
            <a:extLst>
              <a:ext uri="{FF2B5EF4-FFF2-40B4-BE49-F238E27FC236}">
                <a16:creationId xmlns:a16="http://schemas.microsoft.com/office/drawing/2014/main" id="{E10AF04D-601D-4C51-166D-5C905D598DB0}"/>
              </a:ext>
            </a:extLst>
          </p:cNvPr>
          <p:cNvGrpSpPr>
            <a:grpSpLocks/>
          </p:cNvGrpSpPr>
          <p:nvPr/>
        </p:nvGrpSpPr>
        <p:grpSpPr bwMode="auto">
          <a:xfrm>
            <a:off x="6132513" y="1271588"/>
            <a:ext cx="2224087" cy="1547812"/>
            <a:chOff x="3648" y="1276"/>
            <a:chExt cx="1753" cy="1220"/>
          </a:xfrm>
        </p:grpSpPr>
        <p:sp>
          <p:nvSpPr>
            <p:cNvPr id="42055" name="Line 12">
              <a:extLst>
                <a:ext uri="{FF2B5EF4-FFF2-40B4-BE49-F238E27FC236}">
                  <a16:creationId xmlns:a16="http://schemas.microsoft.com/office/drawing/2014/main" id="{2DC01AFF-E3EB-BE92-C719-52E9075B1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6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6" name="Line 13">
              <a:extLst>
                <a:ext uri="{FF2B5EF4-FFF2-40B4-BE49-F238E27FC236}">
                  <a16:creationId xmlns:a16="http://schemas.microsoft.com/office/drawing/2014/main" id="{795DD94B-F43A-0D12-463C-C355936A55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13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57" name="Object 22">
              <a:extLst>
                <a:ext uri="{FF2B5EF4-FFF2-40B4-BE49-F238E27FC236}">
                  <a16:creationId xmlns:a16="http://schemas.microsoft.com/office/drawing/2014/main" id="{2385D5D9-8607-B57C-A54E-1B4371991F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1968"/>
            <a:ext cx="21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0" imgH="0" progId="Equation.3">
                    <p:embed/>
                  </p:oleObj>
                </mc:Choice>
                <mc:Fallback>
                  <p:oleObj name="公式" r:id="rId10" imgW="0" imgH="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968"/>
                          <a:ext cx="21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58" name="Object 23">
              <a:extLst>
                <a:ext uri="{FF2B5EF4-FFF2-40B4-BE49-F238E27FC236}">
                  <a16:creationId xmlns:a16="http://schemas.microsoft.com/office/drawing/2014/main" id="{0E28F22D-30A2-B652-61E5-225BECE492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2" y="1276"/>
            <a:ext cx="24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0" imgH="0" progId="Equation.3">
                    <p:embed/>
                  </p:oleObj>
                </mc:Choice>
                <mc:Fallback>
                  <p:oleObj name="公式" r:id="rId12" imgW="0" imgH="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2" y="1276"/>
                          <a:ext cx="24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59" name="Object 24">
              <a:extLst>
                <a:ext uri="{FF2B5EF4-FFF2-40B4-BE49-F238E27FC236}">
                  <a16:creationId xmlns:a16="http://schemas.microsoft.com/office/drawing/2014/main" id="{1C731EA8-08B2-1A5D-F5F0-28C5864298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1920"/>
            <a:ext cx="21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0" imgH="0" progId="Equation.3">
                    <p:embed/>
                  </p:oleObj>
                </mc:Choice>
                <mc:Fallback>
                  <p:oleObj name="公式" r:id="rId14" imgW="0" imgH="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1920"/>
                          <a:ext cx="21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Oval 17">
            <a:extLst>
              <a:ext uri="{FF2B5EF4-FFF2-40B4-BE49-F238E27FC236}">
                <a16:creationId xmlns:a16="http://schemas.microsoft.com/office/drawing/2014/main" id="{DD0C78E4-3EED-CF5F-18CF-55205FB92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116138"/>
            <a:ext cx="52388" cy="52387"/>
          </a:xfrm>
          <a:prstGeom prst="ellipse">
            <a:avLst/>
          </a:prstGeom>
          <a:solidFill>
            <a:srgbClr val="66FF66"/>
          </a:solidFill>
          <a:ln w="9525">
            <a:solidFill>
              <a:srgbClr val="66FF66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pSp>
        <p:nvGrpSpPr>
          <p:cNvPr id="20" name="Group 28">
            <a:extLst>
              <a:ext uri="{FF2B5EF4-FFF2-40B4-BE49-F238E27FC236}">
                <a16:creationId xmlns:a16="http://schemas.microsoft.com/office/drawing/2014/main" id="{C0F4CFEF-B9F1-5624-BFAA-9ACA37AB5F49}"/>
              </a:ext>
            </a:extLst>
          </p:cNvPr>
          <p:cNvGrpSpPr>
            <a:grpSpLocks/>
          </p:cNvGrpSpPr>
          <p:nvPr/>
        </p:nvGrpSpPr>
        <p:grpSpPr bwMode="auto">
          <a:xfrm>
            <a:off x="6950075" y="1539875"/>
            <a:ext cx="1009650" cy="304800"/>
            <a:chOff x="4292" y="1488"/>
            <a:chExt cx="796" cy="240"/>
          </a:xfrm>
        </p:grpSpPr>
        <p:grpSp>
          <p:nvGrpSpPr>
            <p:cNvPr id="42051" name="Group 20">
              <a:extLst>
                <a:ext uri="{FF2B5EF4-FFF2-40B4-BE49-F238E27FC236}">
                  <a16:creationId xmlns:a16="http://schemas.microsoft.com/office/drawing/2014/main" id="{DF875A4A-0ED0-8C60-EDCA-6846B8021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5" y="1614"/>
              <a:ext cx="643" cy="41"/>
              <a:chOff x="4445" y="1614"/>
              <a:chExt cx="643" cy="41"/>
            </a:xfrm>
          </p:grpSpPr>
          <p:sp>
            <p:nvSpPr>
              <p:cNvPr id="42053" name="Line 14">
                <a:extLst>
                  <a:ext uri="{FF2B5EF4-FFF2-40B4-BE49-F238E27FC236}">
                    <a16:creationId xmlns:a16="http://schemas.microsoft.com/office/drawing/2014/main" id="{727B6650-FEFB-C813-A1B5-44AB928C3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632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66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4" name="Oval 15">
                <a:extLst>
                  <a:ext uri="{FF2B5EF4-FFF2-40B4-BE49-F238E27FC236}">
                    <a16:creationId xmlns:a16="http://schemas.microsoft.com/office/drawing/2014/main" id="{6141594D-7322-5CF8-D4A9-4FBE874C2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1614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52" name="Object 25">
              <a:extLst>
                <a:ext uri="{FF2B5EF4-FFF2-40B4-BE49-F238E27FC236}">
                  <a16:creationId xmlns:a16="http://schemas.microsoft.com/office/drawing/2014/main" id="{25D9B559-3982-B813-CC1A-1A0C622B60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2" y="1488"/>
            <a:ext cx="1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0" imgH="0" progId="Equation.3">
                    <p:embed/>
                  </p:oleObj>
                </mc:Choice>
                <mc:Fallback>
                  <p:oleObj name="公式" r:id="rId16" imgW="0" imgH="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1488"/>
                          <a:ext cx="12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9">
            <a:extLst>
              <a:ext uri="{FF2B5EF4-FFF2-40B4-BE49-F238E27FC236}">
                <a16:creationId xmlns:a16="http://schemas.microsoft.com/office/drawing/2014/main" id="{B806A3F3-F779-685E-F275-090B3F801DE5}"/>
              </a:ext>
            </a:extLst>
          </p:cNvPr>
          <p:cNvGrpSpPr>
            <a:grpSpLocks/>
          </p:cNvGrpSpPr>
          <p:nvPr/>
        </p:nvGrpSpPr>
        <p:grpSpPr bwMode="auto">
          <a:xfrm>
            <a:off x="6375400" y="2430463"/>
            <a:ext cx="1182688" cy="266700"/>
            <a:chOff x="3840" y="2189"/>
            <a:chExt cx="932" cy="211"/>
          </a:xfrm>
        </p:grpSpPr>
        <p:grpSp>
          <p:nvGrpSpPr>
            <p:cNvPr id="42047" name="Group 21">
              <a:extLst>
                <a:ext uri="{FF2B5EF4-FFF2-40B4-BE49-F238E27FC236}">
                  <a16:creationId xmlns:a16="http://schemas.microsoft.com/office/drawing/2014/main" id="{ABC07880-1FB5-F42D-C230-5EF9E803F6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285"/>
              <a:ext cx="646" cy="41"/>
              <a:chOff x="3840" y="2285"/>
              <a:chExt cx="646" cy="41"/>
            </a:xfrm>
          </p:grpSpPr>
          <p:sp>
            <p:nvSpPr>
              <p:cNvPr id="42049" name="Line 19">
                <a:extLst>
                  <a:ext uri="{FF2B5EF4-FFF2-40B4-BE49-F238E27FC236}">
                    <a16:creationId xmlns:a16="http://schemas.microsoft.com/office/drawing/2014/main" id="{157F5B5E-2EC4-9BC8-BB04-EAB04FE80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304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66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50" name="Oval 18">
                <a:extLst>
                  <a:ext uri="{FF2B5EF4-FFF2-40B4-BE49-F238E27FC236}">
                    <a16:creationId xmlns:a16="http://schemas.microsoft.com/office/drawing/2014/main" id="{0D833A91-430E-22A9-187F-3AFDBD041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2285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48" name="Object 26">
              <a:extLst>
                <a:ext uri="{FF2B5EF4-FFF2-40B4-BE49-F238E27FC236}">
                  <a16:creationId xmlns:a16="http://schemas.microsoft.com/office/drawing/2014/main" id="{FA9B38A2-906F-7C9A-DE5F-F8F294BA8F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2189"/>
            <a:ext cx="26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0" imgH="0" progId="Equation.3">
                    <p:embed/>
                  </p:oleObj>
                </mc:Choice>
                <mc:Fallback>
                  <p:oleObj name="公式" r:id="rId18" imgW="0" imgH="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189"/>
                          <a:ext cx="26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1">
            <a:extLst>
              <a:ext uri="{FF2B5EF4-FFF2-40B4-BE49-F238E27FC236}">
                <a16:creationId xmlns:a16="http://schemas.microsoft.com/office/drawing/2014/main" id="{85977CA5-7973-EFCC-7462-16DB9B161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3581400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581400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">
            <a:extLst>
              <a:ext uri="{FF2B5EF4-FFF2-40B4-BE49-F238E27FC236}">
                <a16:creationId xmlns:a16="http://schemas.microsoft.com/office/drawing/2014/main" id="{56F8E3AE-AFFB-FD20-2AF7-532932A9E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8" y="3543300"/>
            <a:ext cx="1143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</a:t>
            </a:r>
          </a:p>
        </p:txBody>
      </p:sp>
      <p:graphicFrame>
        <p:nvGraphicFramePr>
          <p:cNvPr id="33" name="Object 33">
            <a:extLst>
              <a:ext uri="{FF2B5EF4-FFF2-40B4-BE49-F238E27FC236}">
                <a16:creationId xmlns:a16="http://schemas.microsoft.com/office/drawing/2014/main" id="{5FBF2D9C-D4C8-A187-ED14-EF318D0C6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3614738"/>
          <a:ext cx="283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614738"/>
                        <a:ext cx="283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4">
            <a:extLst>
              <a:ext uri="{FF2B5EF4-FFF2-40B4-BE49-F238E27FC236}">
                <a16:creationId xmlns:a16="http://schemas.microsoft.com/office/drawing/2014/main" id="{5C7BCA9D-8903-23D9-FD2D-F36F48E09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9838" y="3657600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3657600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87">
            <a:extLst>
              <a:ext uri="{FF2B5EF4-FFF2-40B4-BE49-F238E27FC236}">
                <a16:creationId xmlns:a16="http://schemas.microsoft.com/office/drawing/2014/main" id="{04F50B62-D76A-6752-2F6D-F0D2E84B14D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213225"/>
            <a:ext cx="3141663" cy="1847850"/>
            <a:chOff x="1584" y="2597"/>
            <a:chExt cx="2473" cy="1455"/>
          </a:xfrm>
        </p:grpSpPr>
        <p:grpSp>
          <p:nvGrpSpPr>
            <p:cNvPr id="42041" name="Group 86">
              <a:extLst>
                <a:ext uri="{FF2B5EF4-FFF2-40B4-BE49-F238E27FC236}">
                  <a16:creationId xmlns:a16="http://schemas.microsoft.com/office/drawing/2014/main" id="{82B60F9A-4B6F-3522-9900-5AB4DAB0B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597"/>
              <a:ext cx="2473" cy="1455"/>
              <a:chOff x="1584" y="2597"/>
              <a:chExt cx="2473" cy="1455"/>
            </a:xfrm>
          </p:grpSpPr>
          <p:sp>
            <p:nvSpPr>
              <p:cNvPr id="42043" name="Line 36">
                <a:extLst>
                  <a:ext uri="{FF2B5EF4-FFF2-40B4-BE49-F238E27FC236}">
                    <a16:creationId xmlns:a16="http://schemas.microsoft.com/office/drawing/2014/main" id="{F6AB8182-68E4-BCEC-8F0C-8ABC5A02F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3527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4" name="Line 37">
                <a:extLst>
                  <a:ext uri="{FF2B5EF4-FFF2-40B4-BE49-F238E27FC236}">
                    <a16:creationId xmlns:a16="http://schemas.microsoft.com/office/drawing/2014/main" id="{47CD5AB8-9A9A-76B7-11C3-4454C686B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640"/>
                <a:ext cx="0" cy="14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2045" name="Object 38">
                <a:extLst>
                  <a:ext uri="{FF2B5EF4-FFF2-40B4-BE49-F238E27FC236}">
                    <a16:creationId xmlns:a16="http://schemas.microsoft.com/office/drawing/2014/main" id="{08BFCBC6-572E-13F7-0102-C9E2DD9E6E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40" y="3552"/>
              <a:ext cx="217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0" imgH="0" progId="Equation.3">
                      <p:embed/>
                    </p:oleObj>
                  </mc:Choice>
                  <mc:Fallback>
                    <p:oleObj name="公式" r:id="rId10" imgW="0" imgH="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3552"/>
                            <a:ext cx="217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6" name="Object 39">
                <a:extLst>
                  <a:ext uri="{FF2B5EF4-FFF2-40B4-BE49-F238E27FC236}">
                    <a16:creationId xmlns:a16="http://schemas.microsoft.com/office/drawing/2014/main" id="{8DE3BC58-EE2A-7B82-A973-49A68EADD9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48" y="2597"/>
              <a:ext cx="242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0" imgH="0" progId="Equation.3">
                      <p:embed/>
                    </p:oleObj>
                  </mc:Choice>
                  <mc:Fallback>
                    <p:oleObj name="公式" r:id="rId12" imgW="0" imgH="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8" y="2597"/>
                            <a:ext cx="242" cy="2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2042" name="Object 40">
              <a:extLst>
                <a:ext uri="{FF2B5EF4-FFF2-40B4-BE49-F238E27FC236}">
                  <a16:creationId xmlns:a16="http://schemas.microsoft.com/office/drawing/2014/main" id="{C56C65DD-D569-311B-77EC-DED5036E14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1" y="3503"/>
            <a:ext cx="21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0" imgH="0" progId="Equation.3">
                    <p:embed/>
                  </p:oleObj>
                </mc:Choice>
                <mc:Fallback>
                  <p:oleObj name="公式" r:id="rId14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1" y="3503"/>
                          <a:ext cx="21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88">
            <a:extLst>
              <a:ext uri="{FF2B5EF4-FFF2-40B4-BE49-F238E27FC236}">
                <a16:creationId xmlns:a16="http://schemas.microsoft.com/office/drawing/2014/main" id="{94D4AC9E-33DD-7B70-85A8-1CC1B73D4C5C}"/>
              </a:ext>
            </a:extLst>
          </p:cNvPr>
          <p:cNvGrpSpPr>
            <a:grpSpLocks/>
          </p:cNvGrpSpPr>
          <p:nvPr/>
        </p:nvGrpSpPr>
        <p:grpSpPr bwMode="auto">
          <a:xfrm>
            <a:off x="3627438" y="5373688"/>
            <a:ext cx="419100" cy="319087"/>
            <a:chOff x="2400" y="3511"/>
            <a:chExt cx="330" cy="252"/>
          </a:xfrm>
        </p:grpSpPr>
        <p:grpSp>
          <p:nvGrpSpPr>
            <p:cNvPr id="42037" name="Group 60">
              <a:extLst>
                <a:ext uri="{FF2B5EF4-FFF2-40B4-BE49-F238E27FC236}">
                  <a16:creationId xmlns:a16="http://schemas.microsoft.com/office/drawing/2014/main" id="{92896A7C-6E35-55CB-906B-3C4C11851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511"/>
              <a:ext cx="281" cy="41"/>
              <a:chOff x="2400" y="3511"/>
              <a:chExt cx="281" cy="41"/>
            </a:xfrm>
          </p:grpSpPr>
          <p:sp>
            <p:nvSpPr>
              <p:cNvPr id="42039" name="Line 43">
                <a:extLst>
                  <a:ext uri="{FF2B5EF4-FFF2-40B4-BE49-F238E27FC236}">
                    <a16:creationId xmlns:a16="http://schemas.microsoft.com/office/drawing/2014/main" id="{383C54C7-8A6C-D029-9444-9DE403BAB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0" name="Oval 44">
                <a:extLst>
                  <a:ext uri="{FF2B5EF4-FFF2-40B4-BE49-F238E27FC236}">
                    <a16:creationId xmlns:a16="http://schemas.microsoft.com/office/drawing/2014/main" id="{3CBCD311-3A49-6F68-C405-F6279AF94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38" name="Object 76">
              <a:extLst>
                <a:ext uri="{FF2B5EF4-FFF2-40B4-BE49-F238E27FC236}">
                  <a16:creationId xmlns:a16="http://schemas.microsoft.com/office/drawing/2014/main" id="{9176E5BF-B7F5-D686-3C12-53C6424B8C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8" y="3552"/>
            <a:ext cx="112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0" imgH="0" progId="Equation.3">
                    <p:embed/>
                  </p:oleObj>
                </mc:Choice>
                <mc:Fallback>
                  <p:oleObj name="公式" r:id="rId16" imgW="0" imgH="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8" y="3552"/>
                          <a:ext cx="112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90">
            <a:extLst>
              <a:ext uri="{FF2B5EF4-FFF2-40B4-BE49-F238E27FC236}">
                <a16:creationId xmlns:a16="http://schemas.microsoft.com/office/drawing/2014/main" id="{3EF8A943-2552-5433-4EA6-A021AC064BE8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4633913"/>
            <a:ext cx="457200" cy="1069975"/>
            <a:chOff x="2953" y="2928"/>
            <a:chExt cx="360" cy="843"/>
          </a:xfrm>
        </p:grpSpPr>
        <p:sp>
          <p:nvSpPr>
            <p:cNvPr id="42032" name="Line 82">
              <a:extLst>
                <a:ext uri="{FF2B5EF4-FFF2-40B4-BE49-F238E27FC236}">
                  <a16:creationId xmlns:a16="http://schemas.microsoft.com/office/drawing/2014/main" id="{52CD8059-2E3A-B978-EAB6-1A73DF834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3" y="2951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033" name="Group 64">
              <a:extLst>
                <a:ext uri="{FF2B5EF4-FFF2-40B4-BE49-F238E27FC236}">
                  <a16:creationId xmlns:a16="http://schemas.microsoft.com/office/drawing/2014/main" id="{03B31A26-F1A3-5EBC-E87D-3FE525CE9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928"/>
              <a:ext cx="281" cy="41"/>
              <a:chOff x="2400" y="3511"/>
              <a:chExt cx="281" cy="41"/>
            </a:xfrm>
          </p:grpSpPr>
          <p:sp>
            <p:nvSpPr>
              <p:cNvPr id="42035" name="Line 65">
                <a:extLst>
                  <a:ext uri="{FF2B5EF4-FFF2-40B4-BE49-F238E27FC236}">
                    <a16:creationId xmlns:a16="http://schemas.microsoft.com/office/drawing/2014/main" id="{F5ADA7D2-B09D-F0F0-3CEE-63AFC80C1B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6" name="Oval 66">
                <a:extLst>
                  <a:ext uri="{FF2B5EF4-FFF2-40B4-BE49-F238E27FC236}">
                    <a16:creationId xmlns:a16="http://schemas.microsoft.com/office/drawing/2014/main" id="{1A65DE75-EDF2-0BD2-C27F-0543EF9F2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34" name="Object 78">
              <a:extLst>
                <a:ext uri="{FF2B5EF4-FFF2-40B4-BE49-F238E27FC236}">
                  <a16:creationId xmlns:a16="http://schemas.microsoft.com/office/drawing/2014/main" id="{5ACE4CBE-FD39-A696-0A49-2A027CB29D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3544"/>
            <a:ext cx="14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0" imgH="0" progId="Equation.3">
                    <p:embed/>
                  </p:oleObj>
                </mc:Choice>
                <mc:Fallback>
                  <p:oleObj name="公式" r:id="rId26" imgW="0" imgH="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544"/>
                          <a:ext cx="14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91">
            <a:extLst>
              <a:ext uri="{FF2B5EF4-FFF2-40B4-BE49-F238E27FC236}">
                <a16:creationId xmlns:a16="http://schemas.microsoft.com/office/drawing/2014/main" id="{37D30E50-AA4F-AEC1-B0D3-16CE2254E5FB}"/>
              </a:ext>
            </a:extLst>
          </p:cNvPr>
          <p:cNvGrpSpPr>
            <a:grpSpLocks/>
          </p:cNvGrpSpPr>
          <p:nvPr/>
        </p:nvGrpSpPr>
        <p:grpSpPr bwMode="auto">
          <a:xfrm>
            <a:off x="4695825" y="4267200"/>
            <a:ext cx="477838" cy="1425575"/>
            <a:chOff x="3241" y="2640"/>
            <a:chExt cx="376" cy="1123"/>
          </a:xfrm>
        </p:grpSpPr>
        <p:grpSp>
          <p:nvGrpSpPr>
            <p:cNvPr id="42026" name="Group 67">
              <a:extLst>
                <a:ext uri="{FF2B5EF4-FFF2-40B4-BE49-F238E27FC236}">
                  <a16:creationId xmlns:a16="http://schemas.microsoft.com/office/drawing/2014/main" id="{F273D006-0644-5483-5E75-13D29818DB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1" y="2640"/>
              <a:ext cx="281" cy="41"/>
              <a:chOff x="2400" y="3511"/>
              <a:chExt cx="281" cy="41"/>
            </a:xfrm>
          </p:grpSpPr>
          <p:sp>
            <p:nvSpPr>
              <p:cNvPr id="42030" name="Line 68">
                <a:extLst>
                  <a:ext uri="{FF2B5EF4-FFF2-40B4-BE49-F238E27FC236}">
                    <a16:creationId xmlns:a16="http://schemas.microsoft.com/office/drawing/2014/main" id="{03143FB0-27AA-751F-EE87-DDBAB4528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1" name="Oval 69">
                <a:extLst>
                  <a:ext uri="{FF2B5EF4-FFF2-40B4-BE49-F238E27FC236}">
                    <a16:creationId xmlns:a16="http://schemas.microsoft.com/office/drawing/2014/main" id="{FA879399-8637-B946-84A4-F645D6FA6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27" name="Object 79">
              <a:extLst>
                <a:ext uri="{FF2B5EF4-FFF2-40B4-BE49-F238E27FC236}">
                  <a16:creationId xmlns:a16="http://schemas.microsoft.com/office/drawing/2014/main" id="{E87F3DF8-B12F-C286-FECA-AAB12A68E9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3552"/>
            <a:ext cx="16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0" imgH="0" progId="Equation.3">
                    <p:embed/>
                  </p:oleObj>
                </mc:Choice>
                <mc:Fallback>
                  <p:oleObj name="公式" r:id="rId28" imgW="0" imgH="0" progId="Equation.3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552"/>
                          <a:ext cx="16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8" name="Line 80">
              <a:extLst>
                <a:ext uri="{FF2B5EF4-FFF2-40B4-BE49-F238E27FC236}">
                  <a16:creationId xmlns:a16="http://schemas.microsoft.com/office/drawing/2014/main" id="{D06181F8-CC2C-2C9A-73A3-C738914AE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268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9" name="Line 81">
              <a:extLst>
                <a:ext uri="{FF2B5EF4-FFF2-40B4-BE49-F238E27FC236}">
                  <a16:creationId xmlns:a16="http://schemas.microsoft.com/office/drawing/2014/main" id="{2A717FE3-5406-6E9E-C4B8-94BC91B5C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2675"/>
              <a:ext cx="0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" name="Group 89">
            <a:extLst>
              <a:ext uri="{FF2B5EF4-FFF2-40B4-BE49-F238E27FC236}">
                <a16:creationId xmlns:a16="http://schemas.microsoft.com/office/drawing/2014/main" id="{4E59B591-845A-E7EC-F9D4-769B52D98E3B}"/>
              </a:ext>
            </a:extLst>
          </p:cNvPr>
          <p:cNvGrpSpPr>
            <a:grpSpLocks/>
          </p:cNvGrpSpPr>
          <p:nvPr/>
        </p:nvGrpSpPr>
        <p:grpSpPr bwMode="auto">
          <a:xfrm>
            <a:off x="3960813" y="4999038"/>
            <a:ext cx="511175" cy="693737"/>
            <a:chOff x="2663" y="3216"/>
            <a:chExt cx="402" cy="547"/>
          </a:xfrm>
        </p:grpSpPr>
        <p:grpSp>
          <p:nvGrpSpPr>
            <p:cNvPr id="42021" name="Group 61">
              <a:extLst>
                <a:ext uri="{FF2B5EF4-FFF2-40B4-BE49-F238E27FC236}">
                  <a16:creationId xmlns:a16="http://schemas.microsoft.com/office/drawing/2014/main" id="{EF80E539-48F0-2C75-BBDF-5CD2EC7D1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3216"/>
              <a:ext cx="281" cy="41"/>
              <a:chOff x="2400" y="3511"/>
              <a:chExt cx="281" cy="41"/>
            </a:xfrm>
          </p:grpSpPr>
          <p:sp>
            <p:nvSpPr>
              <p:cNvPr id="42024" name="Line 62">
                <a:extLst>
                  <a:ext uri="{FF2B5EF4-FFF2-40B4-BE49-F238E27FC236}">
                    <a16:creationId xmlns:a16="http://schemas.microsoft.com/office/drawing/2014/main" id="{ECBB88F3-E69C-4998-C6AD-AA156BB43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53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25" name="Oval 63">
                <a:extLst>
                  <a:ext uri="{FF2B5EF4-FFF2-40B4-BE49-F238E27FC236}">
                    <a16:creationId xmlns:a16="http://schemas.microsoft.com/office/drawing/2014/main" id="{E859A1CF-599C-CB75-F169-701005929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511"/>
                <a:ext cx="41" cy="4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aphicFrame>
          <p:nvGraphicFramePr>
            <p:cNvPr id="42022" name="Object 77">
              <a:extLst>
                <a:ext uri="{FF2B5EF4-FFF2-40B4-BE49-F238E27FC236}">
                  <a16:creationId xmlns:a16="http://schemas.microsoft.com/office/drawing/2014/main" id="{8E1AF656-D4CB-BEBB-E1AC-7FD5C21CF2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4" y="3552"/>
            <a:ext cx="16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0" imgH="0" progId="Equation.3">
                    <p:embed/>
                  </p:oleObj>
                </mc:Choice>
                <mc:Fallback>
                  <p:oleObj name="公式" r:id="rId30" imgW="0" imgH="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4" y="3552"/>
                          <a:ext cx="16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3" name="Line 83">
              <a:extLst>
                <a:ext uri="{FF2B5EF4-FFF2-40B4-BE49-F238E27FC236}">
                  <a16:creationId xmlns:a16="http://schemas.microsoft.com/office/drawing/2014/main" id="{4807FBBE-D195-B583-8D8D-AA7905FF1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32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" name="Group 94">
            <a:extLst>
              <a:ext uri="{FF2B5EF4-FFF2-40B4-BE49-F238E27FC236}">
                <a16:creationId xmlns:a16="http://schemas.microsoft.com/office/drawing/2014/main" id="{4B9B521D-019B-9728-82D9-9AAA3415E926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5394325"/>
            <a:ext cx="930275" cy="701675"/>
            <a:chOff x="1684" y="3527"/>
            <a:chExt cx="732" cy="553"/>
          </a:xfrm>
        </p:grpSpPr>
        <p:grpSp>
          <p:nvGrpSpPr>
            <p:cNvPr id="42010" name="Group 92">
              <a:extLst>
                <a:ext uri="{FF2B5EF4-FFF2-40B4-BE49-F238E27FC236}">
                  <a16:creationId xmlns:a16="http://schemas.microsoft.com/office/drawing/2014/main" id="{1B0E20FC-6106-D167-1FA4-466AABC091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6" y="3533"/>
              <a:ext cx="420" cy="307"/>
              <a:chOff x="1996" y="3533"/>
              <a:chExt cx="420" cy="307"/>
            </a:xfrm>
          </p:grpSpPr>
          <p:graphicFrame>
            <p:nvGraphicFramePr>
              <p:cNvPr id="42017" name="Object 45">
                <a:extLst>
                  <a:ext uri="{FF2B5EF4-FFF2-40B4-BE49-F238E27FC236}">
                    <a16:creationId xmlns:a16="http://schemas.microsoft.com/office/drawing/2014/main" id="{DAF2D8BB-EB5B-CA43-F504-84B86F3228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96" y="3533"/>
              <a:ext cx="260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0" imgH="0" progId="Equation.3">
                      <p:embed/>
                    </p:oleObj>
                  </mc:Choice>
                  <mc:Fallback>
                    <p:oleObj name="公式" r:id="rId18" imgW="0" imgH="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6" y="3533"/>
                            <a:ext cx="260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2018" name="Group 70">
                <a:extLst>
                  <a:ext uri="{FF2B5EF4-FFF2-40B4-BE49-F238E27FC236}">
                    <a16:creationId xmlns:a16="http://schemas.microsoft.com/office/drawing/2014/main" id="{397871A6-DB89-8A08-64F9-D8F915527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5" y="3799"/>
                <a:ext cx="281" cy="41"/>
                <a:chOff x="2400" y="3511"/>
                <a:chExt cx="281" cy="41"/>
              </a:xfrm>
            </p:grpSpPr>
            <p:sp>
              <p:nvSpPr>
                <p:cNvPr id="42019" name="Line 71">
                  <a:extLst>
                    <a:ext uri="{FF2B5EF4-FFF2-40B4-BE49-F238E27FC236}">
                      <a16:creationId xmlns:a16="http://schemas.microsoft.com/office/drawing/2014/main" id="{3431F1CE-11B3-51A4-FE1A-8B32EFF1D2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3530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020" name="Oval 72">
                  <a:extLst>
                    <a:ext uri="{FF2B5EF4-FFF2-40B4-BE49-F238E27FC236}">
                      <a16:creationId xmlns:a16="http://schemas.microsoft.com/office/drawing/2014/main" id="{F0750BE2-7004-D833-6953-C4ACF4F45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511"/>
                  <a:ext cx="41" cy="41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等线" panose="02010600030101010101" pitchFamily="2" charset="-122"/>
                  </a:endParaRPr>
                </a:p>
              </p:txBody>
            </p:sp>
          </p:grpSp>
        </p:grpSp>
        <p:grpSp>
          <p:nvGrpSpPr>
            <p:cNvPr id="42011" name="Group 93">
              <a:extLst>
                <a:ext uri="{FF2B5EF4-FFF2-40B4-BE49-F238E27FC236}">
                  <a16:creationId xmlns:a16="http://schemas.microsoft.com/office/drawing/2014/main" id="{2F84736B-ADA8-D91C-FA30-EF50BAECF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4" y="3527"/>
              <a:ext cx="469" cy="553"/>
              <a:chOff x="1684" y="3527"/>
              <a:chExt cx="469" cy="553"/>
            </a:xfrm>
          </p:grpSpPr>
          <p:grpSp>
            <p:nvGrpSpPr>
              <p:cNvPr id="42012" name="Group 73">
                <a:extLst>
                  <a:ext uri="{FF2B5EF4-FFF2-40B4-BE49-F238E27FC236}">
                    <a16:creationId xmlns:a16="http://schemas.microsoft.com/office/drawing/2014/main" id="{7026F8CA-E527-CC55-2302-4B639A876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2" y="4039"/>
                <a:ext cx="281" cy="41"/>
                <a:chOff x="2400" y="3511"/>
                <a:chExt cx="281" cy="41"/>
              </a:xfrm>
            </p:grpSpPr>
            <p:sp>
              <p:nvSpPr>
                <p:cNvPr id="42015" name="Line 74">
                  <a:extLst>
                    <a:ext uri="{FF2B5EF4-FFF2-40B4-BE49-F238E27FC236}">
                      <a16:creationId xmlns:a16="http://schemas.microsoft.com/office/drawing/2014/main" id="{E5176BA7-A095-8475-EC16-33E7A5895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3530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016" name="Oval 75">
                  <a:extLst>
                    <a:ext uri="{FF2B5EF4-FFF2-40B4-BE49-F238E27FC236}">
                      <a16:creationId xmlns:a16="http://schemas.microsoft.com/office/drawing/2014/main" id="{B463C105-0461-0F58-AF95-BCD1950A71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511"/>
                  <a:ext cx="41" cy="41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等线" panose="02010600030101010101" pitchFamily="2" charset="-122"/>
                  </a:endParaRPr>
                </a:p>
              </p:txBody>
            </p:sp>
          </p:grpSp>
          <p:sp>
            <p:nvSpPr>
              <p:cNvPr id="42013" name="Line 84">
                <a:extLst>
                  <a:ext uri="{FF2B5EF4-FFF2-40B4-BE49-F238E27FC236}">
                    <a16:creationId xmlns:a16="http://schemas.microsoft.com/office/drawing/2014/main" id="{8E7AEF17-7B78-83BA-D091-665199EE2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527"/>
                <a:ext cx="0" cy="5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2014" name="Object 85">
                <a:extLst>
                  <a:ext uri="{FF2B5EF4-FFF2-40B4-BE49-F238E27FC236}">
                    <a16:creationId xmlns:a16="http://schemas.microsoft.com/office/drawing/2014/main" id="{8A0DE962-086D-AFF7-1E41-A6B518D456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84" y="3533"/>
              <a:ext cx="309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0" imgH="0" progId="Equation.3">
                      <p:embed/>
                    </p:oleObj>
                  </mc:Choice>
                  <mc:Fallback>
                    <p:oleObj name="公式" r:id="rId32" imgW="0" imgH="0" progId="Equation.3">
                      <p:embed/>
                      <p:pic>
                        <p:nvPicPr>
                          <p:cNvPr id="0" name="Object 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4" y="3533"/>
                            <a:ext cx="309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5" name="AutoShape 109">
            <a:extLst>
              <a:ext uri="{FF2B5EF4-FFF2-40B4-BE49-F238E27FC236}">
                <a16:creationId xmlns:a16="http://schemas.microsoft.com/office/drawing/2014/main" id="{54B7DC92-45CD-3076-C644-8761E60089FD}"/>
              </a:ext>
            </a:extLst>
          </p:cNvPr>
          <p:cNvSpPr>
            <a:spLocks/>
          </p:cNvSpPr>
          <p:nvPr/>
        </p:nvSpPr>
        <p:spPr bwMode="auto">
          <a:xfrm>
            <a:off x="3352800" y="152400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9" grpId="0" autoUpdateAnimBg="0"/>
      <p:bldP spid="11" grpId="0" autoUpdateAnimBg="0"/>
      <p:bldP spid="3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CA7B7-9831-B240-3E56-37228240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3" y="484188"/>
            <a:ext cx="1219200" cy="693737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Example5.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0116E-7509-DCA3-4571-AAC5A7C2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00" y="584200"/>
            <a:ext cx="3484563" cy="59372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zh-CN" sz="2400">
                <a:latin typeface="+mn-ea"/>
              </a:rPr>
              <a:t>'s inverse function and itsdomain.</a:t>
            </a:r>
            <a:endParaRPr kumimoji="1" lang="zh-CN" altLang="en-US" dirty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B5B028A-64A8-50F6-7C14-26632A955F5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65238" y="582613"/>
            <a:ext cx="67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Calibri Light" panose="020F0302020204030204" pitchFamily="34" charset="0"/>
                <a:ea typeface="楷体_GB2312" pitchFamily="49" charset="-122"/>
              </a:rPr>
              <a:t>find</a:t>
            </a:r>
            <a:endParaRPr lang="zh-CN" altLang="en-US" sz="2400">
              <a:latin typeface="Calibri Light" panose="020F0302020204030204" pitchFamily="34" charset="0"/>
              <a:ea typeface="楷体_GB2312" pitchFamily="49" charset="-122"/>
            </a:endParaRPr>
          </a:p>
        </p:txBody>
      </p:sp>
      <p:pic>
        <p:nvPicPr>
          <p:cNvPr id="43012" name="图片 4">
            <a:extLst>
              <a:ext uri="{FF2B5EF4-FFF2-40B4-BE49-F238E27FC236}">
                <a16:creationId xmlns:a16="http://schemas.microsoft.com/office/drawing/2014/main" id="{AB6284C1-78CD-90E4-1A6C-EB33B11E4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690563"/>
            <a:ext cx="5334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3" name="Text Box 5">
            <a:extLst>
              <a:ext uri="{FF2B5EF4-FFF2-40B4-BE49-F238E27FC236}">
                <a16:creationId xmlns:a16="http://schemas.microsoft.com/office/drawing/2014/main" id="{318F3FEF-3E98-8F60-9325-91E5FB04A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1654175"/>
            <a:ext cx="569912" cy="15696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Solution: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43014" name="图片 7">
            <a:extLst>
              <a:ext uri="{FF2B5EF4-FFF2-40B4-BE49-F238E27FC236}">
                <a16:creationId xmlns:a16="http://schemas.microsoft.com/office/drawing/2014/main" id="{7A27C0F1-2C87-0D0D-EB0E-1EFED1432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1744663"/>
            <a:ext cx="14986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5" name="Text Box 7">
            <a:extLst>
              <a:ext uri="{FF2B5EF4-FFF2-40B4-BE49-F238E27FC236}">
                <a16:creationId xmlns:a16="http://schemas.microsoft.com/office/drawing/2014/main" id="{F89746AD-D594-4CB9-52B6-D186D32B1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1692275"/>
            <a:ext cx="841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</a:t>
            </a:r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3BBEB057-6C11-F0D8-C82D-4402D9775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1671638"/>
            <a:ext cx="91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when ,</a:t>
            </a:r>
          </a:p>
        </p:txBody>
      </p:sp>
      <p:pic>
        <p:nvPicPr>
          <p:cNvPr id="43017" name="图片 10">
            <a:extLst>
              <a:ext uri="{FF2B5EF4-FFF2-40B4-BE49-F238E27FC236}">
                <a16:creationId xmlns:a16="http://schemas.microsoft.com/office/drawing/2014/main" id="{E6964B30-1AD6-F7AA-AB74-A70D311FE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25600"/>
            <a:ext cx="9398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8" name="Text Box 10">
            <a:extLst>
              <a:ext uri="{FF2B5EF4-FFF2-40B4-BE49-F238E27FC236}">
                <a16:creationId xmlns:a16="http://schemas.microsoft.com/office/drawing/2014/main" id="{BFC8EECC-F532-B9A0-F688-EE4A62833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2252663"/>
            <a:ext cx="614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43019" name="图片 12">
            <a:extLst>
              <a:ext uri="{FF2B5EF4-FFF2-40B4-BE49-F238E27FC236}">
                <a16:creationId xmlns:a16="http://schemas.microsoft.com/office/drawing/2014/main" id="{499BD482-2479-A3AC-F76E-63C3F3805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2222500"/>
            <a:ext cx="2959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20" name="图片 13">
            <a:extLst>
              <a:ext uri="{FF2B5EF4-FFF2-40B4-BE49-F238E27FC236}">
                <a16:creationId xmlns:a16="http://schemas.microsoft.com/office/drawing/2014/main" id="{7B5FAE75-F8B4-450D-644B-9CD14B464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895600"/>
            <a:ext cx="12319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21" name="Text Box 13">
            <a:extLst>
              <a:ext uri="{FF2B5EF4-FFF2-40B4-BE49-F238E27FC236}">
                <a16:creationId xmlns:a16="http://schemas.microsoft.com/office/drawing/2014/main" id="{085EDCE5-7416-4D2F-1E22-F12C7253A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2852738"/>
            <a:ext cx="114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</a:t>
            </a:r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3CA47F6E-A695-835D-E8F0-8C6B79750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822575"/>
            <a:ext cx="911225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3023" name="图片 16">
            <a:extLst>
              <a:ext uri="{FF2B5EF4-FFF2-40B4-BE49-F238E27FC236}">
                <a16:creationId xmlns:a16="http://schemas.microsoft.com/office/drawing/2014/main" id="{7338DBFE-C3AF-6CD5-9C81-E97884CF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13" y="2835275"/>
            <a:ext cx="11303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24" name="图片 18">
            <a:extLst>
              <a:ext uri="{FF2B5EF4-FFF2-40B4-BE49-F238E27FC236}">
                <a16:creationId xmlns:a16="http://schemas.microsoft.com/office/drawing/2014/main" id="{0D3E33DD-DD03-D71C-7D26-7CC4F52F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3340100"/>
            <a:ext cx="30353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25" name="图片 19">
            <a:extLst>
              <a:ext uri="{FF2B5EF4-FFF2-40B4-BE49-F238E27FC236}">
                <a16:creationId xmlns:a16="http://schemas.microsoft.com/office/drawing/2014/main" id="{935513CE-6ADF-9E92-C323-770775B4F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048125"/>
            <a:ext cx="12319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26" name="Text Box 19">
            <a:extLst>
              <a:ext uri="{FF2B5EF4-FFF2-40B4-BE49-F238E27FC236}">
                <a16:creationId xmlns:a16="http://schemas.microsoft.com/office/drawing/2014/main" id="{74C0FE36-68FB-F1F3-3E86-A5360EEA9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3973513"/>
            <a:ext cx="841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等线" panose="02010600030101010101" pitchFamily="2" charset="-122"/>
              </a:rPr>
              <a:t>当</a:t>
            </a:r>
          </a:p>
        </p:txBody>
      </p:sp>
      <p:sp>
        <p:nvSpPr>
          <p:cNvPr id="43027" name="Text Box 20">
            <a:extLst>
              <a:ext uri="{FF2B5EF4-FFF2-40B4-BE49-F238E27FC236}">
                <a16:creationId xmlns:a16="http://schemas.microsoft.com/office/drawing/2014/main" id="{EFD462A1-C7D1-3895-636E-7794F5AC5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13" y="3975100"/>
            <a:ext cx="835025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3028" name="图片 22">
            <a:extLst>
              <a:ext uri="{FF2B5EF4-FFF2-40B4-BE49-F238E27FC236}">
                <a16:creationId xmlns:a16="http://schemas.microsoft.com/office/drawing/2014/main" id="{F1E3ACCF-66F8-B2CF-C523-CDF0DD436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3" y="3848100"/>
            <a:ext cx="1347787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29" name="Text Box 22">
            <a:extLst>
              <a:ext uri="{FF2B5EF4-FFF2-40B4-BE49-F238E27FC236}">
                <a16:creationId xmlns:a16="http://schemas.microsoft.com/office/drawing/2014/main" id="{5A971576-FC80-87EB-8D83-2C1C06CEB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4446588"/>
            <a:ext cx="523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then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43030" name="图片 24">
            <a:extLst>
              <a:ext uri="{FF2B5EF4-FFF2-40B4-BE49-F238E27FC236}">
                <a16:creationId xmlns:a16="http://schemas.microsoft.com/office/drawing/2014/main" id="{9E11F881-FC4B-4B65-D334-C844DC6A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4371975"/>
            <a:ext cx="34925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31" name="Text Box 24">
            <a:extLst>
              <a:ext uri="{FF2B5EF4-FFF2-40B4-BE49-F238E27FC236}">
                <a16:creationId xmlns:a16="http://schemas.microsoft.com/office/drawing/2014/main" id="{731D7363-7924-9ED8-C355-DB83ED56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5445125"/>
            <a:ext cx="1447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inverse function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43032" name="图片 26">
            <a:extLst>
              <a:ext uri="{FF2B5EF4-FFF2-40B4-BE49-F238E27FC236}">
                <a16:creationId xmlns:a16="http://schemas.microsoft.com/office/drawing/2014/main" id="{73D33DE5-3C77-4406-F000-D2331CE38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5529263"/>
            <a:ext cx="5334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33" name="图片 27">
            <a:extLst>
              <a:ext uri="{FF2B5EF4-FFF2-40B4-BE49-F238E27FC236}">
                <a16:creationId xmlns:a16="http://schemas.microsoft.com/office/drawing/2014/main" id="{873CA4FF-9C35-B7FC-927B-D7E01663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5387975"/>
            <a:ext cx="261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34" name="图片 28">
            <a:extLst>
              <a:ext uri="{FF2B5EF4-FFF2-40B4-BE49-F238E27FC236}">
                <a16:creationId xmlns:a16="http://schemas.microsoft.com/office/drawing/2014/main" id="{2DD421EE-12B6-A35C-29AB-5AA8CED5B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876800"/>
            <a:ext cx="295751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35" name="图片 29">
            <a:extLst>
              <a:ext uri="{FF2B5EF4-FFF2-40B4-BE49-F238E27FC236}">
                <a16:creationId xmlns:a16="http://schemas.microsoft.com/office/drawing/2014/main" id="{DD1B0968-C19A-D45D-8AFF-8EAD277E5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3" y="5845175"/>
            <a:ext cx="2908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36" name="Text Box 29">
            <a:extLst>
              <a:ext uri="{FF2B5EF4-FFF2-40B4-BE49-F238E27FC236}">
                <a16:creationId xmlns:a16="http://schemas.microsoft.com/office/drawing/2014/main" id="{96645265-748F-1145-4839-4C7190F09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013" y="5105400"/>
            <a:ext cx="1981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domain is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pic>
        <p:nvPicPr>
          <p:cNvPr id="43037" name="图片 31">
            <a:extLst>
              <a:ext uri="{FF2B5EF4-FFF2-40B4-BE49-F238E27FC236}">
                <a16:creationId xmlns:a16="http://schemas.microsoft.com/office/drawing/2014/main" id="{24F70086-DCB1-4F62-02A9-E315A0A15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213" y="5700713"/>
            <a:ext cx="26416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38" name="AutoShape 37">
            <a:extLst>
              <a:ext uri="{FF2B5EF4-FFF2-40B4-BE49-F238E27FC236}">
                <a16:creationId xmlns:a16="http://schemas.microsoft.com/office/drawing/2014/main" id="{7629200C-BD54-C8C4-BB07-DC6A672A7507}"/>
              </a:ext>
            </a:extLst>
          </p:cNvPr>
          <p:cNvSpPr>
            <a:spLocks/>
          </p:cNvSpPr>
          <p:nvPr/>
        </p:nvSpPr>
        <p:spPr bwMode="auto">
          <a:xfrm>
            <a:off x="2335213" y="117475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pic>
        <p:nvPicPr>
          <p:cNvPr id="43039" name="图片 33">
            <a:extLst>
              <a:ext uri="{FF2B5EF4-FFF2-40B4-BE49-F238E27FC236}">
                <a16:creationId xmlns:a16="http://schemas.microsoft.com/office/drawing/2014/main" id="{4BB309B1-D265-ACD3-0E1A-A692E33D9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88900"/>
            <a:ext cx="255270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3040" name="Group 130">
            <a:extLst>
              <a:ext uri="{FF2B5EF4-FFF2-40B4-BE49-F238E27FC236}">
                <a16:creationId xmlns:a16="http://schemas.microsoft.com/office/drawing/2014/main" id="{133648F5-8E96-2FE7-C23D-7CA23CDF0AED}"/>
              </a:ext>
            </a:extLst>
          </p:cNvPr>
          <p:cNvGrpSpPr>
            <a:grpSpLocks/>
          </p:cNvGrpSpPr>
          <p:nvPr/>
        </p:nvGrpSpPr>
        <p:grpSpPr bwMode="auto">
          <a:xfrm>
            <a:off x="909638" y="373063"/>
            <a:ext cx="2147483647" cy="3117850"/>
            <a:chOff x="4851" y="2003"/>
            <a:chExt cx="7288125" cy="3119022"/>
          </a:xfrm>
        </p:grpSpPr>
        <p:sp>
          <p:nvSpPr>
            <p:cNvPr id="43059" name="Line 111">
              <a:extLst>
                <a:ext uri="{FF2B5EF4-FFF2-40B4-BE49-F238E27FC236}">
                  <a16:creationId xmlns:a16="http://schemas.microsoft.com/office/drawing/2014/main" id="{EE4EB1D7-C835-F6B7-C29F-D2F7B833B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1" y="2003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60" name="图片 72">
              <a:extLst>
                <a:ext uri="{FF2B5EF4-FFF2-40B4-BE49-F238E27FC236}">
                  <a16:creationId xmlns:a16="http://schemas.microsoft.com/office/drawing/2014/main" id="{2151346A-727B-7230-EA0E-67627E38A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7388" y="2855913"/>
              <a:ext cx="255588" cy="265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43041" name="Group 132">
            <a:extLst>
              <a:ext uri="{FF2B5EF4-FFF2-40B4-BE49-F238E27FC236}">
                <a16:creationId xmlns:a16="http://schemas.microsoft.com/office/drawing/2014/main" id="{CBDFDE71-E79A-5782-843C-813B22D5D438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-2147483648"/>
            <a:ext cx="2147483647" cy="2147483647"/>
            <a:chOff x="5162" y="970"/>
            <a:chExt cx="8399063" cy="3980480"/>
          </a:xfrm>
        </p:grpSpPr>
        <p:pic>
          <p:nvPicPr>
            <p:cNvPr id="43054" name="图片 64">
              <a:extLst>
                <a:ext uri="{FF2B5EF4-FFF2-40B4-BE49-F238E27FC236}">
                  <a16:creationId xmlns:a16="http://schemas.microsoft.com/office/drawing/2014/main" id="{9ACFFA6F-0992-2363-AB0E-EAA5AC8BE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0225" y="3713925"/>
              <a:ext cx="254000" cy="26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43055" name="Group 129">
              <a:extLst>
                <a:ext uri="{FF2B5EF4-FFF2-40B4-BE49-F238E27FC236}">
                  <a16:creationId xmlns:a16="http://schemas.microsoft.com/office/drawing/2014/main" id="{98AA2729-2E72-5D28-F989-458FC831E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2" y="970"/>
              <a:ext cx="312" cy="1578"/>
              <a:chOff x="5162" y="970"/>
              <a:chExt cx="312" cy="1578"/>
            </a:xfrm>
          </p:grpSpPr>
          <p:sp>
            <p:nvSpPr>
              <p:cNvPr id="43056" name="Freeform 108">
                <a:extLst>
                  <a:ext uri="{FF2B5EF4-FFF2-40B4-BE49-F238E27FC236}">
                    <a16:creationId xmlns:a16="http://schemas.microsoft.com/office/drawing/2014/main" id="{331024B9-7BAF-7A4E-6345-82DFB0150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7" y="970"/>
                <a:ext cx="307" cy="1002"/>
              </a:xfrm>
              <a:custGeom>
                <a:avLst/>
                <a:gdLst>
                  <a:gd name="T0" fmla="*/ 0 w 378"/>
                  <a:gd name="T1" fmla="*/ 284 h 1236"/>
                  <a:gd name="T2" fmla="*/ 8 w 378"/>
                  <a:gd name="T3" fmla="*/ 266 h 1236"/>
                  <a:gd name="T4" fmla="*/ 16 w 378"/>
                  <a:gd name="T5" fmla="*/ 247 h 1236"/>
                  <a:gd name="T6" fmla="*/ 27 w 378"/>
                  <a:gd name="T7" fmla="*/ 227 h 1236"/>
                  <a:gd name="T8" fmla="*/ 35 w 378"/>
                  <a:gd name="T9" fmla="*/ 203 h 1236"/>
                  <a:gd name="T10" fmla="*/ 44 w 378"/>
                  <a:gd name="T11" fmla="*/ 177 h 1236"/>
                  <a:gd name="T12" fmla="*/ 53 w 378"/>
                  <a:gd name="T13" fmla="*/ 148 h 1236"/>
                  <a:gd name="T14" fmla="*/ 62 w 378"/>
                  <a:gd name="T15" fmla="*/ 116 h 1236"/>
                  <a:gd name="T16" fmla="*/ 70 w 378"/>
                  <a:gd name="T17" fmla="*/ 82 h 1236"/>
                  <a:gd name="T18" fmla="*/ 80 w 378"/>
                  <a:gd name="T19" fmla="*/ 43 h 1236"/>
                  <a:gd name="T20" fmla="*/ 88 w 378"/>
                  <a:gd name="T21" fmla="*/ 0 h 12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8" h="1236">
                    <a:moveTo>
                      <a:pt x="0" y="1236"/>
                    </a:moveTo>
                    <a:lnTo>
                      <a:pt x="36" y="1158"/>
                    </a:lnTo>
                    <a:lnTo>
                      <a:pt x="72" y="1074"/>
                    </a:lnTo>
                    <a:lnTo>
                      <a:pt x="114" y="984"/>
                    </a:lnTo>
                    <a:lnTo>
                      <a:pt x="150" y="882"/>
                    </a:lnTo>
                    <a:lnTo>
                      <a:pt x="186" y="768"/>
                    </a:lnTo>
                    <a:lnTo>
                      <a:pt x="228" y="642"/>
                    </a:lnTo>
                    <a:lnTo>
                      <a:pt x="264" y="504"/>
                    </a:lnTo>
                    <a:lnTo>
                      <a:pt x="300" y="354"/>
                    </a:lnTo>
                    <a:lnTo>
                      <a:pt x="342" y="186"/>
                    </a:lnTo>
                    <a:lnTo>
                      <a:pt x="378" y="0"/>
                    </a:lnTo>
                  </a:path>
                </a:pathLst>
              </a:custGeom>
              <a:noFill/>
              <a:ln w="9525">
                <a:solidFill>
                  <a:srgbClr val="FF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7" name="Line 112">
                <a:extLst>
                  <a:ext uri="{FF2B5EF4-FFF2-40B4-BE49-F238E27FC236}">
                    <a16:creationId xmlns:a16="http://schemas.microsoft.com/office/drawing/2014/main" id="{1C5184F0-6C9E-4336-AFF1-BEAFAE152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2" y="2003"/>
                <a:ext cx="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8" name="Line 119">
                <a:extLst>
                  <a:ext uri="{FF2B5EF4-FFF2-40B4-BE49-F238E27FC236}">
                    <a16:creationId xmlns:a16="http://schemas.microsoft.com/office/drawing/2014/main" id="{9E8D6764-80BE-FAE2-1CFC-47E3CBC61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4" y="992"/>
                <a:ext cx="0" cy="15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042" name="Group 131">
            <a:extLst>
              <a:ext uri="{FF2B5EF4-FFF2-40B4-BE49-F238E27FC236}">
                <a16:creationId xmlns:a16="http://schemas.microsoft.com/office/drawing/2014/main" id="{9E07BB38-8BA6-494E-A2D9-2CCB0A791D35}"/>
              </a:ext>
            </a:extLst>
          </p:cNvPr>
          <p:cNvGrpSpPr>
            <a:grpSpLocks/>
          </p:cNvGrpSpPr>
          <p:nvPr/>
        </p:nvGrpSpPr>
        <p:grpSpPr bwMode="auto">
          <a:xfrm>
            <a:off x="-2147483648" y="1509713"/>
            <a:ext cx="2147483647" cy="2147483647"/>
            <a:chOff x="4851" y="992"/>
            <a:chExt cx="7280187" cy="1848446"/>
          </a:xfrm>
        </p:grpSpPr>
        <p:pic>
          <p:nvPicPr>
            <p:cNvPr id="43052" name="图片 62">
              <a:extLst>
                <a:ext uri="{FF2B5EF4-FFF2-40B4-BE49-F238E27FC236}">
                  <a16:creationId xmlns:a16="http://schemas.microsoft.com/office/drawing/2014/main" id="{E3F715BE-9E2B-77CB-20F5-107805253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2450" y="1562100"/>
              <a:ext cx="382588" cy="287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3053" name="Line 120">
              <a:extLst>
                <a:ext uri="{FF2B5EF4-FFF2-40B4-BE49-F238E27FC236}">
                  <a16:creationId xmlns:a16="http://schemas.microsoft.com/office/drawing/2014/main" id="{451AD58D-3F97-6BCF-762D-F8239BC777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1" y="992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43" name="Group 126">
            <a:extLst>
              <a:ext uri="{FF2B5EF4-FFF2-40B4-BE49-F238E27FC236}">
                <a16:creationId xmlns:a16="http://schemas.microsoft.com/office/drawing/2014/main" id="{C8492945-9B9A-B1A3-CB4D-3FC2CD6B4803}"/>
              </a:ext>
            </a:extLst>
          </p:cNvPr>
          <p:cNvGrpSpPr>
            <a:grpSpLocks/>
          </p:cNvGrpSpPr>
          <p:nvPr/>
        </p:nvGrpSpPr>
        <p:grpSpPr bwMode="auto">
          <a:xfrm>
            <a:off x="785813" y="371475"/>
            <a:ext cx="2147483647" cy="3478213"/>
            <a:chOff x="4561" y="2275"/>
            <a:chExt cx="7504314" cy="3479113"/>
          </a:xfrm>
        </p:grpSpPr>
        <p:sp>
          <p:nvSpPr>
            <p:cNvPr id="43050" name="Line 110">
              <a:extLst>
                <a:ext uri="{FF2B5EF4-FFF2-40B4-BE49-F238E27FC236}">
                  <a16:creationId xmlns:a16="http://schemas.microsoft.com/office/drawing/2014/main" id="{BB69124F-1E4A-A442-A32E-0006D3EAA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" y="2275"/>
              <a:ext cx="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51" name="图片 53">
              <a:extLst>
                <a:ext uri="{FF2B5EF4-FFF2-40B4-BE49-F238E27FC236}">
                  <a16:creationId xmlns:a16="http://schemas.microsoft.com/office/drawing/2014/main" id="{E000868C-1553-2034-F1E6-D7F50A91C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9488" y="3214688"/>
              <a:ext cx="179387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3044" name="AutoShape 133">
            <a:extLst>
              <a:ext uri="{FF2B5EF4-FFF2-40B4-BE49-F238E27FC236}">
                <a16:creationId xmlns:a16="http://schemas.microsoft.com/office/drawing/2014/main" id="{C335C3DD-90AA-A0D3-9D63-65AD92228EA5}"/>
              </a:ext>
            </a:extLst>
          </p:cNvPr>
          <p:cNvSpPr>
            <a:spLocks/>
          </p:cNvSpPr>
          <p:nvPr/>
        </p:nvSpPr>
        <p:spPr bwMode="auto">
          <a:xfrm>
            <a:off x="2182813" y="5006975"/>
            <a:ext cx="152400" cy="1241425"/>
          </a:xfrm>
          <a:prstGeom prst="leftBrace">
            <a:avLst>
              <a:gd name="adj1" fmla="val 6788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pic>
        <p:nvPicPr>
          <p:cNvPr id="43045" name="图片 42">
            <a:extLst>
              <a:ext uri="{FF2B5EF4-FFF2-40B4-BE49-F238E27FC236}">
                <a16:creationId xmlns:a16="http://schemas.microsoft.com/office/drawing/2014/main" id="{5D20EB9E-CE9B-9796-C75D-FB36E754D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1714500"/>
            <a:ext cx="12446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46" name="图片 43">
            <a:extLst>
              <a:ext uri="{FF2B5EF4-FFF2-40B4-BE49-F238E27FC236}">
                <a16:creationId xmlns:a16="http://schemas.microsoft.com/office/drawing/2014/main" id="{6317E221-94DA-BD3D-8AF0-297F10FA8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113" y="2835275"/>
            <a:ext cx="16637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047" name="图片 44">
            <a:extLst>
              <a:ext uri="{FF2B5EF4-FFF2-40B4-BE49-F238E27FC236}">
                <a16:creationId xmlns:a16="http://schemas.microsoft.com/office/drawing/2014/main" id="{527B3D57-ED8C-DB7A-17BB-3E659E57C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313" y="3932238"/>
            <a:ext cx="15240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48" name="矩形 73">
            <a:extLst>
              <a:ext uri="{FF2B5EF4-FFF2-40B4-BE49-F238E27FC236}">
                <a16:creationId xmlns:a16="http://schemas.microsoft.com/office/drawing/2014/main" id="{12C9ED53-A57B-0A8B-4271-04BFEA33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429000"/>
            <a:ext cx="764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pic>
        <p:nvPicPr>
          <p:cNvPr id="43049" name="图片 75" descr="图片包含 图示&#10;&#10;描述已自动生成">
            <a:extLst>
              <a:ext uri="{FF2B5EF4-FFF2-40B4-BE49-F238E27FC236}">
                <a16:creationId xmlns:a16="http://schemas.microsoft.com/office/drawing/2014/main" id="{01223262-32BF-220B-E88D-843EA2CA2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1462088"/>
            <a:ext cx="181610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>
            <a:extLst>
              <a:ext uri="{FF2B5EF4-FFF2-40B4-BE49-F238E27FC236}">
                <a16:creationId xmlns:a16="http://schemas.microsoft.com/office/drawing/2014/main" id="{8110FBD7-073C-DFA3-A816-63B04062A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398463"/>
            <a:ext cx="1925638" cy="431800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Summary</a:t>
            </a:r>
            <a:endParaRPr kumimoji="1" lang="zh-CN" altLang="en-US" sz="3200"/>
          </a:p>
        </p:txBody>
      </p:sp>
      <p:sp>
        <p:nvSpPr>
          <p:cNvPr id="44034" name="AutoShape 5">
            <a:extLst>
              <a:ext uri="{FF2B5EF4-FFF2-40B4-BE49-F238E27FC236}">
                <a16:creationId xmlns:a16="http://schemas.microsoft.com/office/drawing/2014/main" id="{B01BE307-3EB6-E010-46DD-6D2CFF01E6F5}"/>
              </a:ext>
            </a:extLst>
          </p:cNvPr>
          <p:cNvSpPr>
            <a:spLocks/>
          </p:cNvSpPr>
          <p:nvPr/>
        </p:nvSpPr>
        <p:spPr bwMode="auto">
          <a:xfrm>
            <a:off x="4537075" y="13081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44036" name="Text Box 6">
            <a:extLst>
              <a:ext uri="{FF2B5EF4-FFF2-40B4-BE49-F238E27FC236}">
                <a16:creationId xmlns:a16="http://schemas.microsoft.com/office/drawing/2014/main" id="{14BB2715-EC44-65EE-041A-3188E565C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981075"/>
            <a:ext cx="1981200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等线" panose="02010600030101010101" pitchFamily="2" charset="-122"/>
              </a:rPr>
              <a:t>domain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等线" panose="02010600030101010101" pitchFamily="2" charset="-122"/>
              </a:rPr>
              <a:t>correspondence rule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等线" panose="02010600030101010101" pitchFamily="2" charset="-122"/>
              </a:rPr>
              <a:t>range</a:t>
            </a:r>
            <a:endParaRPr lang="zh-CN" altLang="en-US" sz="2400" dirty="0">
              <a:latin typeface="等线" panose="02010600030101010101" pitchFamily="2" charset="-122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7EC9AB43-525D-F92B-BA04-5307E07DA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657475"/>
            <a:ext cx="342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等线" panose="02010600030101010101" pitchFamily="2" charset="-122"/>
              </a:rPr>
              <a:t>2. function's </a:t>
            </a:r>
            <a:r>
              <a:rPr lang="zh-CN" altLang="en-US" sz="2000">
                <a:latin typeface="等线" panose="02010600030101010101" pitchFamily="2" charset="-122"/>
              </a:rPr>
              <a:t>特性</a:t>
            </a:r>
            <a:endParaRPr lang="zh-CN" altLang="en-US" sz="2400">
              <a:latin typeface="等线" panose="02010600030101010101" pitchFamily="2" charset="-122"/>
            </a:endParaRPr>
          </a:p>
        </p:txBody>
      </p:sp>
      <p:sp>
        <p:nvSpPr>
          <p:cNvPr id="44037" name="Line 8">
            <a:extLst>
              <a:ext uri="{FF2B5EF4-FFF2-40B4-BE49-F238E27FC236}">
                <a16:creationId xmlns:a16="http://schemas.microsoft.com/office/drawing/2014/main" id="{A707C328-E349-C507-41F6-D17BD6730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763" y="28575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Text Box 9">
            <a:extLst>
              <a:ext uri="{FF2B5EF4-FFF2-40B4-BE49-F238E27FC236}">
                <a16:creationId xmlns:a16="http://schemas.microsoft.com/office/drawing/2014/main" id="{BFD0ADF7-F28F-7472-C924-3AB1BA4AC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88" y="2584450"/>
            <a:ext cx="3657600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 sz="2400">
                <a:latin typeface="等线" panose="02010600030101010101" pitchFamily="2" charset="-122"/>
              </a:rPr>
              <a:t>boundedness, monotonicity,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GB" altLang="zh-CN" sz="2400">
                <a:latin typeface="等线" panose="02010600030101010101" pitchFamily="2" charset="-122"/>
              </a:rPr>
              <a:t>parity</a:t>
            </a:r>
            <a:r>
              <a:rPr lang="zh-CN" altLang="en-GB" sz="2400">
                <a:latin typeface="等线" panose="02010600030101010101" pitchFamily="2" charset="-122"/>
              </a:rPr>
              <a:t>性</a:t>
            </a:r>
            <a:r>
              <a:rPr lang="en-GB" altLang="zh-CN" sz="2400">
                <a:latin typeface="等线" panose="02010600030101010101" pitchFamily="2" charset="-122"/>
              </a:rPr>
              <a:t>, period</a:t>
            </a:r>
            <a:r>
              <a:rPr lang="zh-CN" altLang="en-GB" sz="2400">
                <a:latin typeface="等线" panose="02010600030101010101" pitchFamily="2" charset="-122"/>
              </a:rPr>
              <a:t>性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D8CC77B7-D66A-5C6B-834F-B5B81CDFF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3511550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3. elementary function's </a:t>
            </a:r>
            <a:r>
              <a:rPr lang="zh-CN" altLang="en-US" sz="2400">
                <a:latin typeface="等线" panose="02010600030101010101" pitchFamily="2" charset="-122"/>
              </a:rPr>
              <a:t>结构</a:t>
            </a:r>
          </a:p>
        </p:txBody>
      </p:sp>
      <p:sp>
        <p:nvSpPr>
          <p:cNvPr id="44040" name="Text Box 14">
            <a:extLst>
              <a:ext uri="{FF2B5EF4-FFF2-40B4-BE49-F238E27FC236}">
                <a16:creationId xmlns:a16="http://schemas.microsoft.com/office/drawing/2014/main" id="{F6AEC36E-21C2-D46F-9306-4C6693228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4381500"/>
            <a:ext cx="5486400" cy="181588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>
                <a:solidFill>
                  <a:srgbClr val="FF0000"/>
                </a:solidFill>
                <a:latin typeface="等线" panose="02010600030101010101" pitchFamily="2" charset="-122"/>
              </a:rPr>
              <a:t>Homework: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>
                <a:solidFill>
                  <a:srgbClr val="FF0000"/>
                </a:solidFill>
                <a:latin typeface="等线" panose="02010600030101010101" pitchFamily="2" charset="-122"/>
              </a:rPr>
              <a:t>P16 1 (2),(4),(6),(8); 9(2),(4),(6);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>
                <a:solidFill>
                  <a:srgbClr val="FF0000"/>
                </a:solidFill>
                <a:latin typeface="等线" panose="02010600030101010101" pitchFamily="2" charset="-122"/>
              </a:rPr>
              <a:t> 12(2),(4)</a:t>
            </a:r>
            <a:endParaRPr lang="en-US" altLang="zh-CN">
              <a:solidFill>
                <a:srgbClr val="FF0000"/>
              </a:solidFill>
              <a:latin typeface="等线" panose="02010600030101010101" pitchFamily="2" charset="-122"/>
              <a:ea typeface="仿宋_GB2312" pitchFamily="49" charset="-122"/>
            </a:endParaRPr>
          </a:p>
        </p:txBody>
      </p:sp>
      <p:sp>
        <p:nvSpPr>
          <p:cNvPr id="44041" name="Text Box 18">
            <a:extLst>
              <a:ext uri="{FF2B5EF4-FFF2-40B4-BE49-F238E27FC236}">
                <a16:creationId xmlns:a16="http://schemas.microsoft.com/office/drawing/2014/main" id="{F9420020-5C51-5616-568B-96EFC81EE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412875"/>
            <a:ext cx="42243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>
                <a:latin typeface="等线" panose="02010600030101010101" pitchFamily="2" charset="-122"/>
              </a:rPr>
              <a:t>1. function's Definition and function's </a:t>
            </a:r>
            <a:r>
              <a:rPr lang="zh-CN" altLang="en-GB" sz="2400">
                <a:latin typeface="等线" panose="02010600030101010101" pitchFamily="2" charset="-122"/>
              </a:rPr>
              <a:t>三 </a:t>
            </a:r>
            <a:r>
              <a:rPr lang="en-GB" altLang="zh-CN" sz="2400">
                <a:latin typeface="等线" panose="02010600030101010101" pitchFamily="2" charset="-122"/>
              </a:rPr>
              <a:t>need</a:t>
            </a:r>
            <a:r>
              <a:rPr lang="zh-CN" altLang="en-GB" sz="2400">
                <a:latin typeface="等线" panose="02010600030101010101" pitchFamily="2" charset="-122"/>
              </a:rPr>
              <a:t>素</a:t>
            </a:r>
            <a:endParaRPr lang="zh-CN" altLang="en-US" sz="240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999</TotalTime>
  <Words>1203</Words>
  <Application>Microsoft Office PowerPoint</Application>
  <PresentationFormat>全屏显示(4:3)</PresentationFormat>
  <Paragraphs>345</Paragraphs>
  <Slides>31</Slides>
  <Notes>0</Notes>
  <HiddenSlides>5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Calibri</vt:lpstr>
      <vt:lpstr>Arial</vt:lpstr>
      <vt:lpstr>Calibri Light</vt:lpstr>
      <vt:lpstr>等线</vt:lpstr>
      <vt:lpstr>华文行楷</vt:lpstr>
      <vt:lpstr>楷体_GB2312</vt:lpstr>
      <vt:lpstr>Symbol</vt:lpstr>
      <vt:lpstr>等线 Light</vt:lpstr>
      <vt:lpstr>KaiTi</vt:lpstr>
      <vt:lpstr>仿宋_GB2312</vt:lpstr>
      <vt:lpstr>Office 主题​​</vt:lpstr>
      <vt:lpstr>Microsoft 公式 3.0</vt:lpstr>
      <vt:lpstr>Microsoft Equation 3.0</vt:lpstr>
      <vt:lpstr>PowerPoint 演示文稿</vt:lpstr>
      <vt:lpstr>PowerPoint 演示文稿</vt:lpstr>
      <vt:lpstr>I. set</vt:lpstr>
      <vt:lpstr>denotes 法:</vt:lpstr>
      <vt:lpstr>半open interval</vt:lpstr>
      <vt:lpstr>2. setbetween's relation and operation</vt:lpstr>
      <vt:lpstr>PowerPoint 演示文稿</vt:lpstr>
      <vt:lpstr>I. mapping</vt:lpstr>
      <vt:lpstr>引Example2.</vt:lpstr>
      <vt:lpstr>Definition.</vt:lpstr>
      <vt:lpstr>对mapping</vt:lpstr>
      <vt:lpstr>Example1.</vt:lpstr>
      <vt:lpstr>Note:</vt:lpstr>
      <vt:lpstr>2. 逆mapping and compositemapping</vt:lpstr>
      <vt:lpstr>(2) compositemapping</vt:lpstr>
      <vt:lpstr>Definition</vt:lpstr>
      <vt:lpstr>II. function</vt:lpstr>
      <vt:lpstr>domain</vt:lpstr>
      <vt:lpstr>Example4.</vt:lpstr>
      <vt:lpstr>2. function's 几 kind 特性</vt:lpstr>
      <vt:lpstr>(3) parity性</vt:lpstr>
      <vt:lpstr>又 such as,</vt:lpstr>
      <vt:lpstr>(4) period性</vt:lpstr>
      <vt:lpstr>3. inverse function and compositefunction</vt:lpstr>
      <vt:lpstr>2) function</vt:lpstr>
      <vt:lpstr>(2) compositefunction</vt:lpstr>
      <vt:lpstr>two以 on function also can构成compositefunction,</vt:lpstr>
      <vt:lpstr>4. elementary function</vt:lpstr>
      <vt:lpstr>非elementary function举Example:</vt:lpstr>
      <vt:lpstr>Example5.</vt:lpstr>
      <vt:lpstr>Summary</vt:lpstr>
    </vt:vector>
  </TitlesOfParts>
  <Company>xjmc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多元线性回归</dc:title>
  <dc:creator>stat</dc:creator>
  <cp:lastModifiedBy>Rui Li</cp:lastModifiedBy>
  <cp:revision>105</cp:revision>
  <dcterms:created xsi:type="dcterms:W3CDTF">2001-11-27T05:00:25Z</dcterms:created>
  <dcterms:modified xsi:type="dcterms:W3CDTF">2026-09-02T05:31:29Z</dcterms:modified>
</cp:coreProperties>
</file>