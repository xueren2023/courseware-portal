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91" r:id="rId2"/>
    <p:sldId id="289" r:id="rId3"/>
    <p:sldId id="272" r:id="rId4"/>
    <p:sldId id="270" r:id="rId5"/>
    <p:sldId id="257" r:id="rId6"/>
    <p:sldId id="258" r:id="rId7"/>
    <p:sldId id="259" r:id="rId8"/>
    <p:sldId id="281" r:id="rId9"/>
    <p:sldId id="260" r:id="rId10"/>
    <p:sldId id="276" r:id="rId11"/>
    <p:sldId id="287" r:id="rId12"/>
    <p:sldId id="284" r:id="rId13"/>
    <p:sldId id="292" r:id="rId1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65" autoAdjust="0"/>
    <p:restoredTop sz="89893" autoAdjust="0"/>
  </p:normalViewPr>
  <p:slideViewPr>
    <p:cSldViewPr>
      <p:cViewPr varScale="1">
        <p:scale>
          <a:sx n="85" d="100"/>
          <a:sy n="85" d="100"/>
        </p:scale>
        <p:origin x="1448" y="176"/>
      </p:cViewPr>
      <p:guideLst>
        <p:guide orient="horz" pos="1872"/>
        <p:guide pos="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D283E80-B975-5AC5-F666-FE628B1A70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84ABC9-9217-6DE9-8603-B9CAE949648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/>
            </a:lvl1pPr>
          </a:lstStyle>
          <a:p>
            <a:pPr>
              <a:defRPr/>
            </a:pPr>
            <a:fld id="{0CF54E40-9CD3-4E53-8E30-4CEC88E006AF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14F6C228-8337-9ACE-18EC-4933BB68C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067CBFE-FEC8-D5D8-F774-2F50A2453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830E01-53F4-BBBC-E88D-2F54709804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D4B1DF-2BEF-ED3F-98C0-98F88F281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kumimoji="1" sz="1200"/>
            </a:lvl1pPr>
          </a:lstStyle>
          <a:p>
            <a:pPr>
              <a:defRPr/>
            </a:pPr>
            <a:fld id="{BB36A8EF-E29A-462E-9410-4017E6FE5C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>
            <a:extLst>
              <a:ext uri="{FF2B5EF4-FFF2-40B4-BE49-F238E27FC236}">
                <a16:creationId xmlns:a16="http://schemas.microsoft.com/office/drawing/2014/main" id="{9F535DFE-E503-0CA8-7873-51738CA5F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备注占位符 2">
            <a:extLst>
              <a:ext uri="{FF2B5EF4-FFF2-40B4-BE49-F238E27FC236}">
                <a16:creationId xmlns:a16="http://schemas.microsoft.com/office/drawing/2014/main" id="{D9E7639E-A4FE-F338-8267-91243D478D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kumimoji="1" lang="zh-CN" altLang="en-US"/>
          </a:p>
        </p:txBody>
      </p:sp>
      <p:sp>
        <p:nvSpPr>
          <p:cNvPr id="27651" name="灯片编号占位符 3">
            <a:extLst>
              <a:ext uri="{FF2B5EF4-FFF2-40B4-BE49-F238E27FC236}">
                <a16:creationId xmlns:a16="http://schemas.microsoft.com/office/drawing/2014/main" id="{8D88BE4D-9BC4-20E4-D6F5-5CB236032A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763DDE69-C4E9-4BBE-8E43-C261AA7A1A03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13CB0-AFC1-E082-805A-95CE449D2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53D88D-068F-6715-D9F6-DE07ADBB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B00DD9-4891-518D-30BC-0F0192F6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8B0D1-CAE8-48FA-9253-31B460339B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3671835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D604B3-A6F3-4521-F6BB-BD239E39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0797D-43F1-38FE-D982-F3773529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FC9490-8FF7-B17E-54F8-5685C9C8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B82D5-49BF-4DDF-BDE0-981F6ABD71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9996039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2DCCC6-3D50-D644-A52F-31C781E7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62060A-CA8C-1304-BAED-04FB93AA4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909367-68AE-AFAE-DFE4-662B0956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023E3-511B-44A9-8A8D-A5A20B2312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1705563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287334B-9741-6EAC-92F8-8F2B783C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AA9C27A-54B5-6997-32D0-B5442DC46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02E41CD-8BB0-EC15-68FD-4379F14F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85642-0C15-43BF-A009-5B59602F1B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1478254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57731EC4-809B-55C7-34BC-3906ABB20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9C137ACD-BBC0-BE44-1204-3AAC441D5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25C69E2-6F31-99D8-521D-4C1A4AEA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550E4-B77B-4F3B-96E6-FF5013A97C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8708263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01A89BC3-8857-748C-2E0F-0FA3C4BD9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FEC2292D-8994-F1F0-02E6-6BD670A0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2904CB0-3A88-A182-1C14-CBF31700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44B93-FF2F-443D-9765-545EBBD4B6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3962547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BDAC1DC-E766-4DD8-D34F-2FD10672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4C9DCFFF-4780-0E49-E0E3-8A1D5991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DC592F58-3D46-331E-13B6-6CFF42AF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B4050-BE7C-4319-8AD7-3564606C28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291869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4825EBE-4EC6-2DEE-4CCD-40BA5C9A2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D2592CF-B1B9-35FB-DA63-876F7CA7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A421AD1-E006-C416-60EF-2E3D577B5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3CC1C-265C-45E4-85FC-FFC556F012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8042279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EFC4A0A-6004-B2A7-8650-0C9BEC33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C6890F1-EA84-32BA-EFAF-4402C7B54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EFA8DCB-19FE-06FA-93B9-E104DCF8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136E6-6E10-4CD1-8343-3A7C1A7556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6988402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03988A-9739-0A0C-1D8E-FB01B9AD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A99A56-2405-8F77-5171-276454A6B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624EBA-A376-435B-9665-8D4B80F77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ACF3C-DFC2-4DA7-8547-5D08D58F7C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915713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016DBF-DACD-ED31-C314-9F7D02ACE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212C86-1064-C928-E522-86A1F522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6C6EDD-8301-62BB-BCBE-8FEECF686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7F36C0-7C6C-488F-8ABB-5859DFA656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470228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E85EE915-8594-7D89-E984-E32460C23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3F48E4C8-90CA-3E01-4ADD-8C92A80F5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E624C-BDB1-4517-B88B-2F32E2925C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9055D8-B849-1504-B9D5-9949E6C7E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62F643-A3E5-8F1A-3F16-F7BFAB7C2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9D889E4-EC6F-4624-A87D-B4F9C558EB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31" name="Group 7">
            <a:extLst>
              <a:ext uri="{FF2B5EF4-FFF2-40B4-BE49-F238E27FC236}">
                <a16:creationId xmlns:a16="http://schemas.microsoft.com/office/drawing/2014/main" id="{9B0967E0-F39F-CE0A-471B-A8DD69B9001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8" y="6556375"/>
            <a:ext cx="9026525" cy="144463"/>
            <a:chOff x="45" y="4130"/>
            <a:chExt cx="5686" cy="91"/>
          </a:xfrm>
        </p:grpSpPr>
        <p:sp>
          <p:nvSpPr>
            <p:cNvPr id="1043" name="Line 8">
              <a:extLst>
                <a:ext uri="{FF2B5EF4-FFF2-40B4-BE49-F238E27FC236}">
                  <a16:creationId xmlns:a16="http://schemas.microsoft.com/office/drawing/2014/main" id="{66DE88A7-EABE-BF4F-B41D-7AFA24C0FA8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" y="4198"/>
              <a:ext cx="3582" cy="0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9">
              <a:extLst>
                <a:ext uri="{FF2B5EF4-FFF2-40B4-BE49-F238E27FC236}">
                  <a16:creationId xmlns:a16="http://schemas.microsoft.com/office/drawing/2014/main" id="{C3E17C3C-0E74-56B1-A319-952DDB57ED8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" y="4221"/>
              <a:ext cx="3582" cy="0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10">
              <a:extLst>
                <a:ext uri="{FF2B5EF4-FFF2-40B4-BE49-F238E27FC236}">
                  <a16:creationId xmlns:a16="http://schemas.microsoft.com/office/drawing/2014/main" id="{028B7B61-630D-57B6-9590-891FA390B3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3618" y="4130"/>
              <a:ext cx="63" cy="63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11">
              <a:extLst>
                <a:ext uri="{FF2B5EF4-FFF2-40B4-BE49-F238E27FC236}">
                  <a16:creationId xmlns:a16="http://schemas.microsoft.com/office/drawing/2014/main" id="{5944D70C-414F-699D-CC61-003EBA65926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3613" y="4153"/>
              <a:ext cx="63" cy="63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Line 12">
              <a:extLst>
                <a:ext uri="{FF2B5EF4-FFF2-40B4-BE49-F238E27FC236}">
                  <a16:creationId xmlns:a16="http://schemas.microsoft.com/office/drawing/2014/main" id="{06CBE622-EF53-E7AD-1F76-112B946C098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672" y="4135"/>
              <a:ext cx="2040" cy="0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Line 13">
              <a:extLst>
                <a:ext uri="{FF2B5EF4-FFF2-40B4-BE49-F238E27FC236}">
                  <a16:creationId xmlns:a16="http://schemas.microsoft.com/office/drawing/2014/main" id="{2F7D91CD-F5C0-9442-7EB0-1384518CD6D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668" y="4159"/>
              <a:ext cx="2063" cy="0"/>
            </a:xfrm>
            <a:prstGeom prst="line">
              <a:avLst/>
            </a:prstGeom>
            <a:noFill/>
            <a:ln w="38100" cmpd="dbl">
              <a:solidFill>
                <a:srgbClr val="00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2" name="Group 14">
            <a:extLst>
              <a:ext uri="{FF2B5EF4-FFF2-40B4-BE49-F238E27FC236}">
                <a16:creationId xmlns:a16="http://schemas.microsoft.com/office/drawing/2014/main" id="{6D4C716B-8D08-FCFB-F29E-256DDB1BEB4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7463" y="17463"/>
            <a:ext cx="2879725" cy="2339975"/>
            <a:chOff x="11" y="11"/>
            <a:chExt cx="1814" cy="1474"/>
          </a:xfrm>
        </p:grpSpPr>
        <p:grpSp>
          <p:nvGrpSpPr>
            <p:cNvPr id="1033" name="Group 15">
              <a:extLst>
                <a:ext uri="{FF2B5EF4-FFF2-40B4-BE49-F238E27FC236}">
                  <a16:creationId xmlns:a16="http://schemas.microsoft.com/office/drawing/2014/main" id="{CAB48864-D4CE-6100-1E83-AB2E4C2AEDE5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1" y="68"/>
              <a:ext cx="1814" cy="43"/>
              <a:chOff x="11" y="81"/>
              <a:chExt cx="1814" cy="43"/>
            </a:xfrm>
          </p:grpSpPr>
          <p:sp>
            <p:nvSpPr>
              <p:cNvPr id="1039" name="Line 16">
                <a:extLst>
                  <a:ext uri="{FF2B5EF4-FFF2-40B4-BE49-F238E27FC236}">
                    <a16:creationId xmlns:a16="http://schemas.microsoft.com/office/drawing/2014/main" id="{0DE1F44C-84C6-354F-8B2C-7690AC9461B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" y="81"/>
                <a:ext cx="1814" cy="0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0" name="Line 17">
                <a:extLst>
                  <a:ext uri="{FF2B5EF4-FFF2-40B4-BE49-F238E27FC236}">
                    <a16:creationId xmlns:a16="http://schemas.microsoft.com/office/drawing/2014/main" id="{6BCE1905-7A38-DE4A-654A-A91FE521ECD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" y="95"/>
                <a:ext cx="1700" cy="0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1" name="Line 18">
                <a:extLst>
                  <a:ext uri="{FF2B5EF4-FFF2-40B4-BE49-F238E27FC236}">
                    <a16:creationId xmlns:a16="http://schemas.microsoft.com/office/drawing/2014/main" id="{68EFD4C3-47C2-65FA-4362-7ABECEF4152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" y="124"/>
                <a:ext cx="1474" cy="0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Line 19">
                <a:extLst>
                  <a:ext uri="{FF2B5EF4-FFF2-40B4-BE49-F238E27FC236}">
                    <a16:creationId xmlns:a16="http://schemas.microsoft.com/office/drawing/2014/main" id="{8F8371C8-60E5-6146-AAAE-24F7D4C6773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" y="108"/>
                <a:ext cx="1587" cy="0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34" name="Group 20">
              <a:extLst>
                <a:ext uri="{FF2B5EF4-FFF2-40B4-BE49-F238E27FC236}">
                  <a16:creationId xmlns:a16="http://schemas.microsoft.com/office/drawing/2014/main" id="{C64288EE-1537-F61F-95F3-52AFA4A0060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68" y="11"/>
              <a:ext cx="47" cy="1474"/>
              <a:chOff x="79" y="11"/>
              <a:chExt cx="47" cy="1474"/>
            </a:xfrm>
          </p:grpSpPr>
          <p:sp>
            <p:nvSpPr>
              <p:cNvPr id="1035" name="Line 21">
                <a:extLst>
                  <a:ext uri="{FF2B5EF4-FFF2-40B4-BE49-F238E27FC236}">
                    <a16:creationId xmlns:a16="http://schemas.microsoft.com/office/drawing/2014/main" id="{F3D6D4FA-34C0-D427-A523-E0DF6EF5A15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9" y="11"/>
                <a:ext cx="0" cy="1474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Line 22">
                <a:extLst>
                  <a:ext uri="{FF2B5EF4-FFF2-40B4-BE49-F238E27FC236}">
                    <a16:creationId xmlns:a16="http://schemas.microsoft.com/office/drawing/2014/main" id="{2E92A27A-4D35-8903-C2EB-AFAEC8D83F8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5" y="11"/>
                <a:ext cx="0" cy="1360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Line 23">
                <a:extLst>
                  <a:ext uri="{FF2B5EF4-FFF2-40B4-BE49-F238E27FC236}">
                    <a16:creationId xmlns:a16="http://schemas.microsoft.com/office/drawing/2014/main" id="{120A16B7-EFA6-0CFD-5DFB-292B5C8BF77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1" y="11"/>
                <a:ext cx="0" cy="1247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Line 24">
                <a:extLst>
                  <a:ext uri="{FF2B5EF4-FFF2-40B4-BE49-F238E27FC236}">
                    <a16:creationId xmlns:a16="http://schemas.microsoft.com/office/drawing/2014/main" id="{E3F49FB4-B762-4C73-77F2-429E4DD619A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26" y="11"/>
                <a:ext cx="0" cy="1134"/>
              </a:xfrm>
              <a:prstGeom prst="line">
                <a:avLst/>
              </a:prstGeom>
              <a:noFill/>
              <a:ln w="9525">
                <a:solidFill>
                  <a:srgbClr val="00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image" Target="../media/image8.emf"/><Relationship Id="rId18" Type="http://schemas.openxmlformats.org/officeDocument/2006/relationships/image" Target="../media/image11.emf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12" Type="http://schemas.openxmlformats.org/officeDocument/2006/relationships/image" Target="../media/image7.emf"/><Relationship Id="rId17" Type="http://schemas.openxmlformats.org/officeDocument/2006/relationships/oleObject" Target="../embeddings/oleObject7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0.emf"/><Relationship Id="rId20" Type="http://schemas.openxmlformats.org/officeDocument/2006/relationships/image" Target="../media/image12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6.emf"/><Relationship Id="rId19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8.emf"/><Relationship Id="rId18" Type="http://schemas.openxmlformats.org/officeDocument/2006/relationships/oleObject" Target="../embeddings/oleObject17.bin"/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20.emf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7.emf"/><Relationship Id="rId5" Type="http://schemas.openxmlformats.org/officeDocument/2006/relationships/image" Target="../media/image14.emf"/><Relationship Id="rId15" Type="http://schemas.openxmlformats.org/officeDocument/2006/relationships/image" Target="../media/image19.emf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21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6.emf"/><Relationship Id="rId14" Type="http://schemas.openxmlformats.org/officeDocument/2006/relationships/oleObject" Target="../embeddings/oleObject15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emf"/><Relationship Id="rId18" Type="http://schemas.openxmlformats.org/officeDocument/2006/relationships/oleObject" Target="../embeddings/oleObject26.bin"/><Relationship Id="rId26" Type="http://schemas.openxmlformats.org/officeDocument/2006/relationships/image" Target="../media/image33.emf"/><Relationship Id="rId39" Type="http://schemas.openxmlformats.org/officeDocument/2006/relationships/oleObject" Target="../embeddings/oleObject37.bin"/><Relationship Id="rId21" Type="http://schemas.openxmlformats.org/officeDocument/2006/relationships/oleObject" Target="../embeddings/oleObject28.bin"/><Relationship Id="rId34" Type="http://schemas.openxmlformats.org/officeDocument/2006/relationships/image" Target="../media/image37.emf"/><Relationship Id="rId42" Type="http://schemas.openxmlformats.org/officeDocument/2006/relationships/image" Target="../media/image40.emf"/><Relationship Id="rId7" Type="http://schemas.openxmlformats.org/officeDocument/2006/relationships/image" Target="../media/image24.emf"/><Relationship Id="rId2" Type="http://schemas.openxmlformats.org/officeDocument/2006/relationships/oleObject" Target="../embeddings/oleObject18.bin"/><Relationship Id="rId16" Type="http://schemas.openxmlformats.org/officeDocument/2006/relationships/oleObject" Target="../embeddings/oleObject25.bin"/><Relationship Id="rId20" Type="http://schemas.openxmlformats.org/officeDocument/2006/relationships/image" Target="../media/image30.emf"/><Relationship Id="rId29" Type="http://schemas.openxmlformats.org/officeDocument/2006/relationships/oleObject" Target="../embeddings/oleObject32.bin"/><Relationship Id="rId41" Type="http://schemas.openxmlformats.org/officeDocument/2006/relationships/oleObject" Target="../embeddings/oleObject3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6.emf"/><Relationship Id="rId24" Type="http://schemas.openxmlformats.org/officeDocument/2006/relationships/image" Target="../media/image32.emf"/><Relationship Id="rId32" Type="http://schemas.openxmlformats.org/officeDocument/2006/relationships/image" Target="../media/image36.emf"/><Relationship Id="rId37" Type="http://schemas.openxmlformats.org/officeDocument/2006/relationships/oleObject" Target="../embeddings/oleObject36.bin"/><Relationship Id="rId40" Type="http://schemas.openxmlformats.org/officeDocument/2006/relationships/image" Target="../media/image5.emf"/><Relationship Id="rId5" Type="http://schemas.openxmlformats.org/officeDocument/2006/relationships/image" Target="../media/image23.emf"/><Relationship Id="rId15" Type="http://schemas.openxmlformats.org/officeDocument/2006/relationships/image" Target="../media/image28.emf"/><Relationship Id="rId23" Type="http://schemas.openxmlformats.org/officeDocument/2006/relationships/oleObject" Target="../embeddings/oleObject29.bin"/><Relationship Id="rId28" Type="http://schemas.openxmlformats.org/officeDocument/2006/relationships/image" Target="../media/image34.emf"/><Relationship Id="rId36" Type="http://schemas.openxmlformats.org/officeDocument/2006/relationships/image" Target="../media/image38.emf"/><Relationship Id="rId10" Type="http://schemas.openxmlformats.org/officeDocument/2006/relationships/oleObject" Target="../embeddings/oleObject22.bin"/><Relationship Id="rId19" Type="http://schemas.openxmlformats.org/officeDocument/2006/relationships/oleObject" Target="../embeddings/oleObject27.bin"/><Relationship Id="rId31" Type="http://schemas.openxmlformats.org/officeDocument/2006/relationships/oleObject" Target="../embeddings/oleObject33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5.emf"/><Relationship Id="rId14" Type="http://schemas.openxmlformats.org/officeDocument/2006/relationships/oleObject" Target="../embeddings/oleObject24.bin"/><Relationship Id="rId22" Type="http://schemas.openxmlformats.org/officeDocument/2006/relationships/image" Target="../media/image31.emf"/><Relationship Id="rId27" Type="http://schemas.openxmlformats.org/officeDocument/2006/relationships/oleObject" Target="../embeddings/oleObject31.bin"/><Relationship Id="rId30" Type="http://schemas.openxmlformats.org/officeDocument/2006/relationships/image" Target="../media/image35.emf"/><Relationship Id="rId35" Type="http://schemas.openxmlformats.org/officeDocument/2006/relationships/oleObject" Target="../embeddings/oleObject35.bin"/><Relationship Id="rId8" Type="http://schemas.openxmlformats.org/officeDocument/2006/relationships/oleObject" Target="../embeddings/oleObject21.bin"/><Relationship Id="rId3" Type="http://schemas.openxmlformats.org/officeDocument/2006/relationships/image" Target="../media/image22.emf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29.emf"/><Relationship Id="rId25" Type="http://schemas.openxmlformats.org/officeDocument/2006/relationships/oleObject" Target="../embeddings/oleObject30.bin"/><Relationship Id="rId33" Type="http://schemas.openxmlformats.org/officeDocument/2006/relationships/oleObject" Target="../embeddings/oleObject34.bin"/><Relationship Id="rId38" Type="http://schemas.openxmlformats.org/officeDocument/2006/relationships/image" Target="../media/image3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6.emf"/><Relationship Id="rId18" Type="http://schemas.openxmlformats.org/officeDocument/2006/relationships/oleObject" Target="../embeddings/oleObject47.bin"/><Relationship Id="rId26" Type="http://schemas.openxmlformats.org/officeDocument/2006/relationships/oleObject" Target="../embeddings/oleObject51.bin"/><Relationship Id="rId3" Type="http://schemas.openxmlformats.org/officeDocument/2006/relationships/image" Target="../media/image41.emf"/><Relationship Id="rId21" Type="http://schemas.openxmlformats.org/officeDocument/2006/relationships/image" Target="../media/image50.emf"/><Relationship Id="rId7" Type="http://schemas.openxmlformats.org/officeDocument/2006/relationships/image" Target="../media/image43.e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8.emf"/><Relationship Id="rId25" Type="http://schemas.openxmlformats.org/officeDocument/2006/relationships/image" Target="../media/image52.emf"/><Relationship Id="rId2" Type="http://schemas.openxmlformats.org/officeDocument/2006/relationships/oleObject" Target="../embeddings/oleObject39.bin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29" Type="http://schemas.openxmlformats.org/officeDocument/2006/relationships/oleObject" Target="../embeddings/oleObject5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5.emf"/><Relationship Id="rId24" Type="http://schemas.openxmlformats.org/officeDocument/2006/relationships/oleObject" Target="../embeddings/oleObject50.bin"/><Relationship Id="rId5" Type="http://schemas.openxmlformats.org/officeDocument/2006/relationships/image" Target="../media/image42.emf"/><Relationship Id="rId15" Type="http://schemas.openxmlformats.org/officeDocument/2006/relationships/image" Target="../media/image47.emf"/><Relationship Id="rId23" Type="http://schemas.openxmlformats.org/officeDocument/2006/relationships/image" Target="../media/image51.emf"/><Relationship Id="rId28" Type="http://schemas.openxmlformats.org/officeDocument/2006/relationships/oleObject" Target="../embeddings/oleObject52.bin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9.e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4.emf"/><Relationship Id="rId14" Type="http://schemas.openxmlformats.org/officeDocument/2006/relationships/oleObject" Target="../embeddings/oleObject45.bin"/><Relationship Id="rId22" Type="http://schemas.openxmlformats.org/officeDocument/2006/relationships/oleObject" Target="../embeddings/oleObject49.bin"/><Relationship Id="rId27" Type="http://schemas.openxmlformats.org/officeDocument/2006/relationships/image" Target="../media/image53.emf"/><Relationship Id="rId30" Type="http://schemas.openxmlformats.org/officeDocument/2006/relationships/image" Target="../media/image5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58.emf"/><Relationship Id="rId3" Type="http://schemas.openxmlformats.org/officeDocument/2006/relationships/image" Target="../media/image40.emf"/><Relationship Id="rId7" Type="http://schemas.openxmlformats.org/officeDocument/2006/relationships/image" Target="../media/image56.e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59.png"/><Relationship Id="rId2" Type="http://schemas.openxmlformats.org/officeDocument/2006/relationships/oleObject" Target="../embeddings/oleObject54.bin"/><Relationship Id="rId16" Type="http://schemas.openxmlformats.org/officeDocument/2006/relationships/oleObject" Target="../embeddings/oleObject6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6.bin"/><Relationship Id="rId11" Type="http://schemas.openxmlformats.org/officeDocument/2006/relationships/oleObject" Target="../embeddings/oleObject59.bin"/><Relationship Id="rId5" Type="http://schemas.openxmlformats.org/officeDocument/2006/relationships/image" Target="../media/image55.emf"/><Relationship Id="rId15" Type="http://schemas.openxmlformats.org/officeDocument/2006/relationships/oleObject" Target="../embeddings/oleObject62.bin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57.emf"/><Relationship Id="rId14" Type="http://schemas.openxmlformats.org/officeDocument/2006/relationships/oleObject" Target="../embeddings/oleObject6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64.emf"/><Relationship Id="rId3" Type="http://schemas.openxmlformats.org/officeDocument/2006/relationships/image" Target="../media/image60.emf"/><Relationship Id="rId7" Type="http://schemas.openxmlformats.org/officeDocument/2006/relationships/image" Target="../media/image62.em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66.emf"/><Relationship Id="rId2" Type="http://schemas.openxmlformats.org/officeDocument/2006/relationships/oleObject" Target="../embeddings/oleObject64.bin"/><Relationship Id="rId16" Type="http://schemas.openxmlformats.org/officeDocument/2006/relationships/oleObject" Target="../embeddings/oleObject7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63.emf"/><Relationship Id="rId5" Type="http://schemas.openxmlformats.org/officeDocument/2006/relationships/image" Target="../media/image61.emf"/><Relationship Id="rId15" Type="http://schemas.openxmlformats.org/officeDocument/2006/relationships/oleObject" Target="../embeddings/oleObject69.bin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5.bin"/><Relationship Id="rId9" Type="http://schemas.openxmlformats.org/officeDocument/2006/relationships/image" Target="../media/image55.emf"/><Relationship Id="rId14" Type="http://schemas.openxmlformats.org/officeDocument/2006/relationships/image" Target="../media/image65.e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emf"/><Relationship Id="rId18" Type="http://schemas.openxmlformats.org/officeDocument/2006/relationships/oleObject" Target="../embeddings/oleObject79.bin"/><Relationship Id="rId26" Type="http://schemas.openxmlformats.org/officeDocument/2006/relationships/oleObject" Target="../embeddings/oleObject83.bin"/><Relationship Id="rId21" Type="http://schemas.openxmlformats.org/officeDocument/2006/relationships/image" Target="../media/image28.emf"/><Relationship Id="rId34" Type="http://schemas.openxmlformats.org/officeDocument/2006/relationships/oleObject" Target="../embeddings/oleObject87.bin"/><Relationship Id="rId7" Type="http://schemas.openxmlformats.org/officeDocument/2006/relationships/image" Target="../media/image69.emf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26.emf"/><Relationship Id="rId25" Type="http://schemas.openxmlformats.org/officeDocument/2006/relationships/image" Target="../media/image75.emf"/><Relationship Id="rId33" Type="http://schemas.openxmlformats.org/officeDocument/2006/relationships/image" Target="../media/image79.emf"/><Relationship Id="rId2" Type="http://schemas.openxmlformats.org/officeDocument/2006/relationships/oleObject" Target="../embeddings/oleObject71.bin"/><Relationship Id="rId16" Type="http://schemas.openxmlformats.org/officeDocument/2006/relationships/oleObject" Target="../embeddings/oleObject78.bin"/><Relationship Id="rId20" Type="http://schemas.openxmlformats.org/officeDocument/2006/relationships/oleObject" Target="../embeddings/oleObject80.bin"/><Relationship Id="rId29" Type="http://schemas.openxmlformats.org/officeDocument/2006/relationships/image" Target="../media/image77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71.emf"/><Relationship Id="rId24" Type="http://schemas.openxmlformats.org/officeDocument/2006/relationships/oleObject" Target="../embeddings/oleObject82.bin"/><Relationship Id="rId32" Type="http://schemas.openxmlformats.org/officeDocument/2006/relationships/oleObject" Target="../embeddings/oleObject86.bin"/><Relationship Id="rId37" Type="http://schemas.openxmlformats.org/officeDocument/2006/relationships/image" Target="../media/image54.emf"/><Relationship Id="rId5" Type="http://schemas.openxmlformats.org/officeDocument/2006/relationships/image" Target="../media/image68.emf"/><Relationship Id="rId15" Type="http://schemas.openxmlformats.org/officeDocument/2006/relationships/image" Target="../media/image73.emf"/><Relationship Id="rId23" Type="http://schemas.openxmlformats.org/officeDocument/2006/relationships/image" Target="../media/image74.emf"/><Relationship Id="rId28" Type="http://schemas.openxmlformats.org/officeDocument/2006/relationships/oleObject" Target="../embeddings/oleObject84.bin"/><Relationship Id="rId36" Type="http://schemas.openxmlformats.org/officeDocument/2006/relationships/oleObject" Target="../embeddings/oleObject88.bin"/><Relationship Id="rId10" Type="http://schemas.openxmlformats.org/officeDocument/2006/relationships/oleObject" Target="../embeddings/oleObject75.bin"/><Relationship Id="rId19" Type="http://schemas.openxmlformats.org/officeDocument/2006/relationships/image" Target="../media/image27.emf"/><Relationship Id="rId31" Type="http://schemas.openxmlformats.org/officeDocument/2006/relationships/image" Target="../media/image78.e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70.emf"/><Relationship Id="rId14" Type="http://schemas.openxmlformats.org/officeDocument/2006/relationships/oleObject" Target="../embeddings/oleObject77.bin"/><Relationship Id="rId22" Type="http://schemas.openxmlformats.org/officeDocument/2006/relationships/oleObject" Target="../embeddings/oleObject81.bin"/><Relationship Id="rId27" Type="http://schemas.openxmlformats.org/officeDocument/2006/relationships/image" Target="../media/image76.emf"/><Relationship Id="rId30" Type="http://schemas.openxmlformats.org/officeDocument/2006/relationships/oleObject" Target="../embeddings/oleObject85.bin"/><Relationship Id="rId35" Type="http://schemas.openxmlformats.org/officeDocument/2006/relationships/image" Target="../media/image80.emf"/><Relationship Id="rId8" Type="http://schemas.openxmlformats.org/officeDocument/2006/relationships/oleObject" Target="../embeddings/oleObject74.bin"/><Relationship Id="rId3" Type="http://schemas.openxmlformats.org/officeDocument/2006/relationships/image" Target="../media/image6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27.emf"/><Relationship Id="rId18" Type="http://schemas.openxmlformats.org/officeDocument/2006/relationships/oleObject" Target="../embeddings/oleObject97.bin"/><Relationship Id="rId26" Type="http://schemas.openxmlformats.org/officeDocument/2006/relationships/oleObject" Target="../embeddings/oleObject103.bin"/><Relationship Id="rId3" Type="http://schemas.openxmlformats.org/officeDocument/2006/relationships/image" Target="../media/image74.emf"/><Relationship Id="rId21" Type="http://schemas.openxmlformats.org/officeDocument/2006/relationships/oleObject" Target="../embeddings/oleObject99.bin"/><Relationship Id="rId7" Type="http://schemas.openxmlformats.org/officeDocument/2006/relationships/image" Target="../media/image82.emf"/><Relationship Id="rId12" Type="http://schemas.openxmlformats.org/officeDocument/2006/relationships/oleObject" Target="../embeddings/oleObject94.bin"/><Relationship Id="rId17" Type="http://schemas.openxmlformats.org/officeDocument/2006/relationships/image" Target="../media/image84.emf"/><Relationship Id="rId25" Type="http://schemas.openxmlformats.org/officeDocument/2006/relationships/image" Target="../media/image86.emf"/><Relationship Id="rId2" Type="http://schemas.openxmlformats.org/officeDocument/2006/relationships/oleObject" Target="../embeddings/oleObject89.bin"/><Relationship Id="rId16" Type="http://schemas.openxmlformats.org/officeDocument/2006/relationships/oleObject" Target="../embeddings/oleObject96.bin"/><Relationship Id="rId20" Type="http://schemas.openxmlformats.org/officeDocument/2006/relationships/oleObject" Target="../embeddings/oleObject98.bin"/><Relationship Id="rId29" Type="http://schemas.openxmlformats.org/officeDocument/2006/relationships/image" Target="../media/image8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26.emf"/><Relationship Id="rId24" Type="http://schemas.openxmlformats.org/officeDocument/2006/relationships/oleObject" Target="../embeddings/oleObject102.bin"/><Relationship Id="rId5" Type="http://schemas.openxmlformats.org/officeDocument/2006/relationships/image" Target="../media/image81.emf"/><Relationship Id="rId15" Type="http://schemas.openxmlformats.org/officeDocument/2006/relationships/image" Target="../media/image28.emf"/><Relationship Id="rId23" Type="http://schemas.openxmlformats.org/officeDocument/2006/relationships/oleObject" Target="../embeddings/oleObject101.bin"/><Relationship Id="rId28" Type="http://schemas.openxmlformats.org/officeDocument/2006/relationships/oleObject" Target="../embeddings/oleObject104.bin"/><Relationship Id="rId10" Type="http://schemas.openxmlformats.org/officeDocument/2006/relationships/oleObject" Target="../embeddings/oleObject93.bin"/><Relationship Id="rId19" Type="http://schemas.openxmlformats.org/officeDocument/2006/relationships/image" Target="../media/image85.emf"/><Relationship Id="rId31" Type="http://schemas.openxmlformats.org/officeDocument/2006/relationships/image" Target="../media/image89.emf"/><Relationship Id="rId4" Type="http://schemas.openxmlformats.org/officeDocument/2006/relationships/oleObject" Target="../embeddings/oleObject90.bin"/><Relationship Id="rId9" Type="http://schemas.openxmlformats.org/officeDocument/2006/relationships/image" Target="../media/image83.emf"/><Relationship Id="rId14" Type="http://schemas.openxmlformats.org/officeDocument/2006/relationships/oleObject" Target="../embeddings/oleObject95.bin"/><Relationship Id="rId22" Type="http://schemas.openxmlformats.org/officeDocument/2006/relationships/oleObject" Target="../embeddings/oleObject100.bin"/><Relationship Id="rId27" Type="http://schemas.openxmlformats.org/officeDocument/2006/relationships/image" Target="../media/image87.emf"/><Relationship Id="rId30" Type="http://schemas.openxmlformats.org/officeDocument/2006/relationships/oleObject" Target="../embeddings/oleObject10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94.emf"/><Relationship Id="rId3" Type="http://schemas.openxmlformats.org/officeDocument/2006/relationships/image" Target="../media/image90.emf"/><Relationship Id="rId7" Type="http://schemas.openxmlformats.org/officeDocument/2006/relationships/image" Target="../media/image92.emf"/><Relationship Id="rId12" Type="http://schemas.openxmlformats.org/officeDocument/2006/relationships/oleObject" Target="../embeddings/oleObject111.bin"/><Relationship Id="rId2" Type="http://schemas.openxmlformats.org/officeDocument/2006/relationships/oleObject" Target="../embeddings/oleObject10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5.emf"/><Relationship Id="rId5" Type="http://schemas.openxmlformats.org/officeDocument/2006/relationships/image" Target="../media/image91.emf"/><Relationship Id="rId15" Type="http://schemas.openxmlformats.org/officeDocument/2006/relationships/image" Target="../media/image95.emf"/><Relationship Id="rId10" Type="http://schemas.openxmlformats.org/officeDocument/2006/relationships/oleObject" Target="../embeddings/oleObject110.bin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93.emf"/><Relationship Id="rId14" Type="http://schemas.openxmlformats.org/officeDocument/2006/relationships/oleObject" Target="../embeddings/oleObject11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13" Type="http://schemas.openxmlformats.org/officeDocument/2006/relationships/oleObject" Target="../embeddings/oleObject118.bin"/><Relationship Id="rId3" Type="http://schemas.openxmlformats.org/officeDocument/2006/relationships/image" Target="../media/image96.emf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01.emf"/><Relationship Id="rId2" Type="http://schemas.openxmlformats.org/officeDocument/2006/relationships/oleObject" Target="../embeddings/oleObject113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8.e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5" Type="http://schemas.openxmlformats.org/officeDocument/2006/relationships/image" Target="../media/image103.png"/><Relationship Id="rId10" Type="http://schemas.openxmlformats.org/officeDocument/2006/relationships/image" Target="../media/image100.emf"/><Relationship Id="rId4" Type="http://schemas.openxmlformats.org/officeDocument/2006/relationships/image" Target="../media/image97.png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02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09.emf"/><Relationship Id="rId18" Type="http://schemas.openxmlformats.org/officeDocument/2006/relationships/oleObject" Target="../embeddings/oleObject127.bin"/><Relationship Id="rId26" Type="http://schemas.openxmlformats.org/officeDocument/2006/relationships/oleObject" Target="../embeddings/oleObject131.bin"/><Relationship Id="rId3" Type="http://schemas.openxmlformats.org/officeDocument/2006/relationships/image" Target="../media/image104.emf"/><Relationship Id="rId21" Type="http://schemas.openxmlformats.org/officeDocument/2006/relationships/image" Target="../media/image113.emf"/><Relationship Id="rId7" Type="http://schemas.openxmlformats.org/officeDocument/2006/relationships/image" Target="../media/image106.emf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11.emf"/><Relationship Id="rId25" Type="http://schemas.openxmlformats.org/officeDocument/2006/relationships/image" Target="../media/image115.emf"/><Relationship Id="rId2" Type="http://schemas.openxmlformats.org/officeDocument/2006/relationships/oleObject" Target="../embeddings/oleObject119.bin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29" Type="http://schemas.openxmlformats.org/officeDocument/2006/relationships/image" Target="../media/image117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08.emf"/><Relationship Id="rId24" Type="http://schemas.openxmlformats.org/officeDocument/2006/relationships/oleObject" Target="../embeddings/oleObject130.bin"/><Relationship Id="rId5" Type="http://schemas.openxmlformats.org/officeDocument/2006/relationships/image" Target="../media/image105.emf"/><Relationship Id="rId15" Type="http://schemas.openxmlformats.org/officeDocument/2006/relationships/image" Target="../media/image110.emf"/><Relationship Id="rId23" Type="http://schemas.openxmlformats.org/officeDocument/2006/relationships/image" Target="../media/image114.emf"/><Relationship Id="rId28" Type="http://schemas.openxmlformats.org/officeDocument/2006/relationships/oleObject" Target="../embeddings/oleObject132.bin"/><Relationship Id="rId10" Type="http://schemas.openxmlformats.org/officeDocument/2006/relationships/oleObject" Target="../embeddings/oleObject123.bin"/><Relationship Id="rId19" Type="http://schemas.openxmlformats.org/officeDocument/2006/relationships/image" Target="../media/image112.emf"/><Relationship Id="rId31" Type="http://schemas.openxmlformats.org/officeDocument/2006/relationships/image" Target="../media/image118.emf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07.emf"/><Relationship Id="rId14" Type="http://schemas.openxmlformats.org/officeDocument/2006/relationships/oleObject" Target="../embeddings/oleObject125.bin"/><Relationship Id="rId22" Type="http://schemas.openxmlformats.org/officeDocument/2006/relationships/oleObject" Target="../embeddings/oleObject129.bin"/><Relationship Id="rId27" Type="http://schemas.openxmlformats.org/officeDocument/2006/relationships/image" Target="../media/image116.emf"/><Relationship Id="rId30" Type="http://schemas.openxmlformats.org/officeDocument/2006/relationships/oleObject" Target="../embeddings/oleObject133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矩形 2">
            <a:extLst>
              <a:ext uri="{FF2B5EF4-FFF2-40B4-BE49-F238E27FC236}">
                <a16:creationId xmlns:a16="http://schemas.microsoft.com/office/drawing/2014/main" id="{FE262798-2E0F-9A3F-8E35-1C5FC3139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90525"/>
            <a:ext cx="25923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000">
                <a:latin typeface="华文行楷" panose="02010800040101010101" pitchFamily="2" charset="-122"/>
                <a:ea typeface="华文行楷" panose="02010800040101010101" pitchFamily="2" charset="-122"/>
              </a:rPr>
              <a:t>Section 8</a:t>
            </a:r>
            <a:endParaRPr lang="zh-CN" altLang="en-US" sz="6000">
              <a:latin typeface="Calibri" panose="020F0502020204030204" pitchFamily="34" charset="0"/>
            </a:endParaRPr>
          </a:p>
        </p:txBody>
      </p:sp>
      <p:sp>
        <p:nvSpPr>
          <p:cNvPr id="14338" name="矩形 3">
            <a:extLst>
              <a:ext uri="{FF2B5EF4-FFF2-40B4-BE49-F238E27FC236}">
                <a16:creationId xmlns:a16="http://schemas.microsoft.com/office/drawing/2014/main" id="{61ED2669-C569-BC47-1CD6-A25479ED7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528763"/>
            <a:ext cx="770572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zh-CN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function's continuity and discontinuity point</a:t>
            </a:r>
            <a:endParaRPr lang="zh-CN" altLang="en-US" sz="540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4339" name="矩形 4">
            <a:extLst>
              <a:ext uri="{FF2B5EF4-FFF2-40B4-BE49-F238E27FC236}">
                <a16:creationId xmlns:a16="http://schemas.microsoft.com/office/drawing/2014/main" id="{16FF6B93-D00C-6163-8D08-26D397A44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139950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4340" name="矩形 5">
            <a:extLst>
              <a:ext uri="{FF2B5EF4-FFF2-40B4-BE49-F238E27FC236}">
                <a16:creationId xmlns:a16="http://schemas.microsoft.com/office/drawing/2014/main" id="{FE42F02D-8764-585C-DE56-D8667BC9F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638" y="2973388"/>
            <a:ext cx="23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4341" name="矩形 6">
            <a:extLst>
              <a:ext uri="{FF2B5EF4-FFF2-40B4-BE49-F238E27FC236}">
                <a16:creationId xmlns:a16="http://schemas.microsoft.com/office/drawing/2014/main" id="{BD1E0B24-5EB9-9767-958C-989DA7F0A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519" y="390525"/>
            <a:ext cx="1101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Calibri" panose="020F0502020204030204" pitchFamily="34" charset="0"/>
              </a:rPr>
              <a:t>Chapter 1</a:t>
            </a:r>
            <a:endParaRPr lang="zh-CN" altLang="en-US" sz="18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pic>
        <p:nvPicPr>
          <p:cNvPr id="14342" name="图片 7" descr="卡通人物&#10;&#10;描述已自动生成">
            <a:extLst>
              <a:ext uri="{FF2B5EF4-FFF2-40B4-BE49-F238E27FC236}">
                <a16:creationId xmlns:a16="http://schemas.microsoft.com/office/drawing/2014/main" id="{D3DC1DC9-AEF4-D4E8-96DE-514296ADD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700588"/>
            <a:ext cx="194310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矩形 8">
            <a:extLst>
              <a:ext uri="{FF2B5EF4-FFF2-40B4-BE49-F238E27FC236}">
                <a16:creationId xmlns:a16="http://schemas.microsoft.com/office/drawing/2014/main" id="{D0BF12A6-863B-BF11-5E6E-5A4AC414A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3152775"/>
            <a:ext cx="503237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/>
              <a:t>I. functioncontinuity's Definition</a:t>
            </a:r>
            <a:endParaRPr lang="zh-CN" altLang="en-US" sz="3200"/>
          </a:p>
        </p:txBody>
      </p:sp>
      <p:sp>
        <p:nvSpPr>
          <p:cNvPr id="14344" name="矩形 9">
            <a:extLst>
              <a:ext uri="{FF2B5EF4-FFF2-40B4-BE49-F238E27FC236}">
                <a16:creationId xmlns:a16="http://schemas.microsoft.com/office/drawing/2014/main" id="{0218E35A-D75D-925E-DADE-87C2D328E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4068763"/>
            <a:ext cx="565892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/>
              <a:t>II. function's discontinuity point</a:t>
            </a:r>
            <a:endParaRPr lang="zh-CN" altLang="en-US" sz="3200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>
            <a:extLst>
              <a:ext uri="{FF2B5EF4-FFF2-40B4-BE49-F238E27FC236}">
                <a16:creationId xmlns:a16="http://schemas.microsoft.com/office/drawing/2014/main" id="{3F0A1683-7827-CCBA-FC31-D76EB325E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892425"/>
            <a:ext cx="2209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can</a:t>
            </a:r>
            <a:r>
              <a:rPr lang="zh-CN" altLang="en-US" sz="2400"/>
              <a:t>见 </a:t>
            </a:r>
            <a:r>
              <a:rPr lang="en-US" altLang="zh-CN" sz="2400"/>
              <a:t>, function</a:t>
            </a:r>
            <a:endParaRPr lang="zh-CN" altLang="en-US" sz="2400"/>
          </a:p>
        </p:txBody>
      </p:sp>
      <p:graphicFrame>
        <p:nvGraphicFramePr>
          <p:cNvPr id="56323" name="Object 3">
            <a:extLst>
              <a:ext uri="{FF2B5EF4-FFF2-40B4-BE49-F238E27FC236}">
                <a16:creationId xmlns:a16="http://schemas.microsoft.com/office/drawing/2014/main" id="{BD80E070-6231-4235-C3C7-BAEE11F812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0775" y="2971800"/>
          <a:ext cx="7334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2971800"/>
                        <a:ext cx="7334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Text Box 4">
            <a:extLst>
              <a:ext uri="{FF2B5EF4-FFF2-40B4-BE49-F238E27FC236}">
                <a16:creationId xmlns:a16="http://schemas.microsoft.com/office/drawing/2014/main" id="{280EBDAA-437C-39AB-0D21-78CB75FDB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895600"/>
            <a:ext cx="990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 point</a:t>
            </a:r>
            <a:endParaRPr lang="zh-CN" altLang="en-US" sz="2400"/>
          </a:p>
        </p:txBody>
      </p:sp>
      <p:graphicFrame>
        <p:nvGraphicFramePr>
          <p:cNvPr id="56325" name="Object 5">
            <a:extLst>
              <a:ext uri="{FF2B5EF4-FFF2-40B4-BE49-F238E27FC236}">
                <a16:creationId xmlns:a16="http://schemas.microsoft.com/office/drawing/2014/main" id="{74A46747-19D4-F541-0823-FC219507B8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2852738"/>
          <a:ext cx="34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852738"/>
                        <a:ext cx="342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6">
            <a:extLst>
              <a:ext uri="{FF2B5EF4-FFF2-40B4-BE49-F238E27FC236}">
                <a16:creationId xmlns:a16="http://schemas.microsoft.com/office/drawing/2014/main" id="{5F26D713-F497-F1DB-3256-9F367ED1E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57200"/>
            <a:ext cx="4572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I. functioncontinuity's Definition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56328" name="Text Box 8">
            <a:extLst>
              <a:ext uri="{FF2B5EF4-FFF2-40B4-BE49-F238E27FC236}">
                <a16:creationId xmlns:a16="http://schemas.microsoft.com/office/drawing/2014/main" id="{699A55EE-A387-D029-2370-2A26A9C8DFB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28663" y="1255713"/>
            <a:ext cx="871537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Definition: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56329" name="Object 9">
            <a:extLst>
              <a:ext uri="{FF2B5EF4-FFF2-40B4-BE49-F238E27FC236}">
                <a16:creationId xmlns:a16="http://schemas.microsoft.com/office/drawing/2014/main" id="{7762F933-F293-37AB-980C-F48F7469B9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4938" y="1293813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938" y="1293813"/>
                        <a:ext cx="1320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0" name="Text Box 10">
            <a:extLst>
              <a:ext uri="{FF2B5EF4-FFF2-40B4-BE49-F238E27FC236}">
                <a16:creationId xmlns:a16="http://schemas.microsoft.com/office/drawing/2014/main" id="{2C442F98-10AD-5C15-5C71-F43C5AC49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268413"/>
            <a:ext cx="609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graphicFrame>
        <p:nvGraphicFramePr>
          <p:cNvPr id="56331" name="Object 11">
            <a:extLst>
              <a:ext uri="{FF2B5EF4-FFF2-40B4-BE49-F238E27FC236}">
                <a16:creationId xmlns:a16="http://schemas.microsoft.com/office/drawing/2014/main" id="{18062F6B-9546-D6D4-F51B-427229C05C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4550" y="1255713"/>
          <a:ext cx="34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550" y="1255713"/>
                        <a:ext cx="342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2" name="Text Box 12">
            <a:extLst>
              <a:ext uri="{FF2B5EF4-FFF2-40B4-BE49-F238E27FC236}">
                <a16:creationId xmlns:a16="http://schemas.microsoft.com/office/drawing/2014/main" id="{A9334253-3B77-B818-906C-26650D474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475" y="1293813"/>
            <a:ext cx="27559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's someneighbourhood inside has Definition ,</a:t>
            </a:r>
            <a:endParaRPr lang="en-US" altLang="zh-CN" sz="2400"/>
          </a:p>
        </p:txBody>
      </p:sp>
      <p:graphicFrame>
        <p:nvGraphicFramePr>
          <p:cNvPr id="56333" name="Object 13">
            <a:extLst>
              <a:ext uri="{FF2B5EF4-FFF2-40B4-BE49-F238E27FC236}">
                <a16:creationId xmlns:a16="http://schemas.microsoft.com/office/drawing/2014/main" id="{F8982DC9-330E-22BD-39D2-C37654BB75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9000" y="1960563"/>
          <a:ext cx="28194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1960563"/>
                        <a:ext cx="28194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4" name="Text Box 14">
            <a:extLst>
              <a:ext uri="{FF2B5EF4-FFF2-40B4-BE49-F238E27FC236}">
                <a16:creationId xmlns:a16="http://schemas.microsoft.com/office/drawing/2014/main" id="{709297E8-8B08-71BD-9C6B-455B75A25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943100"/>
            <a:ext cx="15875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r>
              <a:rPr lang="zh-CN" altLang="en-US" sz="2400"/>
              <a:t>称</a:t>
            </a:r>
            <a:r>
              <a:rPr lang="en-US" altLang="zh-CN" sz="2400"/>
              <a:t>function</a:t>
            </a:r>
            <a:endParaRPr lang="zh-CN" altLang="en-US" sz="2400"/>
          </a:p>
        </p:txBody>
      </p:sp>
      <p:graphicFrame>
        <p:nvGraphicFramePr>
          <p:cNvPr id="56336" name="Object 16">
            <a:extLst>
              <a:ext uri="{FF2B5EF4-FFF2-40B4-BE49-F238E27FC236}">
                <a16:creationId xmlns:a16="http://schemas.microsoft.com/office/drawing/2014/main" id="{3F73EA13-1E6A-C34F-8EAC-76E30D1F14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0025" y="1962150"/>
          <a:ext cx="2336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0025" y="1962150"/>
                        <a:ext cx="2336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1" name="Text Box 21">
            <a:extLst>
              <a:ext uri="{FF2B5EF4-FFF2-40B4-BE49-F238E27FC236}">
                <a16:creationId xmlns:a16="http://schemas.microsoft.com/office/drawing/2014/main" id="{22558C7C-0D82-6538-80B0-876DDF8CE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57028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(1) </a:t>
            </a:r>
          </a:p>
        </p:txBody>
      </p:sp>
      <p:graphicFrame>
        <p:nvGraphicFramePr>
          <p:cNvPr id="56342" name="Object 22">
            <a:extLst>
              <a:ext uri="{FF2B5EF4-FFF2-40B4-BE49-F238E27FC236}">
                <a16:creationId xmlns:a16="http://schemas.microsoft.com/office/drawing/2014/main" id="{BB64AEA3-2495-B296-11E0-86BAB7C2DB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3598863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598863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3" name="Text Box 23">
            <a:extLst>
              <a:ext uri="{FF2B5EF4-FFF2-40B4-BE49-F238E27FC236}">
                <a16:creationId xmlns:a16="http://schemas.microsoft.com/office/drawing/2014/main" id="{42A8F0DC-FE63-BC0B-7595-B5A2D20B8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581400"/>
            <a:ext cx="114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 point</a:t>
            </a:r>
            <a:endParaRPr lang="zh-CN" altLang="en-US" sz="2400"/>
          </a:p>
        </p:txBody>
      </p:sp>
      <p:graphicFrame>
        <p:nvGraphicFramePr>
          <p:cNvPr id="56344" name="Object 24">
            <a:extLst>
              <a:ext uri="{FF2B5EF4-FFF2-40B4-BE49-F238E27FC236}">
                <a16:creationId xmlns:a16="http://schemas.microsoft.com/office/drawing/2014/main" id="{11BA8527-0E16-9B83-8DAA-70A488DA8C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3573463"/>
          <a:ext cx="34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573463"/>
                        <a:ext cx="342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5" name="Text Box 25">
            <a:extLst>
              <a:ext uri="{FF2B5EF4-FFF2-40B4-BE49-F238E27FC236}">
                <a16:creationId xmlns:a16="http://schemas.microsoft.com/office/drawing/2014/main" id="{627459B0-4E4D-24C5-DF7E-A3B8B7F90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573463"/>
            <a:ext cx="53816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56346" name="Object 26">
            <a:extLst>
              <a:ext uri="{FF2B5EF4-FFF2-40B4-BE49-F238E27FC236}">
                <a16:creationId xmlns:a16="http://schemas.microsoft.com/office/drawing/2014/main" id="{794015A8-E41B-9B49-4868-9A560C3211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3573463"/>
          <a:ext cx="901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573463"/>
                        <a:ext cx="901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7" name="Text Box 27">
            <a:extLst>
              <a:ext uri="{FF2B5EF4-FFF2-40B4-BE49-F238E27FC236}">
                <a16:creationId xmlns:a16="http://schemas.microsoft.com/office/drawing/2014/main" id="{71F8323C-9C0F-DCCC-E476-96CC92A1E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281488"/>
            <a:ext cx="1371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(2) limit</a:t>
            </a:r>
            <a:endParaRPr lang="zh-CN" altLang="en-US" sz="2400"/>
          </a:p>
        </p:txBody>
      </p:sp>
      <p:graphicFrame>
        <p:nvGraphicFramePr>
          <p:cNvPr id="56348" name="Object 28">
            <a:extLst>
              <a:ext uri="{FF2B5EF4-FFF2-40B4-BE49-F238E27FC236}">
                <a16:creationId xmlns:a16="http://schemas.microsoft.com/office/drawing/2014/main" id="{76B489AD-6911-6751-E15D-B5A2084E0B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4292600"/>
          <a:ext cx="1498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0" imgH="0" progId="Equation.3">
                  <p:embed/>
                </p:oleObj>
              </mc:Choice>
              <mc:Fallback>
                <p:oleObj name="Equation" r:id="rId17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292600"/>
                        <a:ext cx="14986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9" name="Text Box 29">
            <a:extLst>
              <a:ext uri="{FF2B5EF4-FFF2-40B4-BE49-F238E27FC236}">
                <a16:creationId xmlns:a16="http://schemas.microsoft.com/office/drawing/2014/main" id="{E8D7A510-4BEE-C36C-C6E8-93E316B2B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5140325"/>
            <a:ext cx="6413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(3)</a:t>
            </a:r>
          </a:p>
        </p:txBody>
      </p:sp>
      <p:graphicFrame>
        <p:nvGraphicFramePr>
          <p:cNvPr id="56350" name="Object 30">
            <a:extLst>
              <a:ext uri="{FF2B5EF4-FFF2-40B4-BE49-F238E27FC236}">
                <a16:creationId xmlns:a16="http://schemas.microsoft.com/office/drawing/2014/main" id="{D643463C-8787-4472-E177-5F781EB8C6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5146675"/>
          <a:ext cx="2794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0" imgH="0" progId="Equation.3">
                  <p:embed/>
                </p:oleObj>
              </mc:Choice>
              <mc:Fallback>
                <p:oleObj name="Equation" r:id="rId19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146675"/>
                        <a:ext cx="27940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51" name="Text Box 31">
            <a:extLst>
              <a:ext uri="{FF2B5EF4-FFF2-40B4-BE49-F238E27FC236}">
                <a16:creationId xmlns:a16="http://schemas.microsoft.com/office/drawing/2014/main" id="{5143C2BB-F914-2657-0EC8-54FEE9102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268413"/>
            <a:ext cx="121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Letfunction</a:t>
            </a:r>
            <a:endParaRPr lang="zh-CN" altLang="en-US" sz="2400"/>
          </a:p>
        </p:txBody>
      </p:sp>
      <p:sp>
        <p:nvSpPr>
          <p:cNvPr id="56352" name="Text Box 32">
            <a:extLst>
              <a:ext uri="{FF2B5EF4-FFF2-40B4-BE49-F238E27FC236}">
                <a16:creationId xmlns:a16="http://schemas.microsoft.com/office/drawing/2014/main" id="{EBA5FE94-AD88-99E5-AA73-9219D07E2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863850"/>
            <a:ext cx="3962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continuous must must has </a:t>
            </a:r>
            <a:r>
              <a:rPr lang="zh-CN" altLang="en-US" sz="2400"/>
              <a:t>备 </a:t>
            </a:r>
            <a:r>
              <a:rPr lang="en-US" altLang="zh-CN" sz="2400"/>
              <a:t>under </a:t>
            </a:r>
            <a:r>
              <a:rPr lang="zh-CN" altLang="en-US" sz="2400"/>
              <a:t>列</a:t>
            </a:r>
            <a:r>
              <a:rPr lang="en-US" altLang="zh-CN" sz="2400"/>
              <a:t>condition:</a:t>
            </a:r>
          </a:p>
        </p:txBody>
      </p:sp>
      <p:sp>
        <p:nvSpPr>
          <p:cNvPr id="56353" name="Text Box 33">
            <a:extLst>
              <a:ext uri="{FF2B5EF4-FFF2-40B4-BE49-F238E27FC236}">
                <a16:creationId xmlns:a16="http://schemas.microsoft.com/office/drawing/2014/main" id="{0D3FCF3B-C7AD-554A-7763-634DFB44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281488"/>
            <a:ext cx="1447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existence ;</a:t>
            </a:r>
          </a:p>
        </p:txBody>
      </p:sp>
      <p:sp>
        <p:nvSpPr>
          <p:cNvPr id="56354" name="Text Box 34">
            <a:extLst>
              <a:ext uri="{FF2B5EF4-FFF2-40B4-BE49-F238E27FC236}">
                <a16:creationId xmlns:a16="http://schemas.microsoft.com/office/drawing/2014/main" id="{D7A5823B-3B8A-93A3-12CE-A49D9BF9D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1309688"/>
            <a:ext cx="6848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and</a:t>
            </a:r>
            <a:endParaRPr lang="zh-CN" altLang="en-US" sz="2400"/>
          </a:p>
        </p:txBody>
      </p:sp>
      <p:sp>
        <p:nvSpPr>
          <p:cNvPr id="56355" name="Text Box 35">
            <a:extLst>
              <a:ext uri="{FF2B5EF4-FFF2-40B4-BE49-F238E27FC236}">
                <a16:creationId xmlns:a16="http://schemas.microsoft.com/office/drawing/2014/main" id="{48C41F9E-EF52-E0E6-5B62-6718DE48E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571875"/>
            <a:ext cx="2153154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has Definition ,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56356" name="Text Box 36">
            <a:extLst>
              <a:ext uri="{FF2B5EF4-FFF2-40B4-BE49-F238E27FC236}">
                <a16:creationId xmlns:a16="http://schemas.microsoft.com/office/drawing/2014/main" id="{AA8713ED-AF5A-F188-1FD0-00CF0CCC1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573463"/>
            <a:ext cx="15504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existence ;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6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6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6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6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6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6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6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6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autoUpdateAnimBg="0"/>
      <p:bldP spid="56324" grpId="0" autoUpdateAnimBg="0"/>
      <p:bldP spid="56328" grpId="0" autoUpdateAnimBg="0"/>
      <p:bldP spid="56330" grpId="0" autoUpdateAnimBg="0"/>
      <p:bldP spid="56332" grpId="0" autoUpdateAnimBg="0"/>
      <p:bldP spid="56334" grpId="0" autoUpdateAnimBg="0"/>
      <p:bldP spid="56341" grpId="0" autoUpdateAnimBg="0"/>
      <p:bldP spid="56343" grpId="0" build="p" autoUpdateAnimBg="0" advAuto="0"/>
      <p:bldP spid="56345" grpId="0" build="p" autoUpdateAnimBg="0"/>
      <p:bldP spid="56347" grpId="0" autoUpdateAnimBg="0"/>
      <p:bldP spid="56349" grpId="0" autoUpdateAnimBg="0"/>
      <p:bldP spid="56351" grpId="0" autoUpdateAnimBg="0"/>
      <p:bldP spid="56352" grpId="0" autoUpdateAnimBg="0"/>
      <p:bldP spid="56353" grpId="0" autoUpdateAnimBg="0"/>
      <p:bldP spid="56354" grpId="0" build="p" autoUpdateAnimBg="0"/>
      <p:bldP spid="56355" grpId="0" build="p" autoUpdateAnimBg="0" advAuto="0"/>
      <p:bldP spid="56356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53" name="Object 73">
            <a:extLst>
              <a:ext uri="{FF2B5EF4-FFF2-40B4-BE49-F238E27FC236}">
                <a16:creationId xmlns:a16="http://schemas.microsoft.com/office/drawing/2014/main" id="{F7D02047-60E2-74F9-70ED-10E835CD29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5638800"/>
          <a:ext cx="5257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638800"/>
                        <a:ext cx="52578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6" name="Text Box 39">
            <a:extLst>
              <a:ext uri="{FF2B5EF4-FFF2-40B4-BE49-F238E27FC236}">
                <a16:creationId xmlns:a16="http://schemas.microsoft.com/office/drawing/2014/main" id="{E3B1F603-C62D-80A0-99DB-6FDEE8D7A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8913"/>
            <a:ext cx="533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if</a:t>
            </a:r>
            <a:endParaRPr lang="zh-CN" altLang="en-US" sz="2400"/>
          </a:p>
        </p:txBody>
      </p:sp>
      <p:graphicFrame>
        <p:nvGraphicFramePr>
          <p:cNvPr id="16387" name="Object 40">
            <a:extLst>
              <a:ext uri="{FF2B5EF4-FFF2-40B4-BE49-F238E27FC236}">
                <a16:creationId xmlns:a16="http://schemas.microsoft.com/office/drawing/2014/main" id="{2108423F-BFE5-B5B8-C9FE-3E595BD1B9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6035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60350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1">
            <a:extLst>
              <a:ext uri="{FF2B5EF4-FFF2-40B4-BE49-F238E27FC236}">
                <a16:creationId xmlns:a16="http://schemas.microsoft.com/office/drawing/2014/main" id="{553C97DA-06CF-03B9-46D2-FD09DCB3C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79388"/>
            <a:ext cx="38084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insomeinterval on each point all continuous ,</a:t>
            </a:r>
            <a:endParaRPr lang="en-US" altLang="zh-CN" sz="2400"/>
          </a:p>
        </p:txBody>
      </p:sp>
      <p:sp>
        <p:nvSpPr>
          <p:cNvPr id="20522" name="Text Box 42">
            <a:extLst>
              <a:ext uri="{FF2B5EF4-FFF2-40B4-BE49-F238E27FC236}">
                <a16:creationId xmlns:a16="http://schemas.microsoft.com/office/drawing/2014/main" id="{854B8285-0507-2B19-CE09-8785B5A7C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00" y="193675"/>
            <a:ext cx="28003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r>
              <a:rPr lang="zh-CN" altLang="en-US" sz="2400"/>
              <a:t>称 </a:t>
            </a:r>
            <a:r>
              <a:rPr lang="en-US" altLang="zh-CN" sz="2400"/>
              <a:t>itin theinterval on</a:t>
            </a:r>
            <a:endParaRPr lang="zh-CN" altLang="en-US" sz="2400"/>
          </a:p>
        </p:txBody>
      </p:sp>
      <p:sp>
        <p:nvSpPr>
          <p:cNvPr id="20523" name="Text Box 43">
            <a:extLst>
              <a:ext uri="{FF2B5EF4-FFF2-40B4-BE49-F238E27FC236}">
                <a16:creationId xmlns:a16="http://schemas.microsoft.com/office/drawing/2014/main" id="{97B21640-D993-36E7-95C1-269BCCF0C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06450"/>
            <a:ext cx="1371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continuous ,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20524" name="Text Box 44">
            <a:extLst>
              <a:ext uri="{FF2B5EF4-FFF2-40B4-BE49-F238E27FC236}">
                <a16:creationId xmlns:a16="http://schemas.microsoft.com/office/drawing/2014/main" id="{E4D60E32-D713-F31B-BC9D-6D2F2B4C7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806450"/>
            <a:ext cx="43910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or </a:t>
            </a:r>
            <a:r>
              <a:rPr lang="zh-CN" altLang="en-US" sz="2400"/>
              <a:t>称 </a:t>
            </a:r>
            <a:r>
              <a:rPr lang="en-US" altLang="zh-CN" sz="2400"/>
              <a:t>it is theinterval on 's continuousfunction .</a:t>
            </a:r>
            <a:endParaRPr lang="en-US" altLang="zh-CN" sz="2400" b="1"/>
          </a:p>
        </p:txBody>
      </p:sp>
      <p:graphicFrame>
        <p:nvGraphicFramePr>
          <p:cNvPr id="20526" name="Object 46">
            <a:extLst>
              <a:ext uri="{FF2B5EF4-FFF2-40B4-BE49-F238E27FC236}">
                <a16:creationId xmlns:a16="http://schemas.microsoft.com/office/drawing/2014/main" id="{FE8C91A7-7940-38D7-90C6-6F95D02D2C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7788" y="1466850"/>
          <a:ext cx="129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1466850"/>
                        <a:ext cx="1295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8" name="Text Box 48">
            <a:extLst>
              <a:ext uri="{FF2B5EF4-FFF2-40B4-BE49-F238E27FC236}">
                <a16:creationId xmlns:a16="http://schemas.microsoft.com/office/drawing/2014/main" id="{F3807220-1343-2434-E833-162ADCF17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147888"/>
            <a:ext cx="1295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for example,</a:t>
            </a:r>
          </a:p>
        </p:txBody>
      </p:sp>
      <p:graphicFrame>
        <p:nvGraphicFramePr>
          <p:cNvPr id="20529" name="Object 49">
            <a:extLst>
              <a:ext uri="{FF2B5EF4-FFF2-40B4-BE49-F238E27FC236}">
                <a16:creationId xmlns:a16="http://schemas.microsoft.com/office/drawing/2014/main" id="{632F5AF9-03F4-F350-6106-B23F9E0601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4788" y="2098675"/>
          <a:ext cx="39481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788" y="2098675"/>
                        <a:ext cx="39481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0" name="Text Box 50">
            <a:extLst>
              <a:ext uri="{FF2B5EF4-FFF2-40B4-BE49-F238E27FC236}">
                <a16:creationId xmlns:a16="http://schemas.microsoft.com/office/drawing/2014/main" id="{703C69F3-DEBD-ACD4-BC1D-719954311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2819400"/>
            <a:ext cx="7651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graphicFrame>
        <p:nvGraphicFramePr>
          <p:cNvPr id="20531" name="Object 51">
            <a:extLst>
              <a:ext uri="{FF2B5EF4-FFF2-40B4-BE49-F238E27FC236}">
                <a16:creationId xmlns:a16="http://schemas.microsoft.com/office/drawing/2014/main" id="{B0619EF2-7FF3-CC50-0754-FE17919F5A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2125" y="2851150"/>
          <a:ext cx="1473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25" y="2851150"/>
                        <a:ext cx="1473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2" name="Text Box 52">
            <a:extLst>
              <a:ext uri="{FF2B5EF4-FFF2-40B4-BE49-F238E27FC236}">
                <a16:creationId xmlns:a16="http://schemas.microsoft.com/office/drawing/2014/main" id="{490D6F33-FF15-A6CF-9F7D-3EC0C91DC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2475" y="2816225"/>
            <a:ext cx="1752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on continuous .</a:t>
            </a:r>
          </a:p>
        </p:txBody>
      </p:sp>
      <p:sp>
        <p:nvSpPr>
          <p:cNvPr id="20536" name="Text Box 56">
            <a:extLst>
              <a:ext uri="{FF2B5EF4-FFF2-40B4-BE49-F238E27FC236}">
                <a16:creationId xmlns:a16="http://schemas.microsoft.com/office/drawing/2014/main" id="{6A186E11-8595-90F2-87E3-9BB55C669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4975" y="2168525"/>
            <a:ext cx="21542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( has </a:t>
            </a:r>
            <a:r>
              <a:rPr lang="zh-CN" altLang="en-US" sz="2400"/>
              <a:t>理整</a:t>
            </a:r>
            <a:r>
              <a:rPr lang="en-US" altLang="zh-CN" sz="2400"/>
              <a:t>function )</a:t>
            </a:r>
          </a:p>
        </p:txBody>
      </p:sp>
      <p:sp>
        <p:nvSpPr>
          <p:cNvPr id="20538" name="Text Box 58">
            <a:extLst>
              <a:ext uri="{FF2B5EF4-FFF2-40B4-BE49-F238E27FC236}">
                <a16:creationId xmlns:a16="http://schemas.microsoft.com/office/drawing/2014/main" id="{D64BD462-C399-40B8-34C2-EEC3AF9FA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56000"/>
            <a:ext cx="29591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GB" sz="2400" b="1">
                <a:solidFill>
                  <a:schemeClr val="tx2"/>
                </a:solidFill>
              </a:rPr>
              <a:t>又 </a:t>
            </a:r>
            <a:r>
              <a:rPr lang="en-GB" altLang="zh-CN" sz="2400" b="1">
                <a:solidFill>
                  <a:schemeClr val="tx2"/>
                </a:solidFill>
              </a:rPr>
              <a:t>such as, has </a:t>
            </a:r>
            <a:r>
              <a:rPr lang="zh-CN" altLang="en-GB" sz="2400" b="1">
                <a:solidFill>
                  <a:schemeClr val="tx2"/>
                </a:solidFill>
              </a:rPr>
              <a:t>理分 </a:t>
            </a:r>
            <a:r>
              <a:rPr lang="en-GB" altLang="zh-CN" sz="2400" b="1">
                <a:solidFill>
                  <a:schemeClr val="tx2"/>
                </a:solidFill>
              </a:rPr>
              <a:t>formulafunction</a:t>
            </a:r>
            <a:endParaRPr lang="zh-CN" altLang="en-US" sz="2400"/>
          </a:p>
        </p:txBody>
      </p:sp>
      <p:graphicFrame>
        <p:nvGraphicFramePr>
          <p:cNvPr id="20539" name="Object 59">
            <a:extLst>
              <a:ext uri="{FF2B5EF4-FFF2-40B4-BE49-F238E27FC236}">
                <a16:creationId xmlns:a16="http://schemas.microsoft.com/office/drawing/2014/main" id="{D1ECE0EF-8E8C-BAAE-BEDD-EBABB9B3AA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4563" y="3400425"/>
          <a:ext cx="1841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563" y="3400425"/>
                        <a:ext cx="1841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7" name="Text Box 67">
            <a:extLst>
              <a:ext uri="{FF2B5EF4-FFF2-40B4-BE49-F238E27FC236}">
                <a16:creationId xmlns:a16="http://schemas.microsoft.com/office/drawing/2014/main" id="{626B92C6-3E74-ECF2-92ED-38C48FB10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0" y="4435475"/>
            <a:ext cx="28670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 itsdomain inside continuous.</a:t>
            </a:r>
          </a:p>
        </p:txBody>
      </p:sp>
      <p:sp>
        <p:nvSpPr>
          <p:cNvPr id="20525" name="Text Box 45">
            <a:extLst>
              <a:ext uri="{FF2B5EF4-FFF2-40B4-BE49-F238E27FC236}">
                <a16:creationId xmlns:a16="http://schemas.microsoft.com/office/drawing/2014/main" id="{1FCD6096-9477-CAA0-3B37-15267BB70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27163"/>
            <a:ext cx="15430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inclosed interval</a:t>
            </a:r>
            <a:endParaRPr lang="zh-CN" altLang="en-US" sz="2400"/>
          </a:p>
        </p:txBody>
      </p:sp>
      <p:graphicFrame>
        <p:nvGraphicFramePr>
          <p:cNvPr id="20555" name="Object 75">
            <a:extLst>
              <a:ext uri="{FF2B5EF4-FFF2-40B4-BE49-F238E27FC236}">
                <a16:creationId xmlns:a16="http://schemas.microsoft.com/office/drawing/2014/main" id="{D8F545DF-1B39-E5C1-A7A0-BE04316440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3900" y="1482725"/>
          <a:ext cx="863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1482725"/>
                        <a:ext cx="863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7" name="Text Box 77">
            <a:extLst>
              <a:ext uri="{FF2B5EF4-FFF2-40B4-BE49-F238E27FC236}">
                <a16:creationId xmlns:a16="http://schemas.microsoft.com/office/drawing/2014/main" id="{90D4B05A-1C98-3F9D-DC46-1ACD7F331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1411288"/>
            <a:ext cx="5707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on 's continuousfunction's set denoted by</a:t>
            </a:r>
            <a:endParaRPr lang="zh-CN" altLang="en-US" sz="2400"/>
          </a:p>
        </p:txBody>
      </p:sp>
      <p:sp>
        <p:nvSpPr>
          <p:cNvPr id="20541" name="Rectangle 61">
            <a:extLst>
              <a:ext uri="{FF2B5EF4-FFF2-40B4-BE49-F238E27FC236}">
                <a16:creationId xmlns:a16="http://schemas.microsoft.com/office/drawing/2014/main" id="{9EB56B96-C0B9-6E4F-B57B-4814CCB9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5421313"/>
            <a:ext cx="72390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42" name="Text Box 62">
            <a:extLst>
              <a:ext uri="{FF2B5EF4-FFF2-40B4-BE49-F238E27FC236}">
                <a16:creationId xmlns:a16="http://schemas.microsoft.com/office/drawing/2014/main" id="{D553A54C-9E22-5992-EA38-AC54E85C5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25" y="5427663"/>
            <a:ext cx="1066800" cy="1200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as long as</a:t>
            </a:r>
            <a:endParaRPr lang="zh-CN" altLang="en-US" sz="2400"/>
          </a:p>
        </p:txBody>
      </p:sp>
      <p:graphicFrame>
        <p:nvGraphicFramePr>
          <p:cNvPr id="20543" name="Object 63">
            <a:extLst>
              <a:ext uri="{FF2B5EF4-FFF2-40B4-BE49-F238E27FC236}">
                <a16:creationId xmlns:a16="http://schemas.microsoft.com/office/drawing/2014/main" id="{BE3DE66B-119D-05CE-58BF-6C4B37FF2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5445125"/>
          <a:ext cx="1587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445125"/>
                        <a:ext cx="1587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5" name="Text Box 65">
            <a:extLst>
              <a:ext uri="{FF2B5EF4-FFF2-40B4-BE49-F238E27FC236}">
                <a16:creationId xmlns:a16="http://schemas.microsoft.com/office/drawing/2014/main" id="{968E6B4D-AB92-97A6-FB86-9E283944A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5445125"/>
            <a:ext cx="11604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all has</a:t>
            </a:r>
            <a:endParaRPr lang="zh-CN" altLang="en-US" sz="2400"/>
          </a:p>
        </p:txBody>
      </p:sp>
      <p:graphicFrame>
        <p:nvGraphicFramePr>
          <p:cNvPr id="20546" name="Object 66">
            <a:extLst>
              <a:ext uri="{FF2B5EF4-FFF2-40B4-BE49-F238E27FC236}">
                <a16:creationId xmlns:a16="http://schemas.microsoft.com/office/drawing/2014/main" id="{A6C758BD-CA06-02FF-B756-BD00E8BC69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5461000"/>
          <a:ext cx="267811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5461000"/>
                        <a:ext cx="2678112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9" name="Line 89">
            <a:extLst>
              <a:ext uri="{FF2B5EF4-FFF2-40B4-BE49-F238E27FC236}">
                <a16:creationId xmlns:a16="http://schemas.microsoft.com/office/drawing/2014/main" id="{E96B3634-3240-D737-AF4C-1A7B608D9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5257800"/>
            <a:ext cx="8077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0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0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2" grpId="0" autoUpdateAnimBg="0"/>
      <p:bldP spid="20523" grpId="0" autoUpdateAnimBg="0"/>
      <p:bldP spid="20524" grpId="0" autoUpdateAnimBg="0"/>
      <p:bldP spid="20528" grpId="0" autoUpdateAnimBg="0"/>
      <p:bldP spid="20530" grpId="0" autoUpdateAnimBg="0"/>
      <p:bldP spid="20532" grpId="0" autoUpdateAnimBg="0"/>
      <p:bldP spid="20536" grpId="0" autoUpdateAnimBg="0"/>
      <p:bldP spid="20538" grpId="0" autoUpdateAnimBg="0"/>
      <p:bldP spid="20547" grpId="0" autoUpdateAnimBg="0"/>
      <p:bldP spid="20525" grpId="0" autoUpdateAnimBg="0"/>
      <p:bldP spid="20557" grpId="0" build="p" autoUpdateAnimBg="0" advAuto="0"/>
      <p:bldP spid="20542" grpId="0" animBg="1" autoUpdateAnimBg="0"/>
      <p:bldP spid="2054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573A6286-9C20-2926-B02F-3756A1F158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688" y="411163"/>
            <a:ext cx="2408237" cy="457200"/>
          </a:xfrm>
        </p:spPr>
        <p:txBody>
          <a:bodyPr/>
          <a:lstStyle/>
          <a:p>
            <a:pPr eaLnBrk="1" hangingPunct="1"/>
            <a:r>
              <a:rPr lang="zh-CN" altLang="en-US" sz="2400">
                <a:ea typeface="楷体_GB2312" pitchFamily="49" charset="-122"/>
              </a:rPr>
              <a:t>对</a:t>
            </a:r>
            <a:r>
              <a:rPr lang="en-US" altLang="zh-CN" sz="2400">
                <a:ea typeface="楷体_GB2312" pitchFamily="49" charset="-122"/>
              </a:rPr>
              <a:t>independent variable's increment</a:t>
            </a:r>
            <a:endParaRPr lang="zh-CN" altLang="en-US" sz="2400">
              <a:ea typeface="楷体_GB2312" pitchFamily="49" charset="-122"/>
            </a:endParaRPr>
          </a:p>
        </p:txBody>
      </p:sp>
      <p:graphicFrame>
        <p:nvGraphicFramePr>
          <p:cNvPr id="16402" name="Object 18">
            <a:extLst>
              <a:ext uri="{FF2B5EF4-FFF2-40B4-BE49-F238E27FC236}">
                <a16:creationId xmlns:a16="http://schemas.microsoft.com/office/drawing/2014/main" id="{AD4DA0C9-F710-E0CF-AE9A-46D64E2597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403225"/>
          <a:ext cx="1765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403225"/>
                        <a:ext cx="1765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4" name="Text Box 20">
            <a:extLst>
              <a:ext uri="{FF2B5EF4-FFF2-40B4-BE49-F238E27FC236}">
                <a16:creationId xmlns:a16="http://schemas.microsoft.com/office/drawing/2014/main" id="{5EE271BB-2BEB-628B-531F-F5D469431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393700"/>
            <a:ext cx="3200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has function's increment</a:t>
            </a:r>
            <a:endParaRPr lang="zh-CN" altLang="en-US" sz="2400">
              <a:solidFill>
                <a:schemeClr val="tx2"/>
              </a:solidFill>
            </a:endParaRPr>
          </a:p>
        </p:txBody>
      </p:sp>
      <p:graphicFrame>
        <p:nvGraphicFramePr>
          <p:cNvPr id="16405" name="Object 21">
            <a:extLst>
              <a:ext uri="{FF2B5EF4-FFF2-40B4-BE49-F238E27FC236}">
                <a16:creationId xmlns:a16="http://schemas.microsoft.com/office/drawing/2014/main" id="{D2251EF9-5988-139E-2760-DF6EE01BC5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9400" y="1003300"/>
          <a:ext cx="271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1003300"/>
                        <a:ext cx="2717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6" name="Object 22">
            <a:extLst>
              <a:ext uri="{FF2B5EF4-FFF2-40B4-BE49-F238E27FC236}">
                <a16:creationId xmlns:a16="http://schemas.microsoft.com/office/drawing/2014/main" id="{5ACD016E-6F7F-2908-3C11-1D4E0A6A56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0700" y="1003300"/>
          <a:ext cx="3136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1003300"/>
                        <a:ext cx="3136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52" name="Rectangle 68">
            <a:extLst>
              <a:ext uri="{FF2B5EF4-FFF2-40B4-BE49-F238E27FC236}">
                <a16:creationId xmlns:a16="http://schemas.microsoft.com/office/drawing/2014/main" id="{792F34DE-6EE3-5BEA-A243-7A93A7186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895600"/>
            <a:ext cx="2514600" cy="22098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6470" name="Group 86">
            <a:extLst>
              <a:ext uri="{FF2B5EF4-FFF2-40B4-BE49-F238E27FC236}">
                <a16:creationId xmlns:a16="http://schemas.microsoft.com/office/drawing/2014/main" id="{B1070E00-F760-24C1-7283-E182A4F00AF5}"/>
              </a:ext>
            </a:extLst>
          </p:cNvPr>
          <p:cNvGrpSpPr>
            <a:grpSpLocks/>
          </p:cNvGrpSpPr>
          <p:nvPr/>
        </p:nvGrpSpPr>
        <p:grpSpPr bwMode="auto">
          <a:xfrm>
            <a:off x="6575425" y="2949575"/>
            <a:ext cx="1854200" cy="1096963"/>
            <a:chOff x="4293" y="1915"/>
            <a:chExt cx="1168" cy="691"/>
          </a:xfrm>
        </p:grpSpPr>
        <p:sp>
          <p:nvSpPr>
            <p:cNvPr id="17466" name="Freeform 27">
              <a:extLst>
                <a:ext uri="{FF2B5EF4-FFF2-40B4-BE49-F238E27FC236}">
                  <a16:creationId xmlns:a16="http://schemas.microsoft.com/office/drawing/2014/main" id="{BA5C272B-9364-5537-CF3D-3823C7880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1915"/>
              <a:ext cx="1168" cy="691"/>
            </a:xfrm>
            <a:custGeom>
              <a:avLst/>
              <a:gdLst>
                <a:gd name="T0" fmla="*/ 0 w 1296"/>
                <a:gd name="T1" fmla="*/ 504 h 768"/>
                <a:gd name="T2" fmla="*/ 380 w 1296"/>
                <a:gd name="T3" fmla="*/ 408 h 768"/>
                <a:gd name="T4" fmla="*/ 602 w 1296"/>
                <a:gd name="T5" fmla="*/ 252 h 768"/>
                <a:gd name="T6" fmla="*/ 855 w 1296"/>
                <a:gd name="T7" fmla="*/ 0 h 7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96" h="768">
                  <a:moveTo>
                    <a:pt x="0" y="768"/>
                  </a:moveTo>
                  <a:cubicBezTo>
                    <a:pt x="212" y="728"/>
                    <a:pt x="424" y="688"/>
                    <a:pt x="576" y="624"/>
                  </a:cubicBezTo>
                  <a:cubicBezTo>
                    <a:pt x="728" y="560"/>
                    <a:pt x="792" y="488"/>
                    <a:pt x="912" y="384"/>
                  </a:cubicBezTo>
                  <a:cubicBezTo>
                    <a:pt x="1032" y="280"/>
                    <a:pt x="1232" y="64"/>
                    <a:pt x="1296" y="0"/>
                  </a:cubicBezTo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67" name="Object 28">
              <a:extLst>
                <a:ext uri="{FF2B5EF4-FFF2-40B4-BE49-F238E27FC236}">
                  <a16:creationId xmlns:a16="http://schemas.microsoft.com/office/drawing/2014/main" id="{D4CD5830-665D-0E99-E053-D5BA28DA99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6" y="1926"/>
            <a:ext cx="81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0" imgH="0" progId="Equation.3">
                    <p:embed/>
                  </p:oleObj>
                </mc:Choice>
                <mc:Fallback>
                  <p:oleObj name="Equation" r:id="rId8" imgW="0" imgH="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6" y="1926"/>
                          <a:ext cx="81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469" name="Group 85">
            <a:extLst>
              <a:ext uri="{FF2B5EF4-FFF2-40B4-BE49-F238E27FC236}">
                <a16:creationId xmlns:a16="http://schemas.microsoft.com/office/drawing/2014/main" id="{181B1AD8-7281-68D0-EE59-71F0E919F3B1}"/>
              </a:ext>
            </a:extLst>
          </p:cNvPr>
          <p:cNvGrpSpPr>
            <a:grpSpLocks/>
          </p:cNvGrpSpPr>
          <p:nvPr/>
        </p:nvGrpSpPr>
        <p:grpSpPr bwMode="auto">
          <a:xfrm>
            <a:off x="6235700" y="3001963"/>
            <a:ext cx="2371725" cy="2073275"/>
            <a:chOff x="4120" y="1939"/>
            <a:chExt cx="1494" cy="1306"/>
          </a:xfrm>
        </p:grpSpPr>
        <p:sp>
          <p:nvSpPr>
            <p:cNvPr id="17461" name="Line 25">
              <a:extLst>
                <a:ext uri="{FF2B5EF4-FFF2-40B4-BE49-F238E27FC236}">
                  <a16:creationId xmlns:a16="http://schemas.microsoft.com/office/drawing/2014/main" id="{E3A9430C-0C1B-66AE-332E-B273AAC0D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7" y="2997"/>
              <a:ext cx="13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2" name="Line 26">
              <a:extLst>
                <a:ext uri="{FF2B5EF4-FFF2-40B4-BE49-F238E27FC236}">
                  <a16:creationId xmlns:a16="http://schemas.microsoft.com/office/drawing/2014/main" id="{9B5176B6-9BF7-26E9-1E22-8E697CFFB8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07" y="2002"/>
              <a:ext cx="0" cy="9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63" name="Object 29">
              <a:extLst>
                <a:ext uri="{FF2B5EF4-FFF2-40B4-BE49-F238E27FC236}">
                  <a16:creationId xmlns:a16="http://schemas.microsoft.com/office/drawing/2014/main" id="{8F10BA37-FA7C-B5B3-D1A8-FFF5A5720C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24" y="3024"/>
            <a:ext cx="19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0" imgH="0" progId="Equation.3">
                    <p:embed/>
                  </p:oleObj>
                </mc:Choice>
                <mc:Fallback>
                  <p:oleObj name="Equation" r:id="rId10" imgW="0" imgH="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3024"/>
                          <a:ext cx="190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4" name="Object 30">
              <a:extLst>
                <a:ext uri="{FF2B5EF4-FFF2-40B4-BE49-F238E27FC236}">
                  <a16:creationId xmlns:a16="http://schemas.microsoft.com/office/drawing/2014/main" id="{A57CDBC6-482D-91CB-1694-6F39902C01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0" y="3038"/>
            <a:ext cx="188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0" imgH="0" progId="Equation.3">
                    <p:embed/>
                  </p:oleObj>
                </mc:Choice>
                <mc:Fallback>
                  <p:oleObj name="Equation" r:id="rId12" imgW="0" imgH="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0" y="3038"/>
                          <a:ext cx="188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5" name="Object 31">
              <a:extLst>
                <a:ext uri="{FF2B5EF4-FFF2-40B4-BE49-F238E27FC236}">
                  <a16:creationId xmlns:a16="http://schemas.microsoft.com/office/drawing/2014/main" id="{806DB7F2-C57C-AB0A-5AD3-69400F8925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50" y="1939"/>
            <a:ext cx="211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0" imgH="0" progId="Equation.3">
                    <p:embed/>
                  </p:oleObj>
                </mc:Choice>
                <mc:Fallback>
                  <p:oleObj name="Equation" r:id="rId14" imgW="0" imgH="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0" y="1939"/>
                          <a:ext cx="211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416" name="Group 32">
            <a:extLst>
              <a:ext uri="{FF2B5EF4-FFF2-40B4-BE49-F238E27FC236}">
                <a16:creationId xmlns:a16="http://schemas.microsoft.com/office/drawing/2014/main" id="{66FC02A2-F8CC-B8C6-A9D4-B346AE6633A8}"/>
              </a:ext>
            </a:extLst>
          </p:cNvPr>
          <p:cNvGrpSpPr>
            <a:grpSpLocks/>
          </p:cNvGrpSpPr>
          <p:nvPr/>
        </p:nvGrpSpPr>
        <p:grpSpPr bwMode="auto">
          <a:xfrm>
            <a:off x="6853238" y="3992563"/>
            <a:ext cx="387350" cy="1155700"/>
            <a:chOff x="4032" y="3264"/>
            <a:chExt cx="271" cy="809"/>
          </a:xfrm>
        </p:grpSpPr>
        <p:sp>
          <p:nvSpPr>
            <p:cNvPr id="17459" name="Line 33">
              <a:extLst>
                <a:ext uri="{FF2B5EF4-FFF2-40B4-BE49-F238E27FC236}">
                  <a16:creationId xmlns:a16="http://schemas.microsoft.com/office/drawing/2014/main" id="{DEA5C685-F39E-EEEF-BF8B-F17CEBE5F2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26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60" name="Object 34">
              <a:extLst>
                <a:ext uri="{FF2B5EF4-FFF2-40B4-BE49-F238E27FC236}">
                  <a16:creationId xmlns:a16="http://schemas.microsoft.com/office/drawing/2014/main" id="{794003D4-165E-BAFB-C4D6-4182059349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3696"/>
            <a:ext cx="271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696"/>
                          <a:ext cx="271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456" name="Group 72">
            <a:extLst>
              <a:ext uri="{FF2B5EF4-FFF2-40B4-BE49-F238E27FC236}">
                <a16:creationId xmlns:a16="http://schemas.microsoft.com/office/drawing/2014/main" id="{BCD8670B-C492-1173-FCF5-0147809B2FE3}"/>
              </a:ext>
            </a:extLst>
          </p:cNvPr>
          <p:cNvGrpSpPr>
            <a:grpSpLocks/>
          </p:cNvGrpSpPr>
          <p:nvPr/>
        </p:nvGrpSpPr>
        <p:grpSpPr bwMode="auto">
          <a:xfrm>
            <a:off x="6991350" y="3375025"/>
            <a:ext cx="1235075" cy="1714500"/>
            <a:chOff x="4596" y="2318"/>
            <a:chExt cx="778" cy="1080"/>
          </a:xfrm>
        </p:grpSpPr>
        <p:grpSp>
          <p:nvGrpSpPr>
            <p:cNvPr id="17453" name="Group 35">
              <a:extLst>
                <a:ext uri="{FF2B5EF4-FFF2-40B4-BE49-F238E27FC236}">
                  <a16:creationId xmlns:a16="http://schemas.microsoft.com/office/drawing/2014/main" id="{0DC717E1-D823-52B8-E0DC-98036FCA8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6" y="2318"/>
              <a:ext cx="228" cy="1080"/>
              <a:chOff x="4739" y="2832"/>
              <a:chExt cx="253" cy="1200"/>
            </a:xfrm>
          </p:grpSpPr>
          <p:graphicFrame>
            <p:nvGraphicFramePr>
              <p:cNvPr id="17457" name="Object 36">
                <a:extLst>
                  <a:ext uri="{FF2B5EF4-FFF2-40B4-BE49-F238E27FC236}">
                    <a16:creationId xmlns:a16="http://schemas.microsoft.com/office/drawing/2014/main" id="{79917046-8672-79C7-D7D1-B4D93B7ECFB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39" y="3754"/>
              <a:ext cx="253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0" imgH="0" progId="Equation.3">
                      <p:embed/>
                    </p:oleObj>
                  </mc:Choice>
                  <mc:Fallback>
                    <p:oleObj name="Equation" r:id="rId18" imgW="0" imgH="0" progId="Equation.3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9" y="3754"/>
                            <a:ext cx="253" cy="2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58" name="Line 37">
                <a:extLst>
                  <a:ext uri="{FF2B5EF4-FFF2-40B4-BE49-F238E27FC236}">
                    <a16:creationId xmlns:a16="http://schemas.microsoft.com/office/drawing/2014/main" id="{8DD90E6C-BD40-5235-E52B-D0D1A4E18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2832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454" name="Group 38">
              <a:extLst>
                <a:ext uri="{FF2B5EF4-FFF2-40B4-BE49-F238E27FC236}">
                  <a16:creationId xmlns:a16="http://schemas.microsoft.com/office/drawing/2014/main" id="{EA636058-0810-1CB2-0C32-025F96C3EA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6" y="2707"/>
              <a:ext cx="605" cy="436"/>
              <a:chOff x="4128" y="3264"/>
              <a:chExt cx="672" cy="484"/>
            </a:xfrm>
          </p:grpSpPr>
          <p:graphicFrame>
            <p:nvGraphicFramePr>
              <p:cNvPr id="17455" name="Object 39">
                <a:extLst>
                  <a:ext uri="{FF2B5EF4-FFF2-40B4-BE49-F238E27FC236}">
                    <a16:creationId xmlns:a16="http://schemas.microsoft.com/office/drawing/2014/main" id="{7BE81EF5-135C-E924-BBBE-A96E9CD7CDB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95" y="3456"/>
              <a:ext cx="355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0" imgH="0" progId="Equation.3">
                      <p:embed/>
                    </p:oleObj>
                  </mc:Choice>
                  <mc:Fallback>
                    <p:oleObj name="Equation" r:id="rId19" imgW="0" imgH="0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95" y="3456"/>
                            <a:ext cx="355" cy="2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456" name="Line 40">
                <a:extLst>
                  <a:ext uri="{FF2B5EF4-FFF2-40B4-BE49-F238E27FC236}">
                    <a16:creationId xmlns:a16="http://schemas.microsoft.com/office/drawing/2014/main" id="{9442E621-2F0E-49C6-4A66-B6963FE18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3264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6425" name="Group 41">
            <a:extLst>
              <a:ext uri="{FF2B5EF4-FFF2-40B4-BE49-F238E27FC236}">
                <a16:creationId xmlns:a16="http://schemas.microsoft.com/office/drawing/2014/main" id="{B42CC8F8-680F-21F2-1EBE-3183F75CB748}"/>
              </a:ext>
            </a:extLst>
          </p:cNvPr>
          <p:cNvGrpSpPr>
            <a:grpSpLocks/>
          </p:cNvGrpSpPr>
          <p:nvPr/>
        </p:nvGrpSpPr>
        <p:grpSpPr bwMode="auto">
          <a:xfrm>
            <a:off x="7951788" y="3413125"/>
            <a:ext cx="571500" cy="576263"/>
            <a:chOff x="4800" y="2828"/>
            <a:chExt cx="432" cy="436"/>
          </a:xfrm>
        </p:grpSpPr>
        <p:graphicFrame>
          <p:nvGraphicFramePr>
            <p:cNvPr id="17451" name="Object 42">
              <a:extLst>
                <a:ext uri="{FF2B5EF4-FFF2-40B4-BE49-F238E27FC236}">
                  <a16:creationId xmlns:a16="http://schemas.microsoft.com/office/drawing/2014/main" id="{47225875-5719-8E51-2831-6A425AC873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5" y="2828"/>
            <a:ext cx="397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0" imgH="0" progId="Equation.3">
                    <p:embed/>
                  </p:oleObj>
                </mc:Choice>
                <mc:Fallback>
                  <p:oleObj name="Equation" r:id="rId21" imgW="0" imgH="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5" y="2828"/>
                          <a:ext cx="397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52" name="Line 43">
              <a:extLst>
                <a:ext uri="{FF2B5EF4-FFF2-40B4-BE49-F238E27FC236}">
                  <a16:creationId xmlns:a16="http://schemas.microsoft.com/office/drawing/2014/main" id="{CE80D7DC-FD37-F625-D29D-2D43F4CB29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2832"/>
              <a:ext cx="0" cy="4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429" name="Object 45">
            <a:extLst>
              <a:ext uri="{FF2B5EF4-FFF2-40B4-BE49-F238E27FC236}">
                <a16:creationId xmlns:a16="http://schemas.microsoft.com/office/drawing/2014/main" id="{478A7B6A-8780-EA35-3918-69BF61955C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222500"/>
          <a:ext cx="2705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22500"/>
                        <a:ext cx="27051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58" name="Group 74">
            <a:extLst>
              <a:ext uri="{FF2B5EF4-FFF2-40B4-BE49-F238E27FC236}">
                <a16:creationId xmlns:a16="http://schemas.microsoft.com/office/drawing/2014/main" id="{3014EA07-266A-CEBD-FF09-0C5CA7AB481B}"/>
              </a:ext>
            </a:extLst>
          </p:cNvPr>
          <p:cNvGrpSpPr>
            <a:grpSpLocks/>
          </p:cNvGrpSpPr>
          <p:nvPr/>
        </p:nvGrpSpPr>
        <p:grpSpPr bwMode="auto">
          <a:xfrm>
            <a:off x="3405188" y="2354263"/>
            <a:ext cx="838200" cy="125412"/>
            <a:chOff x="1872" y="1776"/>
            <a:chExt cx="528" cy="96"/>
          </a:xfrm>
        </p:grpSpPr>
        <p:sp>
          <p:nvSpPr>
            <p:cNvPr id="17449" name="Line 47">
              <a:extLst>
                <a:ext uri="{FF2B5EF4-FFF2-40B4-BE49-F238E27FC236}">
                  <a16:creationId xmlns:a16="http://schemas.microsoft.com/office/drawing/2014/main" id="{D0559B02-3F44-4168-DDDA-C89CFE599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77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0" name="Line 48">
              <a:extLst>
                <a:ext uri="{FF2B5EF4-FFF2-40B4-BE49-F238E27FC236}">
                  <a16:creationId xmlns:a16="http://schemas.microsoft.com/office/drawing/2014/main" id="{B26BC243-3B2B-C94A-CDCA-FC7601BA0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187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433" name="Object 49">
            <a:extLst>
              <a:ext uri="{FF2B5EF4-FFF2-40B4-BE49-F238E27FC236}">
                <a16:creationId xmlns:a16="http://schemas.microsoft.com/office/drawing/2014/main" id="{A144C502-3AFB-5E3A-38E6-B93FEE35AB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2209800"/>
          <a:ext cx="3606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0" imgH="0" progId="Equation.3">
                  <p:embed/>
                </p:oleObj>
              </mc:Choice>
              <mc:Fallback>
                <p:oleObj name="Equation" r:id="rId25" imgW="0" imgH="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209800"/>
                        <a:ext cx="3606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59" name="Group 75">
            <a:extLst>
              <a:ext uri="{FF2B5EF4-FFF2-40B4-BE49-F238E27FC236}">
                <a16:creationId xmlns:a16="http://schemas.microsoft.com/office/drawing/2014/main" id="{CFD8B4D0-97A5-548B-3300-A0A306014595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335338"/>
            <a:ext cx="838200" cy="125412"/>
            <a:chOff x="432" y="2294"/>
            <a:chExt cx="528" cy="96"/>
          </a:xfrm>
        </p:grpSpPr>
        <p:sp>
          <p:nvSpPr>
            <p:cNvPr id="17447" name="Line 50">
              <a:extLst>
                <a:ext uri="{FF2B5EF4-FFF2-40B4-BE49-F238E27FC236}">
                  <a16:creationId xmlns:a16="http://schemas.microsoft.com/office/drawing/2014/main" id="{23CF9654-9934-A58F-B677-73D88A4C9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29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8" name="Line 51">
              <a:extLst>
                <a:ext uri="{FF2B5EF4-FFF2-40B4-BE49-F238E27FC236}">
                  <a16:creationId xmlns:a16="http://schemas.microsoft.com/office/drawing/2014/main" id="{72CE5423-5E77-8E06-69BD-DA0CB384AE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239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436" name="Object 52">
            <a:extLst>
              <a:ext uri="{FF2B5EF4-FFF2-40B4-BE49-F238E27FC236}">
                <a16:creationId xmlns:a16="http://schemas.microsoft.com/office/drawing/2014/main" id="{B91B783E-0E5E-66F7-4DA3-1769857890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9100" y="3200400"/>
          <a:ext cx="1739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0" imgH="0" progId="Equation.3">
                  <p:embed/>
                </p:oleObj>
              </mc:Choice>
              <mc:Fallback>
                <p:oleObj name="Equation" r:id="rId27" imgW="0" imgH="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3200400"/>
                        <a:ext cx="17399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60" name="Group 76">
            <a:extLst>
              <a:ext uri="{FF2B5EF4-FFF2-40B4-BE49-F238E27FC236}">
                <a16:creationId xmlns:a16="http://schemas.microsoft.com/office/drawing/2014/main" id="{C7DD8B13-906E-19E0-2B7B-FE9CCD756EB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233863"/>
            <a:ext cx="838200" cy="125412"/>
            <a:chOff x="432" y="2745"/>
            <a:chExt cx="528" cy="96"/>
          </a:xfrm>
        </p:grpSpPr>
        <p:sp>
          <p:nvSpPr>
            <p:cNvPr id="17445" name="Line 53">
              <a:extLst>
                <a:ext uri="{FF2B5EF4-FFF2-40B4-BE49-F238E27FC236}">
                  <a16:creationId xmlns:a16="http://schemas.microsoft.com/office/drawing/2014/main" id="{DE0AF316-442E-D5BC-501A-CB13698431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745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6" name="Line 54">
              <a:extLst>
                <a:ext uri="{FF2B5EF4-FFF2-40B4-BE49-F238E27FC236}">
                  <a16:creationId xmlns:a16="http://schemas.microsoft.com/office/drawing/2014/main" id="{0D6AD5D2-02CC-BBAE-62CF-9F701707DD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284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439" name="Object 55">
            <a:extLst>
              <a:ext uri="{FF2B5EF4-FFF2-40B4-BE49-F238E27FC236}">
                <a16:creationId xmlns:a16="http://schemas.microsoft.com/office/drawing/2014/main" id="{B0E364A0-A851-412C-D948-987E9BDB8A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3962400"/>
          <a:ext cx="37179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0" imgH="0" progId="Equation.3">
                  <p:embed/>
                </p:oleObj>
              </mc:Choice>
              <mc:Fallback>
                <p:oleObj name="Equation" r:id="rId29" imgW="0" imgH="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962400"/>
                        <a:ext cx="37179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61" name="Group 77">
            <a:extLst>
              <a:ext uri="{FF2B5EF4-FFF2-40B4-BE49-F238E27FC236}">
                <a16:creationId xmlns:a16="http://schemas.microsoft.com/office/drawing/2014/main" id="{A1A0C319-C3DB-4EFF-4250-1A73DD82F154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521325"/>
            <a:ext cx="838200" cy="125413"/>
            <a:chOff x="432" y="3567"/>
            <a:chExt cx="528" cy="96"/>
          </a:xfrm>
        </p:grpSpPr>
        <p:sp>
          <p:nvSpPr>
            <p:cNvPr id="17443" name="Line 56">
              <a:extLst>
                <a:ext uri="{FF2B5EF4-FFF2-40B4-BE49-F238E27FC236}">
                  <a16:creationId xmlns:a16="http://schemas.microsoft.com/office/drawing/2014/main" id="{4C54A129-28DE-FC1B-D51D-928539762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356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4" name="Line 57">
              <a:extLst>
                <a:ext uri="{FF2B5EF4-FFF2-40B4-BE49-F238E27FC236}">
                  <a16:creationId xmlns:a16="http://schemas.microsoft.com/office/drawing/2014/main" id="{279DDC4E-FDE2-5084-73EF-AF6E0EBE8E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366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42" name="Line 58">
            <a:extLst>
              <a:ext uri="{FF2B5EF4-FFF2-40B4-BE49-F238E27FC236}">
                <a16:creationId xmlns:a16="http://schemas.microsoft.com/office/drawing/2014/main" id="{A4571855-1658-18E2-FE7C-6DB65A8AA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562475"/>
            <a:ext cx="248285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43" name="Text Box 59">
            <a:extLst>
              <a:ext uri="{FF2B5EF4-FFF2-40B4-BE49-F238E27FC236}">
                <a16:creationId xmlns:a16="http://schemas.microsoft.com/office/drawing/2014/main" id="{FB514E1B-3104-52E1-E6EC-C4BFD7938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562475"/>
            <a:ext cx="1600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tx2"/>
                </a:solidFill>
              </a:rPr>
              <a:t>leftcontinuous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16444" name="Line 60">
            <a:extLst>
              <a:ext uri="{FF2B5EF4-FFF2-40B4-BE49-F238E27FC236}">
                <a16:creationId xmlns:a16="http://schemas.microsoft.com/office/drawing/2014/main" id="{776D8F58-8516-DB63-20C8-2FF0123671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4638675"/>
            <a:ext cx="244792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45" name="Text Box 61">
            <a:extLst>
              <a:ext uri="{FF2B5EF4-FFF2-40B4-BE49-F238E27FC236}">
                <a16:creationId xmlns:a16="http://schemas.microsoft.com/office/drawing/2014/main" id="{564C3BA0-E64F-9B0B-48C8-6DC1CCE52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562475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tx2"/>
                </a:solidFill>
              </a:rPr>
              <a:t>rightcontinuous</a:t>
            </a:r>
            <a:endParaRPr lang="zh-CN" altLang="en-US" sz="2400">
              <a:solidFill>
                <a:schemeClr val="tx2"/>
              </a:solidFill>
            </a:endParaRPr>
          </a:p>
        </p:txBody>
      </p:sp>
      <p:graphicFrame>
        <p:nvGraphicFramePr>
          <p:cNvPr id="16446" name="Object 62">
            <a:extLst>
              <a:ext uri="{FF2B5EF4-FFF2-40B4-BE49-F238E27FC236}">
                <a16:creationId xmlns:a16="http://schemas.microsoft.com/office/drawing/2014/main" id="{4ADA3493-5C31-3BD1-5E18-4D9210EE51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6538" y="5351463"/>
          <a:ext cx="1270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0" imgH="0" progId="Equation.3">
                  <p:embed/>
                </p:oleObj>
              </mc:Choice>
              <mc:Fallback>
                <p:oleObj name="Equation" r:id="rId31" imgW="0" imgH="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5351463"/>
                        <a:ext cx="1270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47" name="Object 63">
            <a:extLst>
              <a:ext uri="{FF2B5EF4-FFF2-40B4-BE49-F238E27FC236}">
                <a16:creationId xmlns:a16="http://schemas.microsoft.com/office/drawing/2014/main" id="{11E4427E-4C4C-F4AF-FFF7-E02FC39467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9238" y="5367338"/>
          <a:ext cx="1270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0" imgH="0" progId="Equation.3">
                  <p:embed/>
                </p:oleObj>
              </mc:Choice>
              <mc:Fallback>
                <p:oleObj name="Equation" r:id="rId33" imgW="0" imgH="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8" y="5367338"/>
                        <a:ext cx="1270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48" name="Text Box 64">
            <a:extLst>
              <a:ext uri="{FF2B5EF4-FFF2-40B4-BE49-F238E27FC236}">
                <a16:creationId xmlns:a16="http://schemas.microsoft.com/office/drawing/2014/main" id="{56A171A4-6111-A8D9-57FE-9F2AFCCFB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343525"/>
            <a:ext cx="6000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当</a:t>
            </a:r>
          </a:p>
        </p:txBody>
      </p:sp>
      <p:graphicFrame>
        <p:nvGraphicFramePr>
          <p:cNvPr id="16449" name="Object 65">
            <a:extLst>
              <a:ext uri="{FF2B5EF4-FFF2-40B4-BE49-F238E27FC236}">
                <a16:creationId xmlns:a16="http://schemas.microsoft.com/office/drawing/2014/main" id="{85617122-258A-3722-220D-3D08CDC142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5257800"/>
          <a:ext cx="27289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0" imgH="0" progId="Equation.3">
                  <p:embed/>
                </p:oleObj>
              </mc:Choice>
              <mc:Fallback>
                <p:oleObj name="Equation" r:id="rId35" imgW="0" imgH="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257800"/>
                        <a:ext cx="272891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50" name="Text Box 66">
            <a:extLst>
              <a:ext uri="{FF2B5EF4-FFF2-40B4-BE49-F238E27FC236}">
                <a16:creationId xmlns:a16="http://schemas.microsoft.com/office/drawing/2014/main" id="{B72C9085-954D-9F46-C1F5-014AF5755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5343525"/>
            <a:ext cx="113982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when , has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6451" name="Object 67">
            <a:extLst>
              <a:ext uri="{FF2B5EF4-FFF2-40B4-BE49-F238E27FC236}">
                <a16:creationId xmlns:a16="http://schemas.microsoft.com/office/drawing/2014/main" id="{318122F6-8ECC-9C46-2C58-6960AEA498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3275" y="5867400"/>
          <a:ext cx="377666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0" imgH="0" progId="Equation.3">
                  <p:embed/>
                </p:oleObj>
              </mc:Choice>
              <mc:Fallback>
                <p:oleObj name="Equation" r:id="rId37" imgW="0" imgH="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5867400"/>
                        <a:ext cx="377666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1" name="Text Box 17">
            <a:extLst>
              <a:ext uri="{FF2B5EF4-FFF2-40B4-BE49-F238E27FC236}">
                <a16:creationId xmlns:a16="http://schemas.microsoft.com/office/drawing/2014/main" id="{132ACEC3-8E4C-FBEA-F4E8-3D0ABCFA7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8953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function</a:t>
            </a:r>
            <a:endParaRPr lang="zh-CN" altLang="en-US" sz="2400"/>
          </a:p>
        </p:txBody>
      </p:sp>
      <p:graphicFrame>
        <p:nvGraphicFramePr>
          <p:cNvPr id="16463" name="Object 79">
            <a:extLst>
              <a:ext uri="{FF2B5EF4-FFF2-40B4-BE49-F238E27FC236}">
                <a16:creationId xmlns:a16="http://schemas.microsoft.com/office/drawing/2014/main" id="{B02AA77C-E932-16AD-EE6A-CD065A2B26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1538288"/>
          <a:ext cx="3460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0" imgH="0" progId="Equation.3">
                  <p:embed/>
                </p:oleObj>
              </mc:Choice>
              <mc:Fallback>
                <p:oleObj name="Equation" r:id="rId39" imgW="0" imgH="0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538288"/>
                        <a:ext cx="3460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65" name="Object 81">
            <a:extLst>
              <a:ext uri="{FF2B5EF4-FFF2-40B4-BE49-F238E27FC236}">
                <a16:creationId xmlns:a16="http://schemas.microsoft.com/office/drawing/2014/main" id="{CE84BAD6-3B28-093E-6EDD-A2EA702279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1552575"/>
          <a:ext cx="857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0" imgH="0" progId="Equation.3">
                  <p:embed/>
                </p:oleObj>
              </mc:Choice>
              <mc:Fallback>
                <p:oleObj name="Equation" r:id="rId41" imgW="0" imgH="0" progId="Equation.3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552575"/>
                        <a:ext cx="8572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67" name="Text Box 83">
            <a:extLst>
              <a:ext uri="{FF2B5EF4-FFF2-40B4-BE49-F238E27FC236}">
                <a16:creationId xmlns:a16="http://schemas.microsoft.com/office/drawing/2014/main" id="{8B585181-C883-C07D-0031-5AF844FB6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557338"/>
            <a:ext cx="11977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in point</a:t>
            </a:r>
            <a:endParaRPr lang="zh-CN" altLang="en-US" sz="2400"/>
          </a:p>
        </p:txBody>
      </p:sp>
      <p:sp>
        <p:nvSpPr>
          <p:cNvPr id="16468" name="Text Box 84">
            <a:extLst>
              <a:ext uri="{FF2B5EF4-FFF2-40B4-BE49-F238E27FC236}">
                <a16:creationId xmlns:a16="http://schemas.microsoft.com/office/drawing/2014/main" id="{39106B5D-E8C8-21BD-FAD0-2C2610C84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8825" y="1557338"/>
            <a:ext cx="6381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/>
              <a:t>continuous has under </a:t>
            </a:r>
            <a:r>
              <a:rPr lang="zh-CN" altLang="en-GB" sz="2400"/>
              <a:t>列</a:t>
            </a:r>
            <a:r>
              <a:rPr lang="en-GB" altLang="zh-CN" sz="2400"/>
              <a:t>equivalentProposition:</a:t>
            </a:r>
            <a:endParaRPr lang="en-US" altLang="zh-CN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4" grpId="0" autoUpdateAnimBg="0"/>
      <p:bldP spid="16443" grpId="0" autoUpdateAnimBg="0"/>
      <p:bldP spid="16445" grpId="0" autoUpdateAnimBg="0"/>
      <p:bldP spid="16448" grpId="0" autoUpdateAnimBg="0"/>
      <p:bldP spid="16450" grpId="0" autoUpdateAnimBg="0"/>
      <p:bldP spid="16401" grpId="0" build="p" autoUpdateAnimBg="0"/>
      <p:bldP spid="16467" grpId="0" build="p" autoUpdateAnimBg="0" advAuto="0"/>
      <p:bldP spid="16468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D59F8A2-D2A6-1C3B-FD08-664E5027E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93688"/>
            <a:ext cx="2074863" cy="46355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Example. Prooffunction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18434" name="Object 3">
            <a:extLst>
              <a:ext uri="{FF2B5EF4-FFF2-40B4-BE49-F238E27FC236}">
                <a16:creationId xmlns:a16="http://schemas.microsoft.com/office/drawing/2014/main" id="{60E30603-193B-CB10-A9C8-1B6E75C5EB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3800" y="306388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306388"/>
                        <a:ext cx="1282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Text Box 4">
            <a:extLst>
              <a:ext uri="{FF2B5EF4-FFF2-40B4-BE49-F238E27FC236}">
                <a16:creationId xmlns:a16="http://schemas.microsoft.com/office/drawing/2014/main" id="{6A2EF7F6-4887-7AA6-8AFE-D1614EAB2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25" y="28098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graphicFrame>
        <p:nvGraphicFramePr>
          <p:cNvPr id="18436" name="Object 5">
            <a:extLst>
              <a:ext uri="{FF2B5EF4-FFF2-40B4-BE49-F238E27FC236}">
                <a16:creationId xmlns:a16="http://schemas.microsoft.com/office/drawing/2014/main" id="{EA3C92DA-A47C-11D8-2D0F-89CD2B1EF4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0063" y="344488"/>
          <a:ext cx="154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063" y="344488"/>
                        <a:ext cx="1549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6">
            <a:extLst>
              <a:ext uri="{FF2B5EF4-FFF2-40B4-BE49-F238E27FC236}">
                <a16:creationId xmlns:a16="http://schemas.microsoft.com/office/drawing/2014/main" id="{D28239F9-84A2-31CF-3C29-BC5EC1C82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9463" y="288925"/>
            <a:ext cx="1600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inside continuous .</a:t>
            </a:r>
          </a:p>
        </p:txBody>
      </p:sp>
      <p:sp>
        <p:nvSpPr>
          <p:cNvPr id="3079" name="Text Box 7">
            <a:extLst>
              <a:ext uri="{FF2B5EF4-FFF2-40B4-BE49-F238E27FC236}">
                <a16:creationId xmlns:a16="http://schemas.microsoft.com/office/drawing/2014/main" id="{92CEF9AA-182B-D4C8-C57C-BAB7D93AB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" y="1011238"/>
            <a:ext cx="1143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Proof:</a:t>
            </a:r>
          </a:p>
        </p:txBody>
      </p:sp>
      <p:graphicFrame>
        <p:nvGraphicFramePr>
          <p:cNvPr id="3080" name="Object 8">
            <a:extLst>
              <a:ext uri="{FF2B5EF4-FFF2-40B4-BE49-F238E27FC236}">
                <a16:creationId xmlns:a16="http://schemas.microsoft.com/office/drawing/2014/main" id="{90E311CA-DA0B-A34F-19C9-13C60FB29D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0000" y="1041400"/>
          <a:ext cx="2311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1041400"/>
                        <a:ext cx="2311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9">
            <a:extLst>
              <a:ext uri="{FF2B5EF4-FFF2-40B4-BE49-F238E27FC236}">
                <a16:creationId xmlns:a16="http://schemas.microsoft.com/office/drawing/2014/main" id="{414BCA46-8F67-C585-34B2-F4405C5952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0" y="1600200"/>
          <a:ext cx="3467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600200"/>
                        <a:ext cx="3467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10">
            <a:extLst>
              <a:ext uri="{FF2B5EF4-FFF2-40B4-BE49-F238E27FC236}">
                <a16:creationId xmlns:a16="http://schemas.microsoft.com/office/drawing/2014/main" id="{C78B354F-93C7-2E8E-A598-6A67804278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1485900"/>
          <a:ext cx="3098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485900"/>
                        <a:ext cx="30988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3" name="Object 11">
            <a:extLst>
              <a:ext uri="{FF2B5EF4-FFF2-40B4-BE49-F238E27FC236}">
                <a16:creationId xmlns:a16="http://schemas.microsoft.com/office/drawing/2014/main" id="{0A856E77-9D82-8AE5-171D-078151A739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8463" y="2133600"/>
          <a:ext cx="4198937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463" y="2133600"/>
                        <a:ext cx="4198937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5" name="Object 13">
            <a:extLst>
              <a:ext uri="{FF2B5EF4-FFF2-40B4-BE49-F238E27FC236}">
                <a16:creationId xmlns:a16="http://schemas.microsoft.com/office/drawing/2014/main" id="{FEF2F0DE-C796-2626-BC29-CC62492554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3800" y="3073400"/>
          <a:ext cx="1422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3073400"/>
                        <a:ext cx="1422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6" name="Object 14">
            <a:extLst>
              <a:ext uri="{FF2B5EF4-FFF2-40B4-BE49-F238E27FC236}">
                <a16:creationId xmlns:a16="http://schemas.microsoft.com/office/drawing/2014/main" id="{A6DB7E9B-B094-C5BC-FC96-8CDDAC2642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3111500"/>
          <a:ext cx="952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111500"/>
                        <a:ext cx="952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7" name="Line 15">
            <a:extLst>
              <a:ext uri="{FF2B5EF4-FFF2-40B4-BE49-F238E27FC236}">
                <a16:creationId xmlns:a16="http://schemas.microsoft.com/office/drawing/2014/main" id="{BDF309E4-B96E-6C61-BE73-9758CB0F3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3528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88" name="Object 16">
            <a:extLst>
              <a:ext uri="{FF2B5EF4-FFF2-40B4-BE49-F238E27FC236}">
                <a16:creationId xmlns:a16="http://schemas.microsoft.com/office/drawing/2014/main" id="{A34A866A-EFB6-4D07-97B2-190BEAE4CC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2971800"/>
          <a:ext cx="1143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971800"/>
                        <a:ext cx="1143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0" name="Text Box 18">
            <a:extLst>
              <a:ext uri="{FF2B5EF4-FFF2-40B4-BE49-F238E27FC236}">
                <a16:creationId xmlns:a16="http://schemas.microsoft.com/office/drawing/2014/main" id="{B8D227FE-A95B-9C96-C13E-943FBED41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4124325"/>
            <a:ext cx="99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i.e.</a:t>
            </a:r>
            <a:endParaRPr lang="zh-CN" altLang="en-US" sz="2400"/>
          </a:p>
        </p:txBody>
      </p:sp>
      <p:graphicFrame>
        <p:nvGraphicFramePr>
          <p:cNvPr id="3091" name="Object 19">
            <a:extLst>
              <a:ext uri="{FF2B5EF4-FFF2-40B4-BE49-F238E27FC236}">
                <a16:creationId xmlns:a16="http://schemas.microsoft.com/office/drawing/2014/main" id="{2B997420-9CE2-833B-467E-81D2810E94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116388"/>
          <a:ext cx="1778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116388"/>
                        <a:ext cx="17780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" name="Text Box 20">
            <a:extLst>
              <a:ext uri="{FF2B5EF4-FFF2-40B4-BE49-F238E27FC236}">
                <a16:creationId xmlns:a16="http://schemas.microsoft.com/office/drawing/2014/main" id="{70ECABD3-C194-B2D5-D61F-5132DA8AE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037138"/>
            <a:ext cx="11747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thisNote</a:t>
            </a:r>
            <a:endParaRPr lang="zh-CN" altLang="en-US" sz="2400"/>
          </a:p>
        </p:txBody>
      </p:sp>
      <p:graphicFrame>
        <p:nvGraphicFramePr>
          <p:cNvPr id="3093" name="Object 21">
            <a:extLst>
              <a:ext uri="{FF2B5EF4-FFF2-40B4-BE49-F238E27FC236}">
                <a16:creationId xmlns:a16="http://schemas.microsoft.com/office/drawing/2014/main" id="{23A8EB77-92AA-EF63-84FC-2AE6C4359D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5038725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038725"/>
                        <a:ext cx="1282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4" name="Text Box 22">
            <a:extLst>
              <a:ext uri="{FF2B5EF4-FFF2-40B4-BE49-F238E27FC236}">
                <a16:creationId xmlns:a16="http://schemas.microsoft.com/office/drawing/2014/main" id="{2B200107-D327-488B-52C2-957F2169A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88" y="5006975"/>
            <a:ext cx="914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graphicFrame>
        <p:nvGraphicFramePr>
          <p:cNvPr id="3095" name="Object 23">
            <a:extLst>
              <a:ext uri="{FF2B5EF4-FFF2-40B4-BE49-F238E27FC236}">
                <a16:creationId xmlns:a16="http://schemas.microsoft.com/office/drawing/2014/main" id="{76CC026F-6D30-39A7-1DF3-158AB418D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7738" y="5049838"/>
          <a:ext cx="154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7738" y="5049838"/>
                        <a:ext cx="1549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6" name="Text Box 24">
            <a:extLst>
              <a:ext uri="{FF2B5EF4-FFF2-40B4-BE49-F238E27FC236}">
                <a16:creationId xmlns:a16="http://schemas.microsoft.com/office/drawing/2014/main" id="{59A8C254-DA61-B187-9E1D-6943BDC6A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6975" y="4979988"/>
            <a:ext cx="1600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inside continuous .</a:t>
            </a:r>
          </a:p>
        </p:txBody>
      </p:sp>
      <p:sp>
        <p:nvSpPr>
          <p:cNvPr id="3098" name="Text Box 26">
            <a:extLst>
              <a:ext uri="{FF2B5EF4-FFF2-40B4-BE49-F238E27FC236}">
                <a16:creationId xmlns:a16="http://schemas.microsoft.com/office/drawing/2014/main" id="{6B5AAA17-D648-95D8-791F-9BBF556CE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776913"/>
            <a:ext cx="22383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similarly canProof: function</a:t>
            </a:r>
            <a:endParaRPr lang="zh-CN" altLang="en-US" sz="2400"/>
          </a:p>
        </p:txBody>
      </p:sp>
      <p:graphicFrame>
        <p:nvGraphicFramePr>
          <p:cNvPr id="3099" name="Object 27">
            <a:extLst>
              <a:ext uri="{FF2B5EF4-FFF2-40B4-BE49-F238E27FC236}">
                <a16:creationId xmlns:a16="http://schemas.microsoft.com/office/drawing/2014/main" id="{FAEA7D00-9991-F477-5F24-91FB71076E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1925" y="5878513"/>
          <a:ext cx="1333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925" y="5878513"/>
                        <a:ext cx="1333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0" name="Text Box 28">
            <a:extLst>
              <a:ext uri="{FF2B5EF4-FFF2-40B4-BE49-F238E27FC236}">
                <a16:creationId xmlns:a16="http://schemas.microsoft.com/office/drawing/2014/main" id="{591079E1-4BD8-F5B2-18A8-409FEB8B3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88" y="5745163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graphicFrame>
        <p:nvGraphicFramePr>
          <p:cNvPr id="3101" name="Object 29">
            <a:extLst>
              <a:ext uri="{FF2B5EF4-FFF2-40B4-BE49-F238E27FC236}">
                <a16:creationId xmlns:a16="http://schemas.microsoft.com/office/drawing/2014/main" id="{4CC05A00-6B1D-36D1-E73F-FEEFC85E15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9300" y="5803900"/>
          <a:ext cx="154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300" y="5803900"/>
                        <a:ext cx="1549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2" name="Text Box 30">
            <a:extLst>
              <a:ext uri="{FF2B5EF4-FFF2-40B4-BE49-F238E27FC236}">
                <a16:creationId xmlns:a16="http://schemas.microsoft.com/office/drawing/2014/main" id="{6B01DFAC-42EC-D3B8-3E2D-8C3746DB3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0925" y="5703888"/>
            <a:ext cx="1600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inside continuous .</a:t>
            </a:r>
          </a:p>
        </p:txBody>
      </p:sp>
      <p:graphicFrame>
        <p:nvGraphicFramePr>
          <p:cNvPr id="3106" name="Object 34">
            <a:extLst>
              <a:ext uri="{FF2B5EF4-FFF2-40B4-BE49-F238E27FC236}">
                <a16:creationId xmlns:a16="http://schemas.microsoft.com/office/drawing/2014/main" id="{C2BA53DC-DEBB-D30D-DDF0-14D6AABD49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3200400"/>
          <a:ext cx="215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0" imgH="0" progId="Equation.3">
                  <p:embed/>
                </p:oleObj>
              </mc:Choice>
              <mc:Fallback>
                <p:oleObj name="Equation" r:id="rId29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200400"/>
                        <a:ext cx="215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0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 autoUpdateAnimBg="0"/>
      <p:bldP spid="3090" grpId="0" autoUpdateAnimBg="0"/>
      <p:bldP spid="3092" grpId="0" build="p" autoUpdateAnimBg="0"/>
      <p:bldP spid="3094" grpId="0" build="p" autoUpdateAnimBg="0"/>
      <p:bldP spid="3096" grpId="0" build="p" autoUpdateAnimBg="0" advAuto="0"/>
      <p:bldP spid="3098" grpId="0" autoUpdateAnimBg="0"/>
      <p:bldP spid="3100" grpId="0" build="p" autoUpdateAnimBg="0"/>
      <p:bldP spid="3102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1" name="Text Box 55">
            <a:extLst>
              <a:ext uri="{FF2B5EF4-FFF2-40B4-BE49-F238E27FC236}">
                <a16:creationId xmlns:a16="http://schemas.microsoft.com/office/drawing/2014/main" id="{45CC4201-99F3-F5A4-9DC8-5932F90E7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5088" y="2967038"/>
            <a:ext cx="8382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sp>
        <p:nvSpPr>
          <p:cNvPr id="4153" name="Text Box 57">
            <a:extLst>
              <a:ext uri="{FF2B5EF4-FFF2-40B4-BE49-F238E27FC236}">
                <a16:creationId xmlns:a16="http://schemas.microsoft.com/office/drawing/2014/main" id="{98E68BA5-8C9D-F164-7FBA-DA6A3B56A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4613" y="3860800"/>
            <a:ext cx="4810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FE53ABE-4E32-C13F-5033-4DC1501CA5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87325"/>
            <a:ext cx="3886200" cy="609600"/>
          </a:xfrm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II. function's discontinuity point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B9A797AE-1E3F-8411-0B20-7BE295658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3" y="2233613"/>
            <a:ext cx="1346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(1) function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4104" name="Object 8">
            <a:extLst>
              <a:ext uri="{FF2B5EF4-FFF2-40B4-BE49-F238E27FC236}">
                <a16:creationId xmlns:a16="http://schemas.microsoft.com/office/drawing/2014/main" id="{D1E76EF7-0597-5C1D-F47A-93C3AFAD97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205038"/>
          <a:ext cx="857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205038"/>
                        <a:ext cx="8572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9">
            <a:extLst>
              <a:ext uri="{FF2B5EF4-FFF2-40B4-BE49-F238E27FC236}">
                <a16:creationId xmlns:a16="http://schemas.microsoft.com/office/drawing/2014/main" id="{E4544370-E4B3-4222-DC0F-A0844C0B9A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0388" y="2133600"/>
          <a:ext cx="412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2133600"/>
                        <a:ext cx="412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7" name="Text Box 11">
            <a:extLst>
              <a:ext uri="{FF2B5EF4-FFF2-40B4-BE49-F238E27FC236}">
                <a16:creationId xmlns:a16="http://schemas.microsoft.com/office/drawing/2014/main" id="{A119B1C0-42C9-F268-866A-861804C05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971800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(2) function</a:t>
            </a:r>
            <a:endParaRPr lang="zh-CN" altLang="en-US" sz="2400"/>
          </a:p>
        </p:txBody>
      </p:sp>
      <p:graphicFrame>
        <p:nvGraphicFramePr>
          <p:cNvPr id="4108" name="Object 12">
            <a:extLst>
              <a:ext uri="{FF2B5EF4-FFF2-40B4-BE49-F238E27FC236}">
                <a16:creationId xmlns:a16="http://schemas.microsoft.com/office/drawing/2014/main" id="{BCA0BD88-3A31-49C1-F152-CE9430C656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924175"/>
          <a:ext cx="857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924175"/>
                        <a:ext cx="8572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9" name="Object 13">
            <a:extLst>
              <a:ext uri="{FF2B5EF4-FFF2-40B4-BE49-F238E27FC236}">
                <a16:creationId xmlns:a16="http://schemas.microsoft.com/office/drawing/2014/main" id="{181AB80A-BC42-5376-5128-7395FF11F6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2928938"/>
          <a:ext cx="412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928938"/>
                        <a:ext cx="412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0" name="Object 14">
            <a:extLst>
              <a:ext uri="{FF2B5EF4-FFF2-40B4-BE49-F238E27FC236}">
                <a16:creationId xmlns:a16="http://schemas.microsoft.com/office/drawing/2014/main" id="{F7A8820F-7B64-A978-C76F-49A6BC3767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2932113"/>
          <a:ext cx="17145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932113"/>
                        <a:ext cx="17145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1" name="Text Box 15">
            <a:extLst>
              <a:ext uri="{FF2B5EF4-FFF2-40B4-BE49-F238E27FC236}">
                <a16:creationId xmlns:a16="http://schemas.microsoft.com/office/drawing/2014/main" id="{D6376EF7-0233-3CBC-76A5-3C81B7196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2968625"/>
            <a:ext cx="14478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not existence;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4116" name="Text Box 20">
            <a:extLst>
              <a:ext uri="{FF2B5EF4-FFF2-40B4-BE49-F238E27FC236}">
                <a16:creationId xmlns:a16="http://schemas.microsoft.com/office/drawing/2014/main" id="{07CA5264-A887-901A-D20B-BB77A81F2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860800"/>
            <a:ext cx="12573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(3) function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4117" name="Object 21">
            <a:extLst>
              <a:ext uri="{FF2B5EF4-FFF2-40B4-BE49-F238E27FC236}">
                <a16:creationId xmlns:a16="http://schemas.microsoft.com/office/drawing/2014/main" id="{46196D3C-7CA2-745F-3F83-D5B9E8E945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3860800"/>
          <a:ext cx="857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860800"/>
                        <a:ext cx="8572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8" name="Object 22">
            <a:extLst>
              <a:ext uri="{FF2B5EF4-FFF2-40B4-BE49-F238E27FC236}">
                <a16:creationId xmlns:a16="http://schemas.microsoft.com/office/drawing/2014/main" id="{29703BA5-7BBF-D7CC-10F7-FA2FAFE6F4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5625" y="3794125"/>
          <a:ext cx="412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3794125"/>
                        <a:ext cx="412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0" name="Object 24">
            <a:extLst>
              <a:ext uri="{FF2B5EF4-FFF2-40B4-BE49-F238E27FC236}">
                <a16:creationId xmlns:a16="http://schemas.microsoft.com/office/drawing/2014/main" id="{7E5154C4-E21F-9D7C-02C0-6F87C9DB4A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789363"/>
          <a:ext cx="17145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789363"/>
                        <a:ext cx="17145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1" name="Text Box 25">
            <a:extLst>
              <a:ext uri="{FF2B5EF4-FFF2-40B4-BE49-F238E27FC236}">
                <a16:creationId xmlns:a16="http://schemas.microsoft.com/office/drawing/2014/main" id="{776562E7-D650-ED9D-FDE9-F64CEA41D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3263" y="3865563"/>
            <a:ext cx="12954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existence ,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4114" name="Text Box 18">
            <a:extLst>
              <a:ext uri="{FF2B5EF4-FFF2-40B4-BE49-F238E27FC236}">
                <a16:creationId xmlns:a16="http://schemas.microsoft.com/office/drawing/2014/main" id="{2FD16D2B-6F3C-B5DE-A043-E723C07F5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463" y="3860800"/>
            <a:ext cx="685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but</a:t>
            </a:r>
            <a:endParaRPr lang="zh-CN" altLang="en-US" sz="2400"/>
          </a:p>
        </p:txBody>
      </p:sp>
      <p:graphicFrame>
        <p:nvGraphicFramePr>
          <p:cNvPr id="4124" name="Object 28">
            <a:extLst>
              <a:ext uri="{FF2B5EF4-FFF2-40B4-BE49-F238E27FC236}">
                <a16:creationId xmlns:a16="http://schemas.microsoft.com/office/drawing/2014/main" id="{613DFB49-CD97-E0BB-E6F1-F0B4452FDD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4648200"/>
          <a:ext cx="30146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648200"/>
                        <a:ext cx="3014663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8" name="Text Box 32">
            <a:extLst>
              <a:ext uri="{FF2B5EF4-FFF2-40B4-BE49-F238E27FC236}">
                <a16:creationId xmlns:a16="http://schemas.microsoft.com/office/drawing/2014/main" id="{D1598C73-F77C-30E4-5AFB-DED1A6579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5700" y="1550988"/>
            <a:ext cx="17526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>
                <a:latin typeface="+mn-ea"/>
                <a:ea typeface="+mn-ea"/>
              </a:rPr>
              <a:t>not continuous :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4129" name="Object 33">
            <a:extLst>
              <a:ext uri="{FF2B5EF4-FFF2-40B4-BE49-F238E27FC236}">
                <a16:creationId xmlns:a16="http://schemas.microsoft.com/office/drawing/2014/main" id="{7AC795ED-177B-1D23-C2AD-EA6B4AA812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1485900"/>
          <a:ext cx="412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85900"/>
                        <a:ext cx="412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3" name="Text Box 37">
            <a:extLst>
              <a:ext uri="{FF2B5EF4-FFF2-40B4-BE49-F238E27FC236}">
                <a16:creationId xmlns:a16="http://schemas.microsoft.com/office/drawing/2014/main" id="{01A2F1ED-6FD2-1365-5F30-4DF5042E1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862013"/>
            <a:ext cx="4762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Let</a:t>
            </a:r>
            <a:endParaRPr lang="zh-CN" altLang="en-US" sz="2400"/>
          </a:p>
        </p:txBody>
      </p:sp>
      <p:graphicFrame>
        <p:nvGraphicFramePr>
          <p:cNvPr id="4134" name="Object 38">
            <a:extLst>
              <a:ext uri="{FF2B5EF4-FFF2-40B4-BE49-F238E27FC236}">
                <a16:creationId xmlns:a16="http://schemas.microsoft.com/office/drawing/2014/main" id="{015C26F3-6EB0-F251-9AB8-ED61CFBA09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765175"/>
          <a:ext cx="412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765175"/>
                        <a:ext cx="412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5" name="Text Box 39">
            <a:extLst>
              <a:ext uri="{FF2B5EF4-FFF2-40B4-BE49-F238E27FC236}">
                <a16:creationId xmlns:a16="http://schemas.microsoft.com/office/drawing/2014/main" id="{8A39DF5E-F0F3-DE82-4168-4452A046E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844550"/>
            <a:ext cx="8572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 point</a:t>
            </a:r>
            <a:endParaRPr lang="zh-CN" altLang="en-US" sz="2400"/>
          </a:p>
        </p:txBody>
      </p:sp>
      <p:graphicFrame>
        <p:nvGraphicFramePr>
          <p:cNvPr id="4136" name="Object 40">
            <a:extLst>
              <a:ext uri="{FF2B5EF4-FFF2-40B4-BE49-F238E27FC236}">
                <a16:creationId xmlns:a16="http://schemas.microsoft.com/office/drawing/2014/main" id="{B5A029E7-24EA-4F88-5D22-45643AD27E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836613"/>
          <a:ext cx="857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836613"/>
                        <a:ext cx="8572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" name="Text Box 41">
            <a:extLst>
              <a:ext uri="{FF2B5EF4-FFF2-40B4-BE49-F238E27FC236}">
                <a16:creationId xmlns:a16="http://schemas.microsoft.com/office/drawing/2014/main" id="{3D1086B1-01E4-D0C1-C76D-1E6AB33A5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0" y="844550"/>
            <a:ext cx="3471863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400">
                <a:latin typeface="+mn-ea"/>
                <a:ea typeface="+mn-ea"/>
              </a:rPr>
              <a:t>'s somedeleted neighbourhood inside has Definition ,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4140" name="Text Box 44">
            <a:extLst>
              <a:ext uri="{FF2B5EF4-FFF2-40B4-BE49-F238E27FC236}">
                <a16:creationId xmlns:a16="http://schemas.microsoft.com/office/drawing/2014/main" id="{611DE385-1A32-B7C0-56F6-F64AD0DB0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844550"/>
            <a:ext cx="2133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 under </a:t>
            </a:r>
            <a:r>
              <a:rPr lang="zh-CN" altLang="en-US" sz="2400"/>
              <a:t>列</a:t>
            </a:r>
            <a:r>
              <a:rPr lang="en-US" altLang="zh-CN" sz="2400"/>
              <a:t>case</a:t>
            </a:r>
            <a:endParaRPr lang="zh-CN" altLang="en-US" sz="2400"/>
          </a:p>
        </p:txBody>
      </p:sp>
      <p:sp>
        <p:nvSpPr>
          <p:cNvPr id="4132" name="Text Box 36">
            <a:extLst>
              <a:ext uri="{FF2B5EF4-FFF2-40B4-BE49-F238E27FC236}">
                <a16:creationId xmlns:a16="http://schemas.microsoft.com/office/drawing/2014/main" id="{EFAE9BC6-53D6-6909-511D-B72FC3AF3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38" y="5649913"/>
            <a:ext cx="16827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this kind's point</a:t>
            </a:r>
            <a:endParaRPr lang="zh-CN" altLang="en-US" sz="2400"/>
          </a:p>
        </p:txBody>
      </p:sp>
      <p:graphicFrame>
        <p:nvGraphicFramePr>
          <p:cNvPr id="4146" name="Object 50">
            <a:extLst>
              <a:ext uri="{FF2B5EF4-FFF2-40B4-BE49-F238E27FC236}">
                <a16:creationId xmlns:a16="http://schemas.microsoft.com/office/drawing/2014/main" id="{7ED2BD00-8BC8-5C02-5CC1-C1615FD377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5594350"/>
          <a:ext cx="412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594350"/>
                        <a:ext cx="412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0" name="Text Box 54">
            <a:extLst>
              <a:ext uri="{FF2B5EF4-FFF2-40B4-BE49-F238E27FC236}">
                <a16:creationId xmlns:a16="http://schemas.microsoft.com/office/drawing/2014/main" id="{A22B8AE2-7EC8-6D21-EDBE-7E82FF75509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95325" y="1546226"/>
            <a:ext cx="3276600" cy="461665"/>
          </a:xfrm>
          <a:prstGeom prst="rect">
            <a:avLst/>
          </a:prstGeom>
          <a:blipFill>
            <a:blip r:embed="rId17"/>
            <a:stretch>
              <a:fillRect l="-2703" t="-8108" b="-27027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152" name="Text Box 56">
            <a:extLst>
              <a:ext uri="{FF2B5EF4-FFF2-40B4-BE49-F238E27FC236}">
                <a16:creationId xmlns:a16="http://schemas.microsoft.com/office/drawing/2014/main" id="{410F7577-8287-A151-A148-A81EE5DC8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3138" y="2967038"/>
            <a:ext cx="20859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虽 </a:t>
            </a:r>
            <a:r>
              <a:rPr lang="en-US" altLang="zh-CN" sz="2400"/>
              <a:t>has Definition , but</a:t>
            </a:r>
            <a:endParaRPr lang="zh-CN" altLang="en-US" sz="2400"/>
          </a:p>
        </p:txBody>
      </p:sp>
      <p:sp>
        <p:nvSpPr>
          <p:cNvPr id="4154" name="Text Box 58">
            <a:extLst>
              <a:ext uri="{FF2B5EF4-FFF2-40B4-BE49-F238E27FC236}">
                <a16:creationId xmlns:a16="http://schemas.microsoft.com/office/drawing/2014/main" id="{003F4B52-99F2-E0A6-1C57-144F88F84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3860800"/>
            <a:ext cx="19716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虽 </a:t>
            </a:r>
            <a:r>
              <a:rPr lang="en-US" altLang="zh-CN" sz="2400"/>
              <a:t>has Definition , and</a:t>
            </a:r>
            <a:endParaRPr lang="zh-CN" altLang="en-US" sz="2400"/>
          </a:p>
        </p:txBody>
      </p:sp>
      <p:sp>
        <p:nvSpPr>
          <p:cNvPr id="4155" name="Text Box 59">
            <a:extLst>
              <a:ext uri="{FF2B5EF4-FFF2-40B4-BE49-F238E27FC236}">
                <a16:creationId xmlns:a16="http://schemas.microsoft.com/office/drawing/2014/main" id="{46E54FC0-5A1C-D541-481F-1881FB8DC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667375"/>
            <a:ext cx="24384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is calleddiscontinuity point .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4156" name="Text Box 60">
            <a:extLst>
              <a:ext uri="{FF2B5EF4-FFF2-40B4-BE49-F238E27FC236}">
                <a16:creationId xmlns:a16="http://schemas.microsoft.com/office/drawing/2014/main" id="{35C82E53-8EE6-C8B5-512E-027797A73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0" y="2217738"/>
            <a:ext cx="596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sp>
        <p:nvSpPr>
          <p:cNvPr id="4157" name="Text Box 61">
            <a:extLst>
              <a:ext uri="{FF2B5EF4-FFF2-40B4-BE49-F238E27FC236}">
                <a16:creationId xmlns:a16="http://schemas.microsoft.com/office/drawing/2014/main" id="{801B1295-0C1C-C936-F7DF-3FC7CC5EE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013" y="2217738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tx2"/>
                </a:solidFill>
              </a:rPr>
              <a:t>无</a:t>
            </a:r>
            <a:r>
              <a:rPr lang="en-US" altLang="zh-CN" sz="2400">
                <a:solidFill>
                  <a:schemeClr val="tx2"/>
                </a:solidFill>
              </a:rPr>
              <a:t>Definition ;</a:t>
            </a:r>
            <a:endParaRPr lang="en-US" altLang="zh-CN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1" grpId="0" autoUpdateAnimBg="0"/>
      <p:bldP spid="4153" grpId="0" autoUpdateAnimBg="0"/>
      <p:bldP spid="4099" grpId="0" autoUpdateAnimBg="0"/>
      <p:bldP spid="4107" grpId="0" autoUpdateAnimBg="0"/>
      <p:bldP spid="4111" grpId="0" autoUpdateAnimBg="0"/>
      <p:bldP spid="4116" grpId="0" autoUpdateAnimBg="0"/>
      <p:bldP spid="4121" grpId="0" autoUpdateAnimBg="0"/>
      <p:bldP spid="4114" grpId="0" autoUpdateAnimBg="0"/>
      <p:bldP spid="4128" grpId="0" autoUpdateAnimBg="0"/>
      <p:bldP spid="4133" grpId="0" autoUpdateAnimBg="0"/>
      <p:bldP spid="4135" grpId="0" autoUpdateAnimBg="0"/>
      <p:bldP spid="4137" grpId="0" autoUpdateAnimBg="0"/>
      <p:bldP spid="4140" grpId="0" autoUpdateAnimBg="0"/>
      <p:bldP spid="4132" grpId="0" autoUpdateAnimBg="0"/>
      <p:bldP spid="4152" grpId="0" autoUpdateAnimBg="0"/>
      <p:bldP spid="4154" grpId="0" autoUpdateAnimBg="0"/>
      <p:bldP spid="4155" grpId="0" autoUpdateAnimBg="0"/>
      <p:bldP spid="4156" grpId="0" autoUpdateAnimBg="0"/>
      <p:bldP spid="415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2E87C7AA-0E0E-D1A8-B0F8-B80698BDB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04800"/>
            <a:ext cx="2590800" cy="5334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discontinuity point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分 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class :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800708D5-FA81-2EF0-FCFC-9D7CA8F37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981075"/>
            <a:ext cx="28194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first kinddiscontinuity point: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5124" name="Object 4">
            <a:extLst>
              <a:ext uri="{FF2B5EF4-FFF2-40B4-BE49-F238E27FC236}">
                <a16:creationId xmlns:a16="http://schemas.microsoft.com/office/drawing/2014/main" id="{FF6EE3E3-C392-4AC7-B1EB-0A75D20D52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543050"/>
          <a:ext cx="120491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43050"/>
                        <a:ext cx="1204913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5">
            <a:extLst>
              <a:ext uri="{FF2B5EF4-FFF2-40B4-BE49-F238E27FC236}">
                <a16:creationId xmlns:a16="http://schemas.microsoft.com/office/drawing/2014/main" id="{3542262F-59EA-6A15-F653-66EACE47A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682750"/>
            <a:ext cx="914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5126" name="Object 6">
            <a:extLst>
              <a:ext uri="{FF2B5EF4-FFF2-40B4-BE49-F238E27FC236}">
                <a16:creationId xmlns:a16="http://schemas.microsoft.com/office/drawing/2014/main" id="{B51FD8D9-54A8-9197-3253-4BDA0FAFF6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1514475"/>
          <a:ext cx="11747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514475"/>
                        <a:ext cx="117475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Text Box 7">
            <a:extLst>
              <a:ext uri="{FF2B5EF4-FFF2-40B4-BE49-F238E27FC236}">
                <a16:creationId xmlns:a16="http://schemas.microsoft.com/office/drawing/2014/main" id="{0A4629AE-5780-E834-082D-FAFED5EAD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6813" y="1671638"/>
            <a:ext cx="1752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>
                <a:latin typeface="+mn-ea"/>
                <a:ea typeface="+mn-ea"/>
              </a:rPr>
              <a:t>均</a:t>
            </a:r>
            <a:r>
              <a:rPr lang="en-US" altLang="zh-CN" sz="2400">
                <a:latin typeface="+mn-ea"/>
                <a:ea typeface="+mn-ea"/>
              </a:rPr>
              <a:t>existence ,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5129" name="Object 9">
            <a:extLst>
              <a:ext uri="{FF2B5EF4-FFF2-40B4-BE49-F238E27FC236}">
                <a16:creationId xmlns:a16="http://schemas.microsoft.com/office/drawing/2014/main" id="{1B99405F-5216-C2F2-F865-3BF58F0A95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9100" y="2184400"/>
          <a:ext cx="27305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2184400"/>
                        <a:ext cx="27305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Text Box 8">
            <a:extLst>
              <a:ext uri="{FF2B5EF4-FFF2-40B4-BE49-F238E27FC236}">
                <a16:creationId xmlns:a16="http://schemas.microsoft.com/office/drawing/2014/main" id="{6BA4E501-000F-7813-C3E8-EF9E79BCE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320925"/>
            <a:ext cx="914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if</a:t>
            </a:r>
            <a:endParaRPr lang="zh-CN" altLang="en-US" sz="2400"/>
          </a:p>
        </p:txBody>
      </p:sp>
      <p:sp>
        <p:nvSpPr>
          <p:cNvPr id="5131" name="Text Box 11">
            <a:extLst>
              <a:ext uri="{FF2B5EF4-FFF2-40B4-BE49-F238E27FC236}">
                <a16:creationId xmlns:a16="http://schemas.microsoft.com/office/drawing/2014/main" id="{9BEFF9C9-E74E-88A1-99D6-E05A2F839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2319338"/>
            <a:ext cx="685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称</a:t>
            </a:r>
          </a:p>
        </p:txBody>
      </p:sp>
      <p:graphicFrame>
        <p:nvGraphicFramePr>
          <p:cNvPr id="5132" name="Object 12">
            <a:extLst>
              <a:ext uri="{FF2B5EF4-FFF2-40B4-BE49-F238E27FC236}">
                <a16:creationId xmlns:a16="http://schemas.microsoft.com/office/drawing/2014/main" id="{791A5604-DA0D-7DCB-3DF9-0701EF5390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2050" y="2238375"/>
          <a:ext cx="46196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2238375"/>
                        <a:ext cx="461963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14">
            <a:extLst>
              <a:ext uri="{FF2B5EF4-FFF2-40B4-BE49-F238E27FC236}">
                <a16:creationId xmlns:a16="http://schemas.microsoft.com/office/drawing/2014/main" id="{053F4BC5-8703-7C3C-678D-258204D566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3225" y="2924175"/>
          <a:ext cx="282257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225" y="2924175"/>
                        <a:ext cx="2822575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Text Box 13">
            <a:extLst>
              <a:ext uri="{FF2B5EF4-FFF2-40B4-BE49-F238E27FC236}">
                <a16:creationId xmlns:a16="http://schemas.microsoft.com/office/drawing/2014/main" id="{53E6E0AB-A19E-9895-3A77-1B88A6016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00513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if</a:t>
            </a:r>
            <a:endParaRPr lang="zh-CN" altLang="en-US" sz="2400"/>
          </a:p>
        </p:txBody>
      </p:sp>
      <p:sp>
        <p:nvSpPr>
          <p:cNvPr id="5136" name="Text Box 16">
            <a:extLst>
              <a:ext uri="{FF2B5EF4-FFF2-40B4-BE49-F238E27FC236}">
                <a16:creationId xmlns:a16="http://schemas.microsoft.com/office/drawing/2014/main" id="{EA920968-4B03-49BE-F8E8-A9A73FE34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038475"/>
            <a:ext cx="609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称</a:t>
            </a:r>
          </a:p>
        </p:txBody>
      </p:sp>
      <p:graphicFrame>
        <p:nvGraphicFramePr>
          <p:cNvPr id="5137" name="Object 17">
            <a:extLst>
              <a:ext uri="{FF2B5EF4-FFF2-40B4-BE49-F238E27FC236}">
                <a16:creationId xmlns:a16="http://schemas.microsoft.com/office/drawing/2014/main" id="{D80DE5BE-1FD1-CC4F-2B9A-983CB0275B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5863" y="2924175"/>
          <a:ext cx="461962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5863" y="2924175"/>
                        <a:ext cx="461962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5" name="Text Box 25">
            <a:extLst>
              <a:ext uri="{FF2B5EF4-FFF2-40B4-BE49-F238E27FC236}">
                <a16:creationId xmlns:a16="http://schemas.microsoft.com/office/drawing/2014/main" id="{F272DA91-69E5-7754-20DB-CF85D3AB5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3630613"/>
            <a:ext cx="2819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second kinddiscontinuity point:</a:t>
            </a:r>
          </a:p>
        </p:txBody>
      </p:sp>
      <p:graphicFrame>
        <p:nvGraphicFramePr>
          <p:cNvPr id="5147" name="Object 27">
            <a:extLst>
              <a:ext uri="{FF2B5EF4-FFF2-40B4-BE49-F238E27FC236}">
                <a16:creationId xmlns:a16="http://schemas.microsoft.com/office/drawing/2014/main" id="{E0EEA473-13C7-267A-F42F-19866FAA3B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8663" y="4221163"/>
          <a:ext cx="1173162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3" y="4221163"/>
                        <a:ext cx="1173162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8" name="Text Box 28">
            <a:extLst>
              <a:ext uri="{FF2B5EF4-FFF2-40B4-BE49-F238E27FC236}">
                <a16:creationId xmlns:a16="http://schemas.microsoft.com/office/drawing/2014/main" id="{368EB31B-184C-0B15-197D-9C5EEE1BE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088" y="4343400"/>
            <a:ext cx="914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and</a:t>
            </a:r>
            <a:endParaRPr lang="zh-CN" altLang="en-US" sz="2400"/>
          </a:p>
        </p:txBody>
      </p:sp>
      <p:graphicFrame>
        <p:nvGraphicFramePr>
          <p:cNvPr id="5149" name="Object 29">
            <a:extLst>
              <a:ext uri="{FF2B5EF4-FFF2-40B4-BE49-F238E27FC236}">
                <a16:creationId xmlns:a16="http://schemas.microsoft.com/office/drawing/2014/main" id="{4E188B17-0DB6-2769-834C-5E55FC5C3C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6488" y="4221163"/>
          <a:ext cx="1173162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4221163"/>
                        <a:ext cx="1173162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0" name="Text Box 30">
            <a:extLst>
              <a:ext uri="{FF2B5EF4-FFF2-40B4-BE49-F238E27FC236}">
                <a16:creationId xmlns:a16="http://schemas.microsoft.com/office/drawing/2014/main" id="{8E73B742-F184-0564-016C-4939B5BE7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4343400"/>
            <a:ext cx="3338512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400">
                <a:latin typeface="+mn-ea"/>
                <a:ea typeface="+mn-ea"/>
              </a:rPr>
              <a:t>in at least one not existence ,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5156" name="Text Box 36">
            <a:extLst>
              <a:ext uri="{FF2B5EF4-FFF2-40B4-BE49-F238E27FC236}">
                <a16:creationId xmlns:a16="http://schemas.microsoft.com/office/drawing/2014/main" id="{72799B15-F8BE-5715-1D37-B3548268F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5029200"/>
            <a:ext cx="5159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称</a:t>
            </a:r>
          </a:p>
        </p:txBody>
      </p:sp>
      <p:graphicFrame>
        <p:nvGraphicFramePr>
          <p:cNvPr id="5157" name="Object 37">
            <a:extLst>
              <a:ext uri="{FF2B5EF4-FFF2-40B4-BE49-F238E27FC236}">
                <a16:creationId xmlns:a16="http://schemas.microsoft.com/office/drawing/2014/main" id="{95C160FA-5653-431C-DCB4-DD790765F1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6300" y="4949825"/>
          <a:ext cx="46196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4949825"/>
                        <a:ext cx="461963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60" name="Text Box 40">
            <a:extLst>
              <a:ext uri="{FF2B5EF4-FFF2-40B4-BE49-F238E27FC236}">
                <a16:creationId xmlns:a16="http://schemas.microsoft.com/office/drawing/2014/main" id="{7745806C-85D3-D4E2-0326-9EA926D15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745163"/>
            <a:ext cx="32607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ifwhere has </a:t>
            </a:r>
            <a:r>
              <a:rPr lang="zh-CN" altLang="en-GB" sz="2400"/>
              <a:t>一 </a:t>
            </a:r>
            <a:r>
              <a:rPr lang="en-GB" altLang="zh-CN" sz="2400"/>
              <a:t>is oscillatory ,</a:t>
            </a:r>
            <a:endParaRPr lang="en-US" altLang="zh-CN" sz="2400"/>
          </a:p>
        </p:txBody>
      </p:sp>
      <p:sp>
        <p:nvSpPr>
          <p:cNvPr id="5163" name="Text Box 43">
            <a:extLst>
              <a:ext uri="{FF2B5EF4-FFF2-40B4-BE49-F238E27FC236}">
                <a16:creationId xmlns:a16="http://schemas.microsoft.com/office/drawing/2014/main" id="{F0C70000-0060-C928-51C0-3D9549181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5778500"/>
            <a:ext cx="762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称</a:t>
            </a:r>
          </a:p>
        </p:txBody>
      </p:sp>
      <p:graphicFrame>
        <p:nvGraphicFramePr>
          <p:cNvPr id="5164" name="Object 44">
            <a:extLst>
              <a:ext uri="{FF2B5EF4-FFF2-40B4-BE49-F238E27FC236}">
                <a16:creationId xmlns:a16="http://schemas.microsoft.com/office/drawing/2014/main" id="{195D6B27-247F-935E-3C40-EE8A653EDC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2200" y="5661025"/>
          <a:ext cx="46196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0" imgH="0" progId="Equation.3">
                  <p:embed/>
                </p:oleObj>
              </mc:Choice>
              <mc:Fallback>
                <p:oleObj name="Equation" r:id="rId15" imgW="0" imgH="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5661025"/>
                        <a:ext cx="461963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3" name="Text Box 33">
            <a:extLst>
              <a:ext uri="{FF2B5EF4-FFF2-40B4-BE49-F238E27FC236}">
                <a16:creationId xmlns:a16="http://schemas.microsoft.com/office/drawing/2014/main" id="{FDB4D976-DFA1-2BCE-D089-830A6F2C0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663" y="5029200"/>
            <a:ext cx="24701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ifwhere has </a:t>
            </a:r>
            <a:r>
              <a:rPr lang="zh-CN" altLang="en-US" sz="2400"/>
              <a:t>一 </a:t>
            </a:r>
            <a:r>
              <a:rPr lang="en-US" altLang="zh-CN" sz="2400"/>
              <a:t>is</a:t>
            </a:r>
            <a:endParaRPr lang="zh-CN" altLang="en-US" sz="2400"/>
          </a:p>
        </p:txBody>
      </p:sp>
      <p:graphicFrame>
        <p:nvGraphicFramePr>
          <p:cNvPr id="5166" name="Object 46">
            <a:extLst>
              <a:ext uri="{FF2B5EF4-FFF2-40B4-BE49-F238E27FC236}">
                <a16:creationId xmlns:a16="http://schemas.microsoft.com/office/drawing/2014/main" id="{A3E00735-96F8-5C85-40DB-8E7014D88F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5084763"/>
          <a:ext cx="6699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084763"/>
                        <a:ext cx="6699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91" name="Text Box 71">
            <a:extLst>
              <a:ext uri="{FF2B5EF4-FFF2-40B4-BE49-F238E27FC236}">
                <a16:creationId xmlns:a16="http://schemas.microsoft.com/office/drawing/2014/main" id="{4C722FE2-E8A5-3EFB-DBAA-C5604D94D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309813"/>
            <a:ext cx="44630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is removablediscontinuity point .</a:t>
            </a:r>
          </a:p>
        </p:txBody>
      </p:sp>
      <p:sp>
        <p:nvSpPr>
          <p:cNvPr id="5192" name="Text Box 72">
            <a:extLst>
              <a:ext uri="{FF2B5EF4-FFF2-40B4-BE49-F238E27FC236}">
                <a16:creationId xmlns:a16="http://schemas.microsoft.com/office/drawing/2014/main" id="{976356AB-A165-E649-32A4-B88FFD08A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8" y="3044825"/>
            <a:ext cx="37385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is jumpdiscontinuity point .</a:t>
            </a:r>
          </a:p>
        </p:txBody>
      </p:sp>
      <p:sp>
        <p:nvSpPr>
          <p:cNvPr id="5193" name="Text Box 73">
            <a:extLst>
              <a:ext uri="{FF2B5EF4-FFF2-40B4-BE49-F238E27FC236}">
                <a16:creationId xmlns:a16="http://schemas.microsoft.com/office/drawing/2014/main" id="{17735B05-0F6E-538F-780B-ACD67345F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5043488"/>
            <a:ext cx="36792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 </a:t>
            </a:r>
            <a:r>
              <a:rPr lang="zh-CN" altLang="en-US" sz="2400"/>
              <a:t>无穷</a:t>
            </a:r>
            <a:r>
              <a:rPr lang="en-US" altLang="zh-CN" sz="2400"/>
              <a:t>discontinuity point .</a:t>
            </a:r>
          </a:p>
        </p:txBody>
      </p:sp>
      <p:sp>
        <p:nvSpPr>
          <p:cNvPr id="5194" name="Text Box 74">
            <a:extLst>
              <a:ext uri="{FF2B5EF4-FFF2-40B4-BE49-F238E27FC236}">
                <a16:creationId xmlns:a16="http://schemas.microsoft.com/office/drawing/2014/main" id="{BE47C70F-4DA6-2DF4-C25B-9F76165BC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732463"/>
            <a:ext cx="438774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is oscillatorydiscontinuity point .</a:t>
            </a:r>
            <a:endParaRPr lang="en-US" altLang="zh-CN" sz="2400" dirty="0">
              <a:latin typeface="+mn-ea"/>
              <a:ea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autoUpdateAnimBg="0"/>
      <p:bldP spid="5125" grpId="0" build="p" autoUpdateAnimBg="0" advAuto="0"/>
      <p:bldP spid="5127" grpId="0" build="p" autoUpdateAnimBg="0" advAuto="0"/>
      <p:bldP spid="5128" grpId="0" build="p" autoUpdateAnimBg="0"/>
      <p:bldP spid="5131" grpId="0" build="p" autoUpdateAnimBg="0"/>
      <p:bldP spid="5133" grpId="0" build="p" autoUpdateAnimBg="0"/>
      <p:bldP spid="5136" grpId="0" build="p" autoUpdateAnimBg="0"/>
      <p:bldP spid="5145" grpId="0" autoUpdateAnimBg="0"/>
      <p:bldP spid="5148" grpId="0" build="p" autoUpdateAnimBg="0" advAuto="0"/>
      <p:bldP spid="5150" grpId="0" build="p" autoUpdateAnimBg="0" advAuto="0"/>
      <p:bldP spid="5156" grpId="0" build="p" autoUpdateAnimBg="0"/>
      <p:bldP spid="5160" grpId="0" build="p" autoUpdateAnimBg="0"/>
      <p:bldP spid="5163" grpId="0" build="p" autoUpdateAnimBg="0"/>
      <p:bldP spid="5153" grpId="0" build="p" autoUpdateAnimBg="0"/>
      <p:bldP spid="5191" grpId="0" build="p" autoUpdateAnimBg="0" advAuto="0"/>
      <p:bldP spid="5192" grpId="0" build="p" autoUpdateAnimBg="0" advAuto="0"/>
      <p:bldP spid="5193" grpId="0" build="p" autoUpdateAnimBg="0" advAuto="0"/>
      <p:bldP spid="5194" grpId="0" build="p" autoUpdateAnimBg="0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5" name="Object 7">
            <a:extLst>
              <a:ext uri="{FF2B5EF4-FFF2-40B4-BE49-F238E27FC236}">
                <a16:creationId xmlns:a16="http://schemas.microsoft.com/office/drawing/2014/main" id="{DAAFF093-50AC-B3FD-3785-19747FD72F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866775"/>
          <a:ext cx="24066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866775"/>
                        <a:ext cx="240665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98" name="Group 54">
            <a:extLst>
              <a:ext uri="{FF2B5EF4-FFF2-40B4-BE49-F238E27FC236}">
                <a16:creationId xmlns:a16="http://schemas.microsoft.com/office/drawing/2014/main" id="{EF4C37A3-B691-2E17-23EA-D3A10D0FDF6A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417638"/>
            <a:ext cx="1163638" cy="990600"/>
            <a:chOff x="624" y="672"/>
            <a:chExt cx="733" cy="624"/>
          </a:xfrm>
        </p:grpSpPr>
        <p:graphicFrame>
          <p:nvGraphicFramePr>
            <p:cNvPr id="21553" name="Object 9">
              <a:extLst>
                <a:ext uri="{FF2B5EF4-FFF2-40B4-BE49-F238E27FC236}">
                  <a16:creationId xmlns:a16="http://schemas.microsoft.com/office/drawing/2014/main" id="{B4FEA7A1-228E-35DA-9CBA-AE9E2AB561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5" y="672"/>
            <a:ext cx="302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0" imgH="0" progId="Equation.3">
                    <p:embed/>
                  </p:oleObj>
                </mc:Choice>
                <mc:Fallback>
                  <p:oleObj name="Equation" r:id="rId4" imgW="0" imgH="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5" y="672"/>
                          <a:ext cx="302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4" name="Object 10">
              <a:extLst>
                <a:ext uri="{FF2B5EF4-FFF2-40B4-BE49-F238E27FC236}">
                  <a16:creationId xmlns:a16="http://schemas.microsoft.com/office/drawing/2014/main" id="{12637538-6BAF-DC82-8814-7C88DF03E5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882"/>
            <a:ext cx="39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Equation.3">
                    <p:embed/>
                  </p:oleObj>
                </mc:Choice>
                <mc:Fallback>
                  <p:oleObj name="Equation" r:id="rId6" imgW="0" imgH="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882"/>
                          <a:ext cx="396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55" name="Text Box 11">
            <a:extLst>
              <a:ext uri="{FF2B5EF4-FFF2-40B4-BE49-F238E27FC236}">
                <a16:creationId xmlns:a16="http://schemas.microsoft.com/office/drawing/2014/main" id="{BD5783D9-2E04-AECE-3BFD-5A0F5B000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646238"/>
            <a:ext cx="3200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 its</a:t>
            </a:r>
            <a:r>
              <a:rPr lang="zh-CN" altLang="en-US" sz="2400"/>
              <a:t>无穷</a:t>
            </a:r>
            <a:r>
              <a:rPr lang="en-US" altLang="zh-CN" sz="2400"/>
              <a:t>discontinuity point .</a:t>
            </a:r>
          </a:p>
        </p:txBody>
      </p:sp>
      <p:graphicFrame>
        <p:nvGraphicFramePr>
          <p:cNvPr id="31756" name="Object 12">
            <a:extLst>
              <a:ext uri="{FF2B5EF4-FFF2-40B4-BE49-F238E27FC236}">
                <a16:creationId xmlns:a16="http://schemas.microsoft.com/office/drawing/2014/main" id="{B054C371-9CEE-8EEF-98F4-A3CDDB9CEB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4300" y="3733800"/>
          <a:ext cx="99536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0" imgH="0" progId="Equation.3">
                  <p:embed/>
                </p:oleObj>
              </mc:Choice>
              <mc:Fallback>
                <p:oleObj name="公式" r:id="rId8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3733800"/>
                        <a:ext cx="995363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7" name="Text Box 13">
            <a:extLst>
              <a:ext uri="{FF2B5EF4-FFF2-40B4-BE49-F238E27FC236}">
                <a16:creationId xmlns:a16="http://schemas.microsoft.com/office/drawing/2014/main" id="{8207DED0-DA14-4AE8-A94F-8819D9BF9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748088"/>
            <a:ext cx="30480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is itsoscillatorydiscontinuity point .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21510" name="Object 16">
            <a:extLst>
              <a:ext uri="{FF2B5EF4-FFF2-40B4-BE49-F238E27FC236}">
                <a16:creationId xmlns:a16="http://schemas.microsoft.com/office/drawing/2014/main" id="{CC5BD0A2-B8A2-581B-9896-27FBC21CF2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2500313"/>
          <a:ext cx="21463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500313"/>
                        <a:ext cx="21463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5" name="Object 21">
            <a:extLst>
              <a:ext uri="{FF2B5EF4-FFF2-40B4-BE49-F238E27FC236}">
                <a16:creationId xmlns:a16="http://schemas.microsoft.com/office/drawing/2014/main" id="{F39D23F6-0775-40F5-0F84-42AFDA6E47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5751513"/>
          <a:ext cx="9239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0" imgH="0" progId="Equation.3">
                  <p:embed/>
                </p:oleObj>
              </mc:Choice>
              <mc:Fallback>
                <p:oleObj name="公式" r:id="rId12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751513"/>
                        <a:ext cx="9239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6" name="Text Box 22">
            <a:extLst>
              <a:ext uri="{FF2B5EF4-FFF2-40B4-BE49-F238E27FC236}">
                <a16:creationId xmlns:a16="http://schemas.microsoft.com/office/drawing/2014/main" id="{1F37753D-A81A-A8B2-F5C1-C0F264CF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5761038"/>
            <a:ext cx="27432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is removablediscontinuity point .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21513" name="Object 24">
            <a:extLst>
              <a:ext uri="{FF2B5EF4-FFF2-40B4-BE49-F238E27FC236}">
                <a16:creationId xmlns:a16="http://schemas.microsoft.com/office/drawing/2014/main" id="{5B58A2D5-0F2E-DCC7-32F3-9B12907BE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4419600"/>
          <a:ext cx="238442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419600"/>
                        <a:ext cx="2384425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804" name="Group 60">
            <a:extLst>
              <a:ext uri="{FF2B5EF4-FFF2-40B4-BE49-F238E27FC236}">
                <a16:creationId xmlns:a16="http://schemas.microsoft.com/office/drawing/2014/main" id="{42AB7F03-285F-FB38-A9D0-8F603C9E926E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4487863"/>
            <a:ext cx="1828800" cy="1684337"/>
            <a:chOff x="3504" y="2906"/>
            <a:chExt cx="1356" cy="1250"/>
          </a:xfrm>
        </p:grpSpPr>
        <p:sp>
          <p:nvSpPr>
            <p:cNvPr id="21544" name="Line 28">
              <a:extLst>
                <a:ext uri="{FF2B5EF4-FFF2-40B4-BE49-F238E27FC236}">
                  <a16:creationId xmlns:a16="http://schemas.microsoft.com/office/drawing/2014/main" id="{FA46EF89-C2EB-CB8A-A06E-EBFCB8D33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9" y="391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5" name="Line 29">
              <a:extLst>
                <a:ext uri="{FF2B5EF4-FFF2-40B4-BE49-F238E27FC236}">
                  <a16:creationId xmlns:a16="http://schemas.microsoft.com/office/drawing/2014/main" id="{EEF81A4D-C2BD-3F3F-6E6B-BB52004DD0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9" y="2906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46" name="Object 30">
              <a:extLst>
                <a:ext uri="{FF2B5EF4-FFF2-40B4-BE49-F238E27FC236}">
                  <a16:creationId xmlns:a16="http://schemas.microsoft.com/office/drawing/2014/main" id="{3117B33A-3027-20ED-5059-2C7FC5DE6D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61" y="3936"/>
            <a:ext cx="199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1" y="3936"/>
                          <a:ext cx="199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7" name="Object 31">
              <a:extLst>
                <a:ext uri="{FF2B5EF4-FFF2-40B4-BE49-F238E27FC236}">
                  <a16:creationId xmlns:a16="http://schemas.microsoft.com/office/drawing/2014/main" id="{20DD8D00-3A3F-78A4-90EA-A4E65713AB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53" y="3914"/>
            <a:ext cx="199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0" imgH="0" progId="Equation.3">
                    <p:embed/>
                  </p:oleObj>
                </mc:Choice>
                <mc:Fallback>
                  <p:oleObj name="Equation" r:id="rId18" imgW="0" imgH="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3" y="3914"/>
                          <a:ext cx="199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8" name="Object 32">
              <a:extLst>
                <a:ext uri="{FF2B5EF4-FFF2-40B4-BE49-F238E27FC236}">
                  <a16:creationId xmlns:a16="http://schemas.microsoft.com/office/drawing/2014/main" id="{965D0AD5-8066-9789-3E9B-A036B0BAA0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2908"/>
            <a:ext cx="220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0" imgH="0" progId="Equation.3">
                    <p:embed/>
                  </p:oleObj>
                </mc:Choice>
                <mc:Fallback>
                  <p:oleObj name="Equation" r:id="rId20" imgW="0" imgH="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908"/>
                          <a:ext cx="220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9" name="Line 33">
              <a:extLst>
                <a:ext uri="{FF2B5EF4-FFF2-40B4-BE49-F238E27FC236}">
                  <a16:creationId xmlns:a16="http://schemas.microsoft.com/office/drawing/2014/main" id="{DBC7D70F-EAD8-5BA9-2021-C37C255B37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4" y="2959"/>
              <a:ext cx="907" cy="9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0" name="Line 34">
              <a:extLst>
                <a:ext uri="{FF2B5EF4-FFF2-40B4-BE49-F238E27FC236}">
                  <a16:creationId xmlns:a16="http://schemas.microsoft.com/office/drawing/2014/main" id="{CF71BDC2-CD19-8464-5D2D-F5CD477A27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7" y="333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1" name="Oval 35">
              <a:extLst>
                <a:ext uri="{FF2B5EF4-FFF2-40B4-BE49-F238E27FC236}">
                  <a16:creationId xmlns:a16="http://schemas.microsoft.com/office/drawing/2014/main" id="{83F699CC-755B-B52A-6F30-6619D81F4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" y="3318"/>
              <a:ext cx="57" cy="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1552" name="Object 36">
              <a:extLst>
                <a:ext uri="{FF2B5EF4-FFF2-40B4-BE49-F238E27FC236}">
                  <a16:creationId xmlns:a16="http://schemas.microsoft.com/office/drawing/2014/main" id="{F11565FD-E1B8-3DC9-33E5-33EAC9FF45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3888"/>
            <a:ext cx="128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0" imgH="0" progId="Equation.3">
                    <p:embed/>
                  </p:oleObj>
                </mc:Choice>
                <mc:Fallback>
                  <p:oleObj name="Equation" r:id="rId22" imgW="0" imgH="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3888"/>
                          <a:ext cx="128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5" name="Rectangle 57">
            <a:extLst>
              <a:ext uri="{FF2B5EF4-FFF2-40B4-BE49-F238E27FC236}">
                <a16:creationId xmlns:a16="http://schemas.microsoft.com/office/drawing/2014/main" id="{7C65888D-5CC8-AC94-2846-C5CAB3DD3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1752600" cy="685800"/>
          </a:xfrm>
        </p:spPr>
        <p:txBody>
          <a:bodyPr/>
          <a:lstStyle/>
          <a:p>
            <a:pPr eaLnBrk="1" hangingPunct="1"/>
            <a:r>
              <a:rPr lang="en-US" altLang="zh-CN" sz="2800" b="1">
                <a:ea typeface="楷体_GB2312" pitchFamily="49" charset="-122"/>
              </a:rPr>
              <a:t>for example:</a:t>
            </a:r>
            <a:endParaRPr lang="en-US" altLang="zh-CN" sz="2800" b="1">
              <a:ea typeface="楷体_GB2312" pitchFamily="49" charset="-122"/>
              <a:sym typeface="Wingdings" panose="05000000000000000000" pitchFamily="2" charset="2"/>
            </a:endParaRPr>
          </a:p>
        </p:txBody>
      </p:sp>
      <p:grpSp>
        <p:nvGrpSpPr>
          <p:cNvPr id="31869" name="Group 125">
            <a:extLst>
              <a:ext uri="{FF2B5EF4-FFF2-40B4-BE49-F238E27FC236}">
                <a16:creationId xmlns:a16="http://schemas.microsoft.com/office/drawing/2014/main" id="{AC8AC7C5-546E-4DCD-0E50-2BE067721AEC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461963"/>
            <a:ext cx="2157413" cy="1976437"/>
            <a:chOff x="3792" y="195"/>
            <a:chExt cx="1359" cy="1245"/>
          </a:xfrm>
        </p:grpSpPr>
        <p:graphicFrame>
          <p:nvGraphicFramePr>
            <p:cNvPr id="21529" name="Object 39">
              <a:extLst>
                <a:ext uri="{FF2B5EF4-FFF2-40B4-BE49-F238E27FC236}">
                  <a16:creationId xmlns:a16="http://schemas.microsoft.com/office/drawing/2014/main" id="{A17466FC-85ED-0C13-8BF5-45CDC489E2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2" y="336"/>
            <a:ext cx="639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0" imgH="0" progId="Equation.3">
                    <p:embed/>
                  </p:oleObj>
                </mc:Choice>
                <mc:Fallback>
                  <p:oleObj name="Equation" r:id="rId24" imgW="0" imgH="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336"/>
                          <a:ext cx="639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0" name="Object 40">
              <a:extLst>
                <a:ext uri="{FF2B5EF4-FFF2-40B4-BE49-F238E27FC236}">
                  <a16:creationId xmlns:a16="http://schemas.microsoft.com/office/drawing/2014/main" id="{16F3D54E-1804-574F-CD55-22CE2DE918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816"/>
            <a:ext cx="110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0" imgH="0" progId="Equation.3">
                    <p:embed/>
                  </p:oleObj>
                </mc:Choice>
                <mc:Fallback>
                  <p:oleObj name="Equation" r:id="rId26" imgW="0" imgH="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816"/>
                          <a:ext cx="110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31" name="Group 118">
              <a:extLst>
                <a:ext uri="{FF2B5EF4-FFF2-40B4-BE49-F238E27FC236}">
                  <a16:creationId xmlns:a16="http://schemas.microsoft.com/office/drawing/2014/main" id="{081B0DE9-71C6-088B-BD25-BE937D24AD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5" y="195"/>
              <a:ext cx="424" cy="1245"/>
              <a:chOff x="2262" y="1167"/>
              <a:chExt cx="654" cy="1920"/>
            </a:xfrm>
          </p:grpSpPr>
          <p:sp>
            <p:nvSpPr>
              <p:cNvPr id="21542" name="Freeform 105">
                <a:extLst>
                  <a:ext uri="{FF2B5EF4-FFF2-40B4-BE49-F238E27FC236}">
                    <a16:creationId xmlns:a16="http://schemas.microsoft.com/office/drawing/2014/main" id="{87A39107-F94C-38FB-960F-AC746F70B4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" y="2061"/>
                <a:ext cx="426" cy="1026"/>
              </a:xfrm>
              <a:custGeom>
                <a:avLst/>
                <a:gdLst>
                  <a:gd name="T0" fmla="*/ 12 w 426"/>
                  <a:gd name="T1" fmla="*/ 906 h 1026"/>
                  <a:gd name="T2" fmla="*/ 18 w 426"/>
                  <a:gd name="T3" fmla="*/ 792 h 1026"/>
                  <a:gd name="T4" fmla="*/ 24 w 426"/>
                  <a:gd name="T5" fmla="*/ 702 h 1026"/>
                  <a:gd name="T6" fmla="*/ 36 w 426"/>
                  <a:gd name="T7" fmla="*/ 630 h 1026"/>
                  <a:gd name="T8" fmla="*/ 42 w 426"/>
                  <a:gd name="T9" fmla="*/ 570 h 1026"/>
                  <a:gd name="T10" fmla="*/ 48 w 426"/>
                  <a:gd name="T11" fmla="*/ 522 h 1026"/>
                  <a:gd name="T12" fmla="*/ 60 w 426"/>
                  <a:gd name="T13" fmla="*/ 486 h 1026"/>
                  <a:gd name="T14" fmla="*/ 66 w 426"/>
                  <a:gd name="T15" fmla="*/ 450 h 1026"/>
                  <a:gd name="T16" fmla="*/ 78 w 426"/>
                  <a:gd name="T17" fmla="*/ 420 h 1026"/>
                  <a:gd name="T18" fmla="*/ 84 w 426"/>
                  <a:gd name="T19" fmla="*/ 390 h 1026"/>
                  <a:gd name="T20" fmla="*/ 90 w 426"/>
                  <a:gd name="T21" fmla="*/ 366 h 1026"/>
                  <a:gd name="T22" fmla="*/ 102 w 426"/>
                  <a:gd name="T23" fmla="*/ 348 h 1026"/>
                  <a:gd name="T24" fmla="*/ 108 w 426"/>
                  <a:gd name="T25" fmla="*/ 330 h 1026"/>
                  <a:gd name="T26" fmla="*/ 114 w 426"/>
                  <a:gd name="T27" fmla="*/ 312 h 1026"/>
                  <a:gd name="T28" fmla="*/ 126 w 426"/>
                  <a:gd name="T29" fmla="*/ 294 h 1026"/>
                  <a:gd name="T30" fmla="*/ 132 w 426"/>
                  <a:gd name="T31" fmla="*/ 282 h 1026"/>
                  <a:gd name="T32" fmla="*/ 144 w 426"/>
                  <a:gd name="T33" fmla="*/ 264 h 1026"/>
                  <a:gd name="T34" fmla="*/ 150 w 426"/>
                  <a:gd name="T35" fmla="*/ 252 h 1026"/>
                  <a:gd name="T36" fmla="*/ 156 w 426"/>
                  <a:gd name="T37" fmla="*/ 240 h 1026"/>
                  <a:gd name="T38" fmla="*/ 168 w 426"/>
                  <a:gd name="T39" fmla="*/ 228 h 1026"/>
                  <a:gd name="T40" fmla="*/ 174 w 426"/>
                  <a:gd name="T41" fmla="*/ 222 h 1026"/>
                  <a:gd name="T42" fmla="*/ 180 w 426"/>
                  <a:gd name="T43" fmla="*/ 210 h 1026"/>
                  <a:gd name="T44" fmla="*/ 192 w 426"/>
                  <a:gd name="T45" fmla="*/ 198 h 1026"/>
                  <a:gd name="T46" fmla="*/ 198 w 426"/>
                  <a:gd name="T47" fmla="*/ 192 h 1026"/>
                  <a:gd name="T48" fmla="*/ 210 w 426"/>
                  <a:gd name="T49" fmla="*/ 180 h 1026"/>
                  <a:gd name="T50" fmla="*/ 216 w 426"/>
                  <a:gd name="T51" fmla="*/ 174 h 1026"/>
                  <a:gd name="T52" fmla="*/ 222 w 426"/>
                  <a:gd name="T53" fmla="*/ 168 h 1026"/>
                  <a:gd name="T54" fmla="*/ 234 w 426"/>
                  <a:gd name="T55" fmla="*/ 156 h 1026"/>
                  <a:gd name="T56" fmla="*/ 240 w 426"/>
                  <a:gd name="T57" fmla="*/ 150 h 1026"/>
                  <a:gd name="T58" fmla="*/ 246 w 426"/>
                  <a:gd name="T59" fmla="*/ 144 h 1026"/>
                  <a:gd name="T60" fmla="*/ 258 w 426"/>
                  <a:gd name="T61" fmla="*/ 138 h 1026"/>
                  <a:gd name="T62" fmla="*/ 264 w 426"/>
                  <a:gd name="T63" fmla="*/ 126 h 1026"/>
                  <a:gd name="T64" fmla="*/ 276 w 426"/>
                  <a:gd name="T65" fmla="*/ 120 h 1026"/>
                  <a:gd name="T66" fmla="*/ 282 w 426"/>
                  <a:gd name="T67" fmla="*/ 114 h 1026"/>
                  <a:gd name="T68" fmla="*/ 288 w 426"/>
                  <a:gd name="T69" fmla="*/ 108 h 1026"/>
                  <a:gd name="T70" fmla="*/ 300 w 426"/>
                  <a:gd name="T71" fmla="*/ 102 h 1026"/>
                  <a:gd name="T72" fmla="*/ 306 w 426"/>
                  <a:gd name="T73" fmla="*/ 96 h 1026"/>
                  <a:gd name="T74" fmla="*/ 312 w 426"/>
                  <a:gd name="T75" fmla="*/ 90 h 1026"/>
                  <a:gd name="T76" fmla="*/ 324 w 426"/>
                  <a:gd name="T77" fmla="*/ 84 h 1026"/>
                  <a:gd name="T78" fmla="*/ 330 w 426"/>
                  <a:gd name="T79" fmla="*/ 78 h 1026"/>
                  <a:gd name="T80" fmla="*/ 342 w 426"/>
                  <a:gd name="T81" fmla="*/ 66 h 1026"/>
                  <a:gd name="T82" fmla="*/ 348 w 426"/>
                  <a:gd name="T83" fmla="*/ 60 h 1026"/>
                  <a:gd name="T84" fmla="*/ 354 w 426"/>
                  <a:gd name="T85" fmla="*/ 54 h 1026"/>
                  <a:gd name="T86" fmla="*/ 366 w 426"/>
                  <a:gd name="T87" fmla="*/ 48 h 1026"/>
                  <a:gd name="T88" fmla="*/ 372 w 426"/>
                  <a:gd name="T89" fmla="*/ 42 h 1026"/>
                  <a:gd name="T90" fmla="*/ 378 w 426"/>
                  <a:gd name="T91" fmla="*/ 36 h 1026"/>
                  <a:gd name="T92" fmla="*/ 390 w 426"/>
                  <a:gd name="T93" fmla="*/ 30 h 1026"/>
                  <a:gd name="T94" fmla="*/ 396 w 426"/>
                  <a:gd name="T95" fmla="*/ 18 h 1026"/>
                  <a:gd name="T96" fmla="*/ 408 w 426"/>
                  <a:gd name="T97" fmla="*/ 12 h 1026"/>
                  <a:gd name="T98" fmla="*/ 414 w 426"/>
                  <a:gd name="T99" fmla="*/ 6 h 1026"/>
                  <a:gd name="T100" fmla="*/ 420 w 426"/>
                  <a:gd name="T101" fmla="*/ 0 h 102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426" h="1026">
                    <a:moveTo>
                      <a:pt x="0" y="1026"/>
                    </a:moveTo>
                    <a:lnTo>
                      <a:pt x="6" y="996"/>
                    </a:lnTo>
                    <a:lnTo>
                      <a:pt x="6" y="966"/>
                    </a:lnTo>
                    <a:lnTo>
                      <a:pt x="6" y="936"/>
                    </a:lnTo>
                    <a:lnTo>
                      <a:pt x="12" y="906"/>
                    </a:lnTo>
                    <a:lnTo>
                      <a:pt x="12" y="882"/>
                    </a:lnTo>
                    <a:lnTo>
                      <a:pt x="12" y="858"/>
                    </a:lnTo>
                    <a:lnTo>
                      <a:pt x="12" y="834"/>
                    </a:lnTo>
                    <a:lnTo>
                      <a:pt x="18" y="810"/>
                    </a:lnTo>
                    <a:lnTo>
                      <a:pt x="18" y="792"/>
                    </a:lnTo>
                    <a:lnTo>
                      <a:pt x="18" y="774"/>
                    </a:lnTo>
                    <a:lnTo>
                      <a:pt x="24" y="750"/>
                    </a:lnTo>
                    <a:lnTo>
                      <a:pt x="24" y="732"/>
                    </a:lnTo>
                    <a:lnTo>
                      <a:pt x="24" y="720"/>
                    </a:lnTo>
                    <a:lnTo>
                      <a:pt x="24" y="702"/>
                    </a:lnTo>
                    <a:lnTo>
                      <a:pt x="30" y="684"/>
                    </a:lnTo>
                    <a:lnTo>
                      <a:pt x="30" y="672"/>
                    </a:lnTo>
                    <a:lnTo>
                      <a:pt x="30" y="654"/>
                    </a:lnTo>
                    <a:lnTo>
                      <a:pt x="30" y="642"/>
                    </a:lnTo>
                    <a:lnTo>
                      <a:pt x="36" y="630"/>
                    </a:lnTo>
                    <a:lnTo>
                      <a:pt x="36" y="618"/>
                    </a:lnTo>
                    <a:lnTo>
                      <a:pt x="36" y="606"/>
                    </a:lnTo>
                    <a:lnTo>
                      <a:pt x="42" y="594"/>
                    </a:lnTo>
                    <a:lnTo>
                      <a:pt x="42" y="582"/>
                    </a:lnTo>
                    <a:lnTo>
                      <a:pt x="42" y="570"/>
                    </a:lnTo>
                    <a:lnTo>
                      <a:pt x="42" y="564"/>
                    </a:lnTo>
                    <a:lnTo>
                      <a:pt x="48" y="552"/>
                    </a:lnTo>
                    <a:lnTo>
                      <a:pt x="48" y="540"/>
                    </a:lnTo>
                    <a:lnTo>
                      <a:pt x="48" y="534"/>
                    </a:lnTo>
                    <a:lnTo>
                      <a:pt x="48" y="522"/>
                    </a:lnTo>
                    <a:lnTo>
                      <a:pt x="54" y="516"/>
                    </a:lnTo>
                    <a:lnTo>
                      <a:pt x="54" y="510"/>
                    </a:lnTo>
                    <a:lnTo>
                      <a:pt x="54" y="498"/>
                    </a:lnTo>
                    <a:lnTo>
                      <a:pt x="60" y="492"/>
                    </a:lnTo>
                    <a:lnTo>
                      <a:pt x="60" y="486"/>
                    </a:lnTo>
                    <a:lnTo>
                      <a:pt x="60" y="474"/>
                    </a:lnTo>
                    <a:lnTo>
                      <a:pt x="60" y="468"/>
                    </a:lnTo>
                    <a:lnTo>
                      <a:pt x="66" y="462"/>
                    </a:lnTo>
                    <a:lnTo>
                      <a:pt x="66" y="456"/>
                    </a:lnTo>
                    <a:lnTo>
                      <a:pt x="66" y="450"/>
                    </a:lnTo>
                    <a:lnTo>
                      <a:pt x="66" y="444"/>
                    </a:lnTo>
                    <a:lnTo>
                      <a:pt x="72" y="438"/>
                    </a:lnTo>
                    <a:lnTo>
                      <a:pt x="72" y="432"/>
                    </a:lnTo>
                    <a:lnTo>
                      <a:pt x="72" y="426"/>
                    </a:lnTo>
                    <a:lnTo>
                      <a:pt x="78" y="420"/>
                    </a:lnTo>
                    <a:lnTo>
                      <a:pt x="78" y="414"/>
                    </a:lnTo>
                    <a:lnTo>
                      <a:pt x="78" y="408"/>
                    </a:lnTo>
                    <a:lnTo>
                      <a:pt x="78" y="402"/>
                    </a:lnTo>
                    <a:lnTo>
                      <a:pt x="84" y="396"/>
                    </a:lnTo>
                    <a:lnTo>
                      <a:pt x="84" y="390"/>
                    </a:lnTo>
                    <a:lnTo>
                      <a:pt x="90" y="384"/>
                    </a:lnTo>
                    <a:lnTo>
                      <a:pt x="90" y="378"/>
                    </a:lnTo>
                    <a:lnTo>
                      <a:pt x="90" y="372"/>
                    </a:lnTo>
                    <a:lnTo>
                      <a:pt x="90" y="366"/>
                    </a:lnTo>
                    <a:lnTo>
                      <a:pt x="96" y="366"/>
                    </a:lnTo>
                    <a:lnTo>
                      <a:pt x="96" y="360"/>
                    </a:lnTo>
                    <a:lnTo>
                      <a:pt x="96" y="354"/>
                    </a:lnTo>
                    <a:lnTo>
                      <a:pt x="102" y="348"/>
                    </a:lnTo>
                    <a:lnTo>
                      <a:pt x="102" y="342"/>
                    </a:lnTo>
                    <a:lnTo>
                      <a:pt x="108" y="336"/>
                    </a:lnTo>
                    <a:lnTo>
                      <a:pt x="108" y="330"/>
                    </a:lnTo>
                    <a:lnTo>
                      <a:pt x="108" y="324"/>
                    </a:lnTo>
                    <a:lnTo>
                      <a:pt x="114" y="324"/>
                    </a:lnTo>
                    <a:lnTo>
                      <a:pt x="114" y="318"/>
                    </a:lnTo>
                    <a:lnTo>
                      <a:pt x="114" y="312"/>
                    </a:lnTo>
                    <a:lnTo>
                      <a:pt x="120" y="306"/>
                    </a:lnTo>
                    <a:lnTo>
                      <a:pt x="120" y="300"/>
                    </a:lnTo>
                    <a:lnTo>
                      <a:pt x="126" y="300"/>
                    </a:lnTo>
                    <a:lnTo>
                      <a:pt x="126" y="294"/>
                    </a:lnTo>
                    <a:lnTo>
                      <a:pt x="126" y="288"/>
                    </a:lnTo>
                    <a:lnTo>
                      <a:pt x="132" y="288"/>
                    </a:lnTo>
                    <a:lnTo>
                      <a:pt x="132" y="282"/>
                    </a:lnTo>
                    <a:lnTo>
                      <a:pt x="132" y="276"/>
                    </a:lnTo>
                    <a:lnTo>
                      <a:pt x="138" y="276"/>
                    </a:lnTo>
                    <a:lnTo>
                      <a:pt x="138" y="270"/>
                    </a:lnTo>
                    <a:lnTo>
                      <a:pt x="144" y="264"/>
                    </a:lnTo>
                    <a:lnTo>
                      <a:pt x="144" y="258"/>
                    </a:lnTo>
                    <a:lnTo>
                      <a:pt x="150" y="258"/>
                    </a:lnTo>
                    <a:lnTo>
                      <a:pt x="150" y="252"/>
                    </a:lnTo>
                    <a:lnTo>
                      <a:pt x="156" y="246"/>
                    </a:lnTo>
                    <a:lnTo>
                      <a:pt x="156" y="240"/>
                    </a:lnTo>
                    <a:lnTo>
                      <a:pt x="162" y="240"/>
                    </a:lnTo>
                    <a:lnTo>
                      <a:pt x="162" y="234"/>
                    </a:lnTo>
                    <a:lnTo>
                      <a:pt x="168" y="228"/>
                    </a:lnTo>
                    <a:lnTo>
                      <a:pt x="174" y="222"/>
                    </a:lnTo>
                    <a:lnTo>
                      <a:pt x="174" y="216"/>
                    </a:lnTo>
                    <a:lnTo>
                      <a:pt x="180" y="216"/>
                    </a:lnTo>
                    <a:lnTo>
                      <a:pt x="180" y="210"/>
                    </a:lnTo>
                    <a:lnTo>
                      <a:pt x="186" y="210"/>
                    </a:lnTo>
                    <a:lnTo>
                      <a:pt x="186" y="204"/>
                    </a:lnTo>
                    <a:lnTo>
                      <a:pt x="192" y="204"/>
                    </a:lnTo>
                    <a:lnTo>
                      <a:pt x="192" y="198"/>
                    </a:lnTo>
                    <a:lnTo>
                      <a:pt x="198" y="192"/>
                    </a:lnTo>
                    <a:lnTo>
                      <a:pt x="204" y="186"/>
                    </a:lnTo>
                    <a:lnTo>
                      <a:pt x="210" y="180"/>
                    </a:lnTo>
                    <a:lnTo>
                      <a:pt x="216" y="174"/>
                    </a:lnTo>
                    <a:lnTo>
                      <a:pt x="222" y="168"/>
                    </a:lnTo>
                    <a:lnTo>
                      <a:pt x="228" y="162"/>
                    </a:lnTo>
                    <a:lnTo>
                      <a:pt x="234" y="156"/>
                    </a:lnTo>
                    <a:lnTo>
                      <a:pt x="240" y="156"/>
                    </a:lnTo>
                    <a:lnTo>
                      <a:pt x="240" y="150"/>
                    </a:lnTo>
                    <a:lnTo>
                      <a:pt x="246" y="150"/>
                    </a:lnTo>
                    <a:lnTo>
                      <a:pt x="246" y="144"/>
                    </a:lnTo>
                    <a:lnTo>
                      <a:pt x="252" y="144"/>
                    </a:lnTo>
                    <a:lnTo>
                      <a:pt x="252" y="138"/>
                    </a:lnTo>
                    <a:lnTo>
                      <a:pt x="258" y="138"/>
                    </a:lnTo>
                    <a:lnTo>
                      <a:pt x="258" y="132"/>
                    </a:lnTo>
                    <a:lnTo>
                      <a:pt x="264" y="132"/>
                    </a:lnTo>
                    <a:lnTo>
                      <a:pt x="264" y="126"/>
                    </a:lnTo>
                    <a:lnTo>
                      <a:pt x="270" y="126"/>
                    </a:lnTo>
                    <a:lnTo>
                      <a:pt x="276" y="120"/>
                    </a:lnTo>
                    <a:lnTo>
                      <a:pt x="282" y="114"/>
                    </a:lnTo>
                    <a:lnTo>
                      <a:pt x="288" y="114"/>
                    </a:lnTo>
                    <a:lnTo>
                      <a:pt x="288" y="108"/>
                    </a:lnTo>
                    <a:lnTo>
                      <a:pt x="294" y="108"/>
                    </a:lnTo>
                    <a:lnTo>
                      <a:pt x="294" y="102"/>
                    </a:lnTo>
                    <a:lnTo>
                      <a:pt x="300" y="102"/>
                    </a:lnTo>
                    <a:lnTo>
                      <a:pt x="300" y="96"/>
                    </a:lnTo>
                    <a:lnTo>
                      <a:pt x="306" y="96"/>
                    </a:lnTo>
                    <a:lnTo>
                      <a:pt x="312" y="90"/>
                    </a:lnTo>
                    <a:lnTo>
                      <a:pt x="318" y="84"/>
                    </a:lnTo>
                    <a:lnTo>
                      <a:pt x="324" y="84"/>
                    </a:lnTo>
                    <a:lnTo>
                      <a:pt x="324" y="78"/>
                    </a:lnTo>
                    <a:lnTo>
                      <a:pt x="330" y="78"/>
                    </a:lnTo>
                    <a:lnTo>
                      <a:pt x="330" y="72"/>
                    </a:lnTo>
                    <a:lnTo>
                      <a:pt x="336" y="72"/>
                    </a:lnTo>
                    <a:lnTo>
                      <a:pt x="342" y="66"/>
                    </a:lnTo>
                    <a:lnTo>
                      <a:pt x="348" y="66"/>
                    </a:lnTo>
                    <a:lnTo>
                      <a:pt x="348" y="60"/>
                    </a:lnTo>
                    <a:lnTo>
                      <a:pt x="354" y="60"/>
                    </a:lnTo>
                    <a:lnTo>
                      <a:pt x="354" y="54"/>
                    </a:lnTo>
                    <a:lnTo>
                      <a:pt x="360" y="54"/>
                    </a:lnTo>
                    <a:lnTo>
                      <a:pt x="360" y="48"/>
                    </a:lnTo>
                    <a:lnTo>
                      <a:pt x="366" y="48"/>
                    </a:lnTo>
                    <a:lnTo>
                      <a:pt x="372" y="42"/>
                    </a:lnTo>
                    <a:lnTo>
                      <a:pt x="378" y="42"/>
                    </a:lnTo>
                    <a:lnTo>
                      <a:pt x="378" y="36"/>
                    </a:lnTo>
                    <a:lnTo>
                      <a:pt x="384" y="36"/>
                    </a:lnTo>
                    <a:lnTo>
                      <a:pt x="384" y="30"/>
                    </a:lnTo>
                    <a:lnTo>
                      <a:pt x="390" y="30"/>
                    </a:lnTo>
                    <a:lnTo>
                      <a:pt x="390" y="24"/>
                    </a:lnTo>
                    <a:lnTo>
                      <a:pt x="396" y="24"/>
                    </a:lnTo>
                    <a:lnTo>
                      <a:pt x="396" y="18"/>
                    </a:lnTo>
                    <a:lnTo>
                      <a:pt x="402" y="18"/>
                    </a:lnTo>
                    <a:lnTo>
                      <a:pt x="408" y="12"/>
                    </a:lnTo>
                    <a:lnTo>
                      <a:pt x="414" y="6"/>
                    </a:lnTo>
                    <a:lnTo>
                      <a:pt x="420" y="6"/>
                    </a:lnTo>
                    <a:lnTo>
                      <a:pt x="420" y="0"/>
                    </a:lnTo>
                    <a:lnTo>
                      <a:pt x="426" y="0"/>
                    </a:lnTo>
                  </a:path>
                </a:pathLst>
              </a:custGeom>
              <a:noFill/>
              <a:ln w="1270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43" name="Freeform 106">
                <a:extLst>
                  <a:ext uri="{FF2B5EF4-FFF2-40B4-BE49-F238E27FC236}">
                    <a16:creationId xmlns:a16="http://schemas.microsoft.com/office/drawing/2014/main" id="{D136898F-A4DE-52F0-E22C-3FDBAAA7D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1167"/>
                <a:ext cx="228" cy="894"/>
              </a:xfrm>
              <a:custGeom>
                <a:avLst/>
                <a:gdLst>
                  <a:gd name="T0" fmla="*/ 0 w 228"/>
                  <a:gd name="T1" fmla="*/ 888 h 894"/>
                  <a:gd name="T2" fmla="*/ 6 w 228"/>
                  <a:gd name="T3" fmla="*/ 882 h 894"/>
                  <a:gd name="T4" fmla="*/ 12 w 228"/>
                  <a:gd name="T5" fmla="*/ 876 h 894"/>
                  <a:gd name="T6" fmla="*/ 18 w 228"/>
                  <a:gd name="T7" fmla="*/ 876 h 894"/>
                  <a:gd name="T8" fmla="*/ 18 w 228"/>
                  <a:gd name="T9" fmla="*/ 870 h 894"/>
                  <a:gd name="T10" fmla="*/ 24 w 228"/>
                  <a:gd name="T11" fmla="*/ 864 h 894"/>
                  <a:gd name="T12" fmla="*/ 30 w 228"/>
                  <a:gd name="T13" fmla="*/ 858 h 894"/>
                  <a:gd name="T14" fmla="*/ 36 w 228"/>
                  <a:gd name="T15" fmla="*/ 852 h 894"/>
                  <a:gd name="T16" fmla="*/ 42 w 228"/>
                  <a:gd name="T17" fmla="*/ 846 h 894"/>
                  <a:gd name="T18" fmla="*/ 48 w 228"/>
                  <a:gd name="T19" fmla="*/ 840 h 894"/>
                  <a:gd name="T20" fmla="*/ 48 w 228"/>
                  <a:gd name="T21" fmla="*/ 834 h 894"/>
                  <a:gd name="T22" fmla="*/ 54 w 228"/>
                  <a:gd name="T23" fmla="*/ 828 h 894"/>
                  <a:gd name="T24" fmla="*/ 60 w 228"/>
                  <a:gd name="T25" fmla="*/ 822 h 894"/>
                  <a:gd name="T26" fmla="*/ 66 w 228"/>
                  <a:gd name="T27" fmla="*/ 816 h 894"/>
                  <a:gd name="T28" fmla="*/ 72 w 228"/>
                  <a:gd name="T29" fmla="*/ 810 h 894"/>
                  <a:gd name="T30" fmla="*/ 78 w 228"/>
                  <a:gd name="T31" fmla="*/ 804 h 894"/>
                  <a:gd name="T32" fmla="*/ 78 w 228"/>
                  <a:gd name="T33" fmla="*/ 792 h 894"/>
                  <a:gd name="T34" fmla="*/ 84 w 228"/>
                  <a:gd name="T35" fmla="*/ 786 h 894"/>
                  <a:gd name="T36" fmla="*/ 90 w 228"/>
                  <a:gd name="T37" fmla="*/ 780 h 894"/>
                  <a:gd name="T38" fmla="*/ 96 w 228"/>
                  <a:gd name="T39" fmla="*/ 768 h 894"/>
                  <a:gd name="T40" fmla="*/ 102 w 228"/>
                  <a:gd name="T41" fmla="*/ 762 h 894"/>
                  <a:gd name="T42" fmla="*/ 102 w 228"/>
                  <a:gd name="T43" fmla="*/ 756 h 894"/>
                  <a:gd name="T44" fmla="*/ 108 w 228"/>
                  <a:gd name="T45" fmla="*/ 744 h 894"/>
                  <a:gd name="T46" fmla="*/ 114 w 228"/>
                  <a:gd name="T47" fmla="*/ 732 h 894"/>
                  <a:gd name="T48" fmla="*/ 120 w 228"/>
                  <a:gd name="T49" fmla="*/ 726 h 894"/>
                  <a:gd name="T50" fmla="*/ 126 w 228"/>
                  <a:gd name="T51" fmla="*/ 714 h 894"/>
                  <a:gd name="T52" fmla="*/ 132 w 228"/>
                  <a:gd name="T53" fmla="*/ 702 h 894"/>
                  <a:gd name="T54" fmla="*/ 132 w 228"/>
                  <a:gd name="T55" fmla="*/ 690 h 894"/>
                  <a:gd name="T56" fmla="*/ 138 w 228"/>
                  <a:gd name="T57" fmla="*/ 672 h 894"/>
                  <a:gd name="T58" fmla="*/ 144 w 228"/>
                  <a:gd name="T59" fmla="*/ 660 h 894"/>
                  <a:gd name="T60" fmla="*/ 150 w 228"/>
                  <a:gd name="T61" fmla="*/ 642 h 894"/>
                  <a:gd name="T62" fmla="*/ 156 w 228"/>
                  <a:gd name="T63" fmla="*/ 630 h 894"/>
                  <a:gd name="T64" fmla="*/ 162 w 228"/>
                  <a:gd name="T65" fmla="*/ 612 h 894"/>
                  <a:gd name="T66" fmla="*/ 162 w 228"/>
                  <a:gd name="T67" fmla="*/ 588 h 894"/>
                  <a:gd name="T68" fmla="*/ 168 w 228"/>
                  <a:gd name="T69" fmla="*/ 570 h 894"/>
                  <a:gd name="T70" fmla="*/ 174 w 228"/>
                  <a:gd name="T71" fmla="*/ 546 h 894"/>
                  <a:gd name="T72" fmla="*/ 180 w 228"/>
                  <a:gd name="T73" fmla="*/ 522 h 894"/>
                  <a:gd name="T74" fmla="*/ 186 w 228"/>
                  <a:gd name="T75" fmla="*/ 492 h 894"/>
                  <a:gd name="T76" fmla="*/ 192 w 228"/>
                  <a:gd name="T77" fmla="*/ 462 h 894"/>
                  <a:gd name="T78" fmla="*/ 192 w 228"/>
                  <a:gd name="T79" fmla="*/ 426 h 894"/>
                  <a:gd name="T80" fmla="*/ 198 w 228"/>
                  <a:gd name="T81" fmla="*/ 384 h 894"/>
                  <a:gd name="T82" fmla="*/ 204 w 228"/>
                  <a:gd name="T83" fmla="*/ 342 h 894"/>
                  <a:gd name="T84" fmla="*/ 210 w 228"/>
                  <a:gd name="T85" fmla="*/ 288 h 894"/>
                  <a:gd name="T86" fmla="*/ 216 w 228"/>
                  <a:gd name="T87" fmla="*/ 228 h 894"/>
                  <a:gd name="T88" fmla="*/ 216 w 228"/>
                  <a:gd name="T89" fmla="*/ 156 h 894"/>
                  <a:gd name="T90" fmla="*/ 222 w 228"/>
                  <a:gd name="T91" fmla="*/ 66 h 89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228" h="894">
                    <a:moveTo>
                      <a:pt x="0" y="894"/>
                    </a:moveTo>
                    <a:lnTo>
                      <a:pt x="0" y="888"/>
                    </a:lnTo>
                    <a:lnTo>
                      <a:pt x="6" y="882"/>
                    </a:lnTo>
                    <a:lnTo>
                      <a:pt x="12" y="882"/>
                    </a:lnTo>
                    <a:lnTo>
                      <a:pt x="12" y="876"/>
                    </a:lnTo>
                    <a:lnTo>
                      <a:pt x="18" y="876"/>
                    </a:lnTo>
                    <a:lnTo>
                      <a:pt x="18" y="870"/>
                    </a:lnTo>
                    <a:lnTo>
                      <a:pt x="24" y="864"/>
                    </a:lnTo>
                    <a:lnTo>
                      <a:pt x="30" y="864"/>
                    </a:lnTo>
                    <a:lnTo>
                      <a:pt x="30" y="858"/>
                    </a:lnTo>
                    <a:lnTo>
                      <a:pt x="36" y="852"/>
                    </a:lnTo>
                    <a:lnTo>
                      <a:pt x="36" y="846"/>
                    </a:lnTo>
                    <a:lnTo>
                      <a:pt x="42" y="846"/>
                    </a:lnTo>
                    <a:lnTo>
                      <a:pt x="42" y="840"/>
                    </a:lnTo>
                    <a:lnTo>
                      <a:pt x="48" y="840"/>
                    </a:lnTo>
                    <a:lnTo>
                      <a:pt x="48" y="834"/>
                    </a:lnTo>
                    <a:lnTo>
                      <a:pt x="54" y="834"/>
                    </a:lnTo>
                    <a:lnTo>
                      <a:pt x="54" y="828"/>
                    </a:lnTo>
                    <a:lnTo>
                      <a:pt x="60" y="828"/>
                    </a:lnTo>
                    <a:lnTo>
                      <a:pt x="60" y="822"/>
                    </a:lnTo>
                    <a:lnTo>
                      <a:pt x="66" y="816"/>
                    </a:lnTo>
                    <a:lnTo>
                      <a:pt x="66" y="810"/>
                    </a:lnTo>
                    <a:lnTo>
                      <a:pt x="72" y="810"/>
                    </a:lnTo>
                    <a:lnTo>
                      <a:pt x="72" y="804"/>
                    </a:lnTo>
                    <a:lnTo>
                      <a:pt x="78" y="804"/>
                    </a:lnTo>
                    <a:lnTo>
                      <a:pt x="78" y="798"/>
                    </a:lnTo>
                    <a:lnTo>
                      <a:pt x="78" y="792"/>
                    </a:lnTo>
                    <a:lnTo>
                      <a:pt x="84" y="792"/>
                    </a:lnTo>
                    <a:lnTo>
                      <a:pt x="84" y="786"/>
                    </a:lnTo>
                    <a:lnTo>
                      <a:pt x="90" y="780"/>
                    </a:lnTo>
                    <a:lnTo>
                      <a:pt x="90" y="774"/>
                    </a:lnTo>
                    <a:lnTo>
                      <a:pt x="96" y="774"/>
                    </a:lnTo>
                    <a:lnTo>
                      <a:pt x="96" y="768"/>
                    </a:lnTo>
                    <a:lnTo>
                      <a:pt x="102" y="762"/>
                    </a:lnTo>
                    <a:lnTo>
                      <a:pt x="102" y="756"/>
                    </a:lnTo>
                    <a:lnTo>
                      <a:pt x="108" y="750"/>
                    </a:lnTo>
                    <a:lnTo>
                      <a:pt x="108" y="744"/>
                    </a:lnTo>
                    <a:lnTo>
                      <a:pt x="114" y="738"/>
                    </a:lnTo>
                    <a:lnTo>
                      <a:pt x="114" y="732"/>
                    </a:lnTo>
                    <a:lnTo>
                      <a:pt x="120" y="726"/>
                    </a:lnTo>
                    <a:lnTo>
                      <a:pt x="120" y="720"/>
                    </a:lnTo>
                    <a:lnTo>
                      <a:pt x="126" y="714"/>
                    </a:lnTo>
                    <a:lnTo>
                      <a:pt x="126" y="708"/>
                    </a:lnTo>
                    <a:lnTo>
                      <a:pt x="126" y="702"/>
                    </a:lnTo>
                    <a:lnTo>
                      <a:pt x="132" y="702"/>
                    </a:lnTo>
                    <a:lnTo>
                      <a:pt x="132" y="696"/>
                    </a:lnTo>
                    <a:lnTo>
                      <a:pt x="132" y="690"/>
                    </a:lnTo>
                    <a:lnTo>
                      <a:pt x="138" y="684"/>
                    </a:lnTo>
                    <a:lnTo>
                      <a:pt x="138" y="678"/>
                    </a:lnTo>
                    <a:lnTo>
                      <a:pt x="138" y="672"/>
                    </a:lnTo>
                    <a:lnTo>
                      <a:pt x="144" y="672"/>
                    </a:lnTo>
                    <a:lnTo>
                      <a:pt x="144" y="666"/>
                    </a:lnTo>
                    <a:lnTo>
                      <a:pt x="144" y="660"/>
                    </a:lnTo>
                    <a:lnTo>
                      <a:pt x="144" y="654"/>
                    </a:lnTo>
                    <a:lnTo>
                      <a:pt x="150" y="648"/>
                    </a:lnTo>
                    <a:lnTo>
                      <a:pt x="150" y="642"/>
                    </a:lnTo>
                    <a:lnTo>
                      <a:pt x="150" y="636"/>
                    </a:lnTo>
                    <a:lnTo>
                      <a:pt x="156" y="630"/>
                    </a:lnTo>
                    <a:lnTo>
                      <a:pt x="156" y="624"/>
                    </a:lnTo>
                    <a:lnTo>
                      <a:pt x="156" y="618"/>
                    </a:lnTo>
                    <a:lnTo>
                      <a:pt x="162" y="612"/>
                    </a:lnTo>
                    <a:lnTo>
                      <a:pt x="162" y="606"/>
                    </a:lnTo>
                    <a:lnTo>
                      <a:pt x="162" y="594"/>
                    </a:lnTo>
                    <a:lnTo>
                      <a:pt x="162" y="588"/>
                    </a:lnTo>
                    <a:lnTo>
                      <a:pt x="168" y="582"/>
                    </a:lnTo>
                    <a:lnTo>
                      <a:pt x="168" y="576"/>
                    </a:lnTo>
                    <a:lnTo>
                      <a:pt x="168" y="570"/>
                    </a:lnTo>
                    <a:lnTo>
                      <a:pt x="168" y="564"/>
                    </a:lnTo>
                    <a:lnTo>
                      <a:pt x="174" y="552"/>
                    </a:lnTo>
                    <a:lnTo>
                      <a:pt x="174" y="546"/>
                    </a:lnTo>
                    <a:lnTo>
                      <a:pt x="174" y="540"/>
                    </a:lnTo>
                    <a:lnTo>
                      <a:pt x="180" y="528"/>
                    </a:lnTo>
                    <a:lnTo>
                      <a:pt x="180" y="522"/>
                    </a:lnTo>
                    <a:lnTo>
                      <a:pt x="180" y="510"/>
                    </a:lnTo>
                    <a:lnTo>
                      <a:pt x="180" y="504"/>
                    </a:lnTo>
                    <a:lnTo>
                      <a:pt x="186" y="492"/>
                    </a:lnTo>
                    <a:lnTo>
                      <a:pt x="186" y="480"/>
                    </a:lnTo>
                    <a:lnTo>
                      <a:pt x="186" y="474"/>
                    </a:lnTo>
                    <a:lnTo>
                      <a:pt x="192" y="462"/>
                    </a:lnTo>
                    <a:lnTo>
                      <a:pt x="192" y="450"/>
                    </a:lnTo>
                    <a:lnTo>
                      <a:pt x="192" y="438"/>
                    </a:lnTo>
                    <a:lnTo>
                      <a:pt x="192" y="426"/>
                    </a:lnTo>
                    <a:lnTo>
                      <a:pt x="198" y="414"/>
                    </a:lnTo>
                    <a:lnTo>
                      <a:pt x="198" y="402"/>
                    </a:lnTo>
                    <a:lnTo>
                      <a:pt x="198" y="384"/>
                    </a:lnTo>
                    <a:lnTo>
                      <a:pt x="198" y="372"/>
                    </a:lnTo>
                    <a:lnTo>
                      <a:pt x="204" y="354"/>
                    </a:lnTo>
                    <a:lnTo>
                      <a:pt x="204" y="342"/>
                    </a:lnTo>
                    <a:lnTo>
                      <a:pt x="204" y="324"/>
                    </a:lnTo>
                    <a:lnTo>
                      <a:pt x="210" y="306"/>
                    </a:lnTo>
                    <a:lnTo>
                      <a:pt x="210" y="288"/>
                    </a:lnTo>
                    <a:lnTo>
                      <a:pt x="210" y="270"/>
                    </a:lnTo>
                    <a:lnTo>
                      <a:pt x="210" y="246"/>
                    </a:lnTo>
                    <a:lnTo>
                      <a:pt x="216" y="228"/>
                    </a:lnTo>
                    <a:lnTo>
                      <a:pt x="216" y="204"/>
                    </a:lnTo>
                    <a:lnTo>
                      <a:pt x="216" y="180"/>
                    </a:lnTo>
                    <a:lnTo>
                      <a:pt x="216" y="156"/>
                    </a:lnTo>
                    <a:lnTo>
                      <a:pt x="222" y="126"/>
                    </a:lnTo>
                    <a:lnTo>
                      <a:pt x="222" y="96"/>
                    </a:lnTo>
                    <a:lnTo>
                      <a:pt x="222" y="66"/>
                    </a:lnTo>
                    <a:lnTo>
                      <a:pt x="228" y="36"/>
                    </a:lnTo>
                    <a:lnTo>
                      <a:pt x="228" y="0"/>
                    </a:lnTo>
                  </a:path>
                </a:pathLst>
              </a:custGeom>
              <a:noFill/>
              <a:ln w="1270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32" name="Group 117">
              <a:extLst>
                <a:ext uri="{FF2B5EF4-FFF2-40B4-BE49-F238E27FC236}">
                  <a16:creationId xmlns:a16="http://schemas.microsoft.com/office/drawing/2014/main" id="{E78FB294-BFED-CDA1-437B-E4222879F9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211"/>
              <a:ext cx="420" cy="1225"/>
              <a:chOff x="3006" y="1191"/>
              <a:chExt cx="648" cy="1890"/>
            </a:xfrm>
          </p:grpSpPr>
          <p:sp>
            <p:nvSpPr>
              <p:cNvPr id="21540" name="Freeform 107">
                <a:extLst>
                  <a:ext uri="{FF2B5EF4-FFF2-40B4-BE49-F238E27FC236}">
                    <a16:creationId xmlns:a16="http://schemas.microsoft.com/office/drawing/2014/main" id="{E7120A13-3CDA-37BA-B8AE-640590E14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055"/>
                <a:ext cx="420" cy="1026"/>
              </a:xfrm>
              <a:custGeom>
                <a:avLst/>
                <a:gdLst>
                  <a:gd name="T0" fmla="*/ 6 w 420"/>
                  <a:gd name="T1" fmla="*/ 906 h 1026"/>
                  <a:gd name="T2" fmla="*/ 12 w 420"/>
                  <a:gd name="T3" fmla="*/ 792 h 1026"/>
                  <a:gd name="T4" fmla="*/ 24 w 420"/>
                  <a:gd name="T5" fmla="*/ 702 h 1026"/>
                  <a:gd name="T6" fmla="*/ 30 w 420"/>
                  <a:gd name="T7" fmla="*/ 636 h 1026"/>
                  <a:gd name="T8" fmla="*/ 42 w 420"/>
                  <a:gd name="T9" fmla="*/ 576 h 1026"/>
                  <a:gd name="T10" fmla="*/ 48 w 420"/>
                  <a:gd name="T11" fmla="*/ 528 h 1026"/>
                  <a:gd name="T12" fmla="*/ 54 w 420"/>
                  <a:gd name="T13" fmla="*/ 486 h 1026"/>
                  <a:gd name="T14" fmla="*/ 66 w 420"/>
                  <a:gd name="T15" fmla="*/ 456 h 1026"/>
                  <a:gd name="T16" fmla="*/ 72 w 420"/>
                  <a:gd name="T17" fmla="*/ 426 h 1026"/>
                  <a:gd name="T18" fmla="*/ 78 w 420"/>
                  <a:gd name="T19" fmla="*/ 396 h 1026"/>
                  <a:gd name="T20" fmla="*/ 90 w 420"/>
                  <a:gd name="T21" fmla="*/ 372 h 1026"/>
                  <a:gd name="T22" fmla="*/ 96 w 420"/>
                  <a:gd name="T23" fmla="*/ 354 h 1026"/>
                  <a:gd name="T24" fmla="*/ 108 w 420"/>
                  <a:gd name="T25" fmla="*/ 336 h 1026"/>
                  <a:gd name="T26" fmla="*/ 114 w 420"/>
                  <a:gd name="T27" fmla="*/ 318 h 1026"/>
                  <a:gd name="T28" fmla="*/ 120 w 420"/>
                  <a:gd name="T29" fmla="*/ 300 h 1026"/>
                  <a:gd name="T30" fmla="*/ 132 w 420"/>
                  <a:gd name="T31" fmla="*/ 288 h 1026"/>
                  <a:gd name="T32" fmla="*/ 138 w 420"/>
                  <a:gd name="T33" fmla="*/ 270 h 1026"/>
                  <a:gd name="T34" fmla="*/ 144 w 420"/>
                  <a:gd name="T35" fmla="*/ 258 h 1026"/>
                  <a:gd name="T36" fmla="*/ 156 w 420"/>
                  <a:gd name="T37" fmla="*/ 246 h 1026"/>
                  <a:gd name="T38" fmla="*/ 162 w 420"/>
                  <a:gd name="T39" fmla="*/ 234 h 1026"/>
                  <a:gd name="T40" fmla="*/ 174 w 420"/>
                  <a:gd name="T41" fmla="*/ 228 h 1026"/>
                  <a:gd name="T42" fmla="*/ 180 w 420"/>
                  <a:gd name="T43" fmla="*/ 216 h 1026"/>
                  <a:gd name="T44" fmla="*/ 186 w 420"/>
                  <a:gd name="T45" fmla="*/ 204 h 1026"/>
                  <a:gd name="T46" fmla="*/ 198 w 420"/>
                  <a:gd name="T47" fmla="*/ 198 h 1026"/>
                  <a:gd name="T48" fmla="*/ 204 w 420"/>
                  <a:gd name="T49" fmla="*/ 186 h 1026"/>
                  <a:gd name="T50" fmla="*/ 210 w 420"/>
                  <a:gd name="T51" fmla="*/ 180 h 1026"/>
                  <a:gd name="T52" fmla="*/ 222 w 420"/>
                  <a:gd name="T53" fmla="*/ 174 h 1026"/>
                  <a:gd name="T54" fmla="*/ 228 w 420"/>
                  <a:gd name="T55" fmla="*/ 162 h 1026"/>
                  <a:gd name="T56" fmla="*/ 240 w 420"/>
                  <a:gd name="T57" fmla="*/ 156 h 1026"/>
                  <a:gd name="T58" fmla="*/ 246 w 420"/>
                  <a:gd name="T59" fmla="*/ 150 h 1026"/>
                  <a:gd name="T60" fmla="*/ 252 w 420"/>
                  <a:gd name="T61" fmla="*/ 144 h 1026"/>
                  <a:gd name="T62" fmla="*/ 264 w 420"/>
                  <a:gd name="T63" fmla="*/ 132 h 1026"/>
                  <a:gd name="T64" fmla="*/ 270 w 420"/>
                  <a:gd name="T65" fmla="*/ 126 h 1026"/>
                  <a:gd name="T66" fmla="*/ 276 w 420"/>
                  <a:gd name="T67" fmla="*/ 120 h 1026"/>
                  <a:gd name="T68" fmla="*/ 288 w 420"/>
                  <a:gd name="T69" fmla="*/ 114 h 1026"/>
                  <a:gd name="T70" fmla="*/ 294 w 420"/>
                  <a:gd name="T71" fmla="*/ 108 h 1026"/>
                  <a:gd name="T72" fmla="*/ 306 w 420"/>
                  <a:gd name="T73" fmla="*/ 102 h 1026"/>
                  <a:gd name="T74" fmla="*/ 312 w 420"/>
                  <a:gd name="T75" fmla="*/ 96 h 1026"/>
                  <a:gd name="T76" fmla="*/ 318 w 420"/>
                  <a:gd name="T77" fmla="*/ 90 h 1026"/>
                  <a:gd name="T78" fmla="*/ 330 w 420"/>
                  <a:gd name="T79" fmla="*/ 78 h 1026"/>
                  <a:gd name="T80" fmla="*/ 336 w 420"/>
                  <a:gd name="T81" fmla="*/ 72 h 1026"/>
                  <a:gd name="T82" fmla="*/ 342 w 420"/>
                  <a:gd name="T83" fmla="*/ 66 h 1026"/>
                  <a:gd name="T84" fmla="*/ 354 w 420"/>
                  <a:gd name="T85" fmla="*/ 60 h 1026"/>
                  <a:gd name="T86" fmla="*/ 360 w 420"/>
                  <a:gd name="T87" fmla="*/ 54 h 1026"/>
                  <a:gd name="T88" fmla="*/ 372 w 420"/>
                  <a:gd name="T89" fmla="*/ 48 h 1026"/>
                  <a:gd name="T90" fmla="*/ 378 w 420"/>
                  <a:gd name="T91" fmla="*/ 42 h 1026"/>
                  <a:gd name="T92" fmla="*/ 384 w 420"/>
                  <a:gd name="T93" fmla="*/ 36 h 1026"/>
                  <a:gd name="T94" fmla="*/ 396 w 420"/>
                  <a:gd name="T95" fmla="*/ 24 h 1026"/>
                  <a:gd name="T96" fmla="*/ 402 w 420"/>
                  <a:gd name="T97" fmla="*/ 18 h 1026"/>
                  <a:gd name="T98" fmla="*/ 408 w 420"/>
                  <a:gd name="T99" fmla="*/ 12 h 1026"/>
                  <a:gd name="T100" fmla="*/ 420 w 420"/>
                  <a:gd name="T101" fmla="*/ 6 h 102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420" h="1026">
                    <a:moveTo>
                      <a:pt x="0" y="1026"/>
                    </a:moveTo>
                    <a:lnTo>
                      <a:pt x="0" y="996"/>
                    </a:lnTo>
                    <a:lnTo>
                      <a:pt x="6" y="966"/>
                    </a:lnTo>
                    <a:lnTo>
                      <a:pt x="6" y="936"/>
                    </a:lnTo>
                    <a:lnTo>
                      <a:pt x="6" y="906"/>
                    </a:lnTo>
                    <a:lnTo>
                      <a:pt x="6" y="882"/>
                    </a:lnTo>
                    <a:lnTo>
                      <a:pt x="12" y="858"/>
                    </a:lnTo>
                    <a:lnTo>
                      <a:pt x="12" y="834"/>
                    </a:lnTo>
                    <a:lnTo>
                      <a:pt x="12" y="816"/>
                    </a:lnTo>
                    <a:lnTo>
                      <a:pt x="12" y="792"/>
                    </a:lnTo>
                    <a:lnTo>
                      <a:pt x="18" y="774"/>
                    </a:lnTo>
                    <a:lnTo>
                      <a:pt x="18" y="756"/>
                    </a:lnTo>
                    <a:lnTo>
                      <a:pt x="18" y="738"/>
                    </a:lnTo>
                    <a:lnTo>
                      <a:pt x="24" y="720"/>
                    </a:lnTo>
                    <a:lnTo>
                      <a:pt x="24" y="702"/>
                    </a:lnTo>
                    <a:lnTo>
                      <a:pt x="24" y="690"/>
                    </a:lnTo>
                    <a:lnTo>
                      <a:pt x="24" y="672"/>
                    </a:lnTo>
                    <a:lnTo>
                      <a:pt x="30" y="660"/>
                    </a:lnTo>
                    <a:lnTo>
                      <a:pt x="30" y="648"/>
                    </a:lnTo>
                    <a:lnTo>
                      <a:pt x="30" y="636"/>
                    </a:lnTo>
                    <a:lnTo>
                      <a:pt x="30" y="624"/>
                    </a:lnTo>
                    <a:lnTo>
                      <a:pt x="36" y="612"/>
                    </a:lnTo>
                    <a:lnTo>
                      <a:pt x="36" y="600"/>
                    </a:lnTo>
                    <a:lnTo>
                      <a:pt x="36" y="588"/>
                    </a:lnTo>
                    <a:lnTo>
                      <a:pt x="42" y="576"/>
                    </a:lnTo>
                    <a:lnTo>
                      <a:pt x="42" y="564"/>
                    </a:lnTo>
                    <a:lnTo>
                      <a:pt x="42" y="558"/>
                    </a:lnTo>
                    <a:lnTo>
                      <a:pt x="42" y="546"/>
                    </a:lnTo>
                    <a:lnTo>
                      <a:pt x="48" y="540"/>
                    </a:lnTo>
                    <a:lnTo>
                      <a:pt x="48" y="528"/>
                    </a:lnTo>
                    <a:lnTo>
                      <a:pt x="48" y="522"/>
                    </a:lnTo>
                    <a:lnTo>
                      <a:pt x="48" y="510"/>
                    </a:lnTo>
                    <a:lnTo>
                      <a:pt x="54" y="504"/>
                    </a:lnTo>
                    <a:lnTo>
                      <a:pt x="54" y="498"/>
                    </a:lnTo>
                    <a:lnTo>
                      <a:pt x="54" y="486"/>
                    </a:lnTo>
                    <a:lnTo>
                      <a:pt x="60" y="480"/>
                    </a:lnTo>
                    <a:lnTo>
                      <a:pt x="60" y="474"/>
                    </a:lnTo>
                    <a:lnTo>
                      <a:pt x="60" y="468"/>
                    </a:lnTo>
                    <a:lnTo>
                      <a:pt x="60" y="462"/>
                    </a:lnTo>
                    <a:lnTo>
                      <a:pt x="66" y="456"/>
                    </a:lnTo>
                    <a:lnTo>
                      <a:pt x="66" y="450"/>
                    </a:lnTo>
                    <a:lnTo>
                      <a:pt x="66" y="444"/>
                    </a:lnTo>
                    <a:lnTo>
                      <a:pt x="72" y="438"/>
                    </a:lnTo>
                    <a:lnTo>
                      <a:pt x="72" y="432"/>
                    </a:lnTo>
                    <a:lnTo>
                      <a:pt x="72" y="426"/>
                    </a:lnTo>
                    <a:lnTo>
                      <a:pt x="72" y="420"/>
                    </a:lnTo>
                    <a:lnTo>
                      <a:pt x="78" y="414"/>
                    </a:lnTo>
                    <a:lnTo>
                      <a:pt x="78" y="408"/>
                    </a:lnTo>
                    <a:lnTo>
                      <a:pt x="78" y="402"/>
                    </a:lnTo>
                    <a:lnTo>
                      <a:pt x="78" y="396"/>
                    </a:lnTo>
                    <a:lnTo>
                      <a:pt x="84" y="390"/>
                    </a:lnTo>
                    <a:lnTo>
                      <a:pt x="84" y="384"/>
                    </a:lnTo>
                    <a:lnTo>
                      <a:pt x="90" y="378"/>
                    </a:lnTo>
                    <a:lnTo>
                      <a:pt x="90" y="372"/>
                    </a:lnTo>
                    <a:lnTo>
                      <a:pt x="90" y="366"/>
                    </a:lnTo>
                    <a:lnTo>
                      <a:pt x="96" y="360"/>
                    </a:lnTo>
                    <a:lnTo>
                      <a:pt x="96" y="354"/>
                    </a:lnTo>
                    <a:lnTo>
                      <a:pt x="96" y="348"/>
                    </a:lnTo>
                    <a:lnTo>
                      <a:pt x="102" y="348"/>
                    </a:lnTo>
                    <a:lnTo>
                      <a:pt x="102" y="342"/>
                    </a:lnTo>
                    <a:lnTo>
                      <a:pt x="102" y="336"/>
                    </a:lnTo>
                    <a:lnTo>
                      <a:pt x="108" y="336"/>
                    </a:lnTo>
                    <a:lnTo>
                      <a:pt x="108" y="330"/>
                    </a:lnTo>
                    <a:lnTo>
                      <a:pt x="108" y="324"/>
                    </a:lnTo>
                    <a:lnTo>
                      <a:pt x="114" y="318"/>
                    </a:lnTo>
                    <a:lnTo>
                      <a:pt x="114" y="312"/>
                    </a:lnTo>
                    <a:lnTo>
                      <a:pt x="120" y="306"/>
                    </a:lnTo>
                    <a:lnTo>
                      <a:pt x="120" y="300"/>
                    </a:lnTo>
                    <a:lnTo>
                      <a:pt x="126" y="300"/>
                    </a:lnTo>
                    <a:lnTo>
                      <a:pt x="126" y="294"/>
                    </a:lnTo>
                    <a:lnTo>
                      <a:pt x="126" y="288"/>
                    </a:lnTo>
                    <a:lnTo>
                      <a:pt x="132" y="288"/>
                    </a:lnTo>
                    <a:lnTo>
                      <a:pt x="132" y="282"/>
                    </a:lnTo>
                    <a:lnTo>
                      <a:pt x="138" y="276"/>
                    </a:lnTo>
                    <a:lnTo>
                      <a:pt x="138" y="270"/>
                    </a:lnTo>
                    <a:lnTo>
                      <a:pt x="144" y="264"/>
                    </a:lnTo>
                    <a:lnTo>
                      <a:pt x="144" y="258"/>
                    </a:lnTo>
                    <a:lnTo>
                      <a:pt x="150" y="258"/>
                    </a:lnTo>
                    <a:lnTo>
                      <a:pt x="150" y="252"/>
                    </a:lnTo>
                    <a:lnTo>
                      <a:pt x="156" y="252"/>
                    </a:lnTo>
                    <a:lnTo>
                      <a:pt x="156" y="246"/>
                    </a:lnTo>
                    <a:lnTo>
                      <a:pt x="156" y="240"/>
                    </a:lnTo>
                    <a:lnTo>
                      <a:pt x="162" y="240"/>
                    </a:lnTo>
                    <a:lnTo>
                      <a:pt x="162" y="234"/>
                    </a:lnTo>
                    <a:lnTo>
                      <a:pt x="168" y="234"/>
                    </a:lnTo>
                    <a:lnTo>
                      <a:pt x="168" y="228"/>
                    </a:lnTo>
                    <a:lnTo>
                      <a:pt x="174" y="228"/>
                    </a:lnTo>
                    <a:lnTo>
                      <a:pt x="174" y="222"/>
                    </a:lnTo>
                    <a:lnTo>
                      <a:pt x="180" y="216"/>
                    </a:lnTo>
                    <a:lnTo>
                      <a:pt x="180" y="210"/>
                    </a:lnTo>
                    <a:lnTo>
                      <a:pt x="186" y="210"/>
                    </a:lnTo>
                    <a:lnTo>
                      <a:pt x="186" y="204"/>
                    </a:lnTo>
                    <a:lnTo>
                      <a:pt x="192" y="204"/>
                    </a:lnTo>
                    <a:lnTo>
                      <a:pt x="192" y="198"/>
                    </a:lnTo>
                    <a:lnTo>
                      <a:pt x="198" y="198"/>
                    </a:lnTo>
                    <a:lnTo>
                      <a:pt x="198" y="192"/>
                    </a:lnTo>
                    <a:lnTo>
                      <a:pt x="204" y="192"/>
                    </a:lnTo>
                    <a:lnTo>
                      <a:pt x="204" y="186"/>
                    </a:lnTo>
                    <a:lnTo>
                      <a:pt x="210" y="186"/>
                    </a:lnTo>
                    <a:lnTo>
                      <a:pt x="210" y="180"/>
                    </a:lnTo>
                    <a:lnTo>
                      <a:pt x="216" y="180"/>
                    </a:lnTo>
                    <a:lnTo>
                      <a:pt x="216" y="174"/>
                    </a:lnTo>
                    <a:lnTo>
                      <a:pt x="222" y="174"/>
                    </a:lnTo>
                    <a:lnTo>
                      <a:pt x="222" y="168"/>
                    </a:lnTo>
                    <a:lnTo>
                      <a:pt x="228" y="168"/>
                    </a:lnTo>
                    <a:lnTo>
                      <a:pt x="228" y="162"/>
                    </a:lnTo>
                    <a:lnTo>
                      <a:pt x="234" y="162"/>
                    </a:lnTo>
                    <a:lnTo>
                      <a:pt x="234" y="156"/>
                    </a:lnTo>
                    <a:lnTo>
                      <a:pt x="240" y="156"/>
                    </a:lnTo>
                    <a:lnTo>
                      <a:pt x="240" y="150"/>
                    </a:lnTo>
                    <a:lnTo>
                      <a:pt x="246" y="150"/>
                    </a:lnTo>
                    <a:lnTo>
                      <a:pt x="246" y="144"/>
                    </a:lnTo>
                    <a:lnTo>
                      <a:pt x="252" y="144"/>
                    </a:lnTo>
                    <a:lnTo>
                      <a:pt x="258" y="138"/>
                    </a:lnTo>
                    <a:lnTo>
                      <a:pt x="264" y="132"/>
                    </a:lnTo>
                    <a:lnTo>
                      <a:pt x="270" y="132"/>
                    </a:lnTo>
                    <a:lnTo>
                      <a:pt x="270" y="126"/>
                    </a:lnTo>
                    <a:lnTo>
                      <a:pt x="276" y="126"/>
                    </a:lnTo>
                    <a:lnTo>
                      <a:pt x="276" y="120"/>
                    </a:lnTo>
                    <a:lnTo>
                      <a:pt x="282" y="120"/>
                    </a:lnTo>
                    <a:lnTo>
                      <a:pt x="282" y="114"/>
                    </a:lnTo>
                    <a:lnTo>
                      <a:pt x="288" y="114"/>
                    </a:lnTo>
                    <a:lnTo>
                      <a:pt x="294" y="108"/>
                    </a:lnTo>
                    <a:lnTo>
                      <a:pt x="300" y="102"/>
                    </a:lnTo>
                    <a:lnTo>
                      <a:pt x="306" y="102"/>
                    </a:lnTo>
                    <a:lnTo>
                      <a:pt x="306" y="96"/>
                    </a:lnTo>
                    <a:lnTo>
                      <a:pt x="312" y="96"/>
                    </a:lnTo>
                    <a:lnTo>
                      <a:pt x="312" y="90"/>
                    </a:lnTo>
                    <a:lnTo>
                      <a:pt x="318" y="90"/>
                    </a:lnTo>
                    <a:lnTo>
                      <a:pt x="324" y="84"/>
                    </a:lnTo>
                    <a:lnTo>
                      <a:pt x="330" y="78"/>
                    </a:lnTo>
                    <a:lnTo>
                      <a:pt x="336" y="78"/>
                    </a:lnTo>
                    <a:lnTo>
                      <a:pt x="336" y="72"/>
                    </a:lnTo>
                    <a:lnTo>
                      <a:pt x="342" y="72"/>
                    </a:lnTo>
                    <a:lnTo>
                      <a:pt x="342" y="66"/>
                    </a:lnTo>
                    <a:lnTo>
                      <a:pt x="348" y="66"/>
                    </a:lnTo>
                    <a:lnTo>
                      <a:pt x="354" y="60"/>
                    </a:lnTo>
                    <a:lnTo>
                      <a:pt x="360" y="54"/>
                    </a:lnTo>
                    <a:lnTo>
                      <a:pt x="366" y="54"/>
                    </a:lnTo>
                    <a:lnTo>
                      <a:pt x="366" y="48"/>
                    </a:lnTo>
                    <a:lnTo>
                      <a:pt x="372" y="48"/>
                    </a:lnTo>
                    <a:lnTo>
                      <a:pt x="372" y="42"/>
                    </a:lnTo>
                    <a:lnTo>
                      <a:pt x="378" y="42"/>
                    </a:lnTo>
                    <a:lnTo>
                      <a:pt x="378" y="36"/>
                    </a:lnTo>
                    <a:lnTo>
                      <a:pt x="384" y="36"/>
                    </a:lnTo>
                    <a:lnTo>
                      <a:pt x="390" y="30"/>
                    </a:lnTo>
                    <a:lnTo>
                      <a:pt x="396" y="24"/>
                    </a:lnTo>
                    <a:lnTo>
                      <a:pt x="402" y="24"/>
                    </a:lnTo>
                    <a:lnTo>
                      <a:pt x="402" y="18"/>
                    </a:lnTo>
                    <a:lnTo>
                      <a:pt x="408" y="18"/>
                    </a:lnTo>
                    <a:lnTo>
                      <a:pt x="408" y="12"/>
                    </a:lnTo>
                    <a:lnTo>
                      <a:pt x="414" y="12"/>
                    </a:lnTo>
                    <a:lnTo>
                      <a:pt x="414" y="6"/>
                    </a:lnTo>
                    <a:lnTo>
                      <a:pt x="420" y="6"/>
                    </a:lnTo>
                    <a:lnTo>
                      <a:pt x="420" y="0"/>
                    </a:lnTo>
                  </a:path>
                </a:pathLst>
              </a:custGeom>
              <a:noFill/>
              <a:ln w="1270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41" name="Freeform 108">
                <a:extLst>
                  <a:ext uri="{FF2B5EF4-FFF2-40B4-BE49-F238E27FC236}">
                    <a16:creationId xmlns:a16="http://schemas.microsoft.com/office/drawing/2014/main" id="{1C3EFBBC-36C3-661B-E939-83597C25B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6" y="1191"/>
                <a:ext cx="228" cy="864"/>
              </a:xfrm>
              <a:custGeom>
                <a:avLst/>
                <a:gdLst>
                  <a:gd name="T0" fmla="*/ 6 w 228"/>
                  <a:gd name="T1" fmla="*/ 864 h 864"/>
                  <a:gd name="T2" fmla="*/ 6 w 228"/>
                  <a:gd name="T3" fmla="*/ 858 h 864"/>
                  <a:gd name="T4" fmla="*/ 12 w 228"/>
                  <a:gd name="T5" fmla="*/ 852 h 864"/>
                  <a:gd name="T6" fmla="*/ 18 w 228"/>
                  <a:gd name="T7" fmla="*/ 852 h 864"/>
                  <a:gd name="T8" fmla="*/ 24 w 228"/>
                  <a:gd name="T9" fmla="*/ 846 h 864"/>
                  <a:gd name="T10" fmla="*/ 30 w 228"/>
                  <a:gd name="T11" fmla="*/ 840 h 864"/>
                  <a:gd name="T12" fmla="*/ 36 w 228"/>
                  <a:gd name="T13" fmla="*/ 834 h 864"/>
                  <a:gd name="T14" fmla="*/ 36 w 228"/>
                  <a:gd name="T15" fmla="*/ 828 h 864"/>
                  <a:gd name="T16" fmla="*/ 42 w 228"/>
                  <a:gd name="T17" fmla="*/ 822 h 864"/>
                  <a:gd name="T18" fmla="*/ 48 w 228"/>
                  <a:gd name="T19" fmla="*/ 816 h 864"/>
                  <a:gd name="T20" fmla="*/ 54 w 228"/>
                  <a:gd name="T21" fmla="*/ 810 h 864"/>
                  <a:gd name="T22" fmla="*/ 60 w 228"/>
                  <a:gd name="T23" fmla="*/ 804 h 864"/>
                  <a:gd name="T24" fmla="*/ 66 w 228"/>
                  <a:gd name="T25" fmla="*/ 798 h 864"/>
                  <a:gd name="T26" fmla="*/ 66 w 228"/>
                  <a:gd name="T27" fmla="*/ 792 h 864"/>
                  <a:gd name="T28" fmla="*/ 72 w 228"/>
                  <a:gd name="T29" fmla="*/ 786 h 864"/>
                  <a:gd name="T30" fmla="*/ 78 w 228"/>
                  <a:gd name="T31" fmla="*/ 780 h 864"/>
                  <a:gd name="T32" fmla="*/ 84 w 228"/>
                  <a:gd name="T33" fmla="*/ 768 h 864"/>
                  <a:gd name="T34" fmla="*/ 90 w 228"/>
                  <a:gd name="T35" fmla="*/ 762 h 864"/>
                  <a:gd name="T36" fmla="*/ 90 w 228"/>
                  <a:gd name="T37" fmla="*/ 756 h 864"/>
                  <a:gd name="T38" fmla="*/ 96 w 228"/>
                  <a:gd name="T39" fmla="*/ 744 h 864"/>
                  <a:gd name="T40" fmla="*/ 102 w 228"/>
                  <a:gd name="T41" fmla="*/ 738 h 864"/>
                  <a:gd name="T42" fmla="*/ 108 w 228"/>
                  <a:gd name="T43" fmla="*/ 726 h 864"/>
                  <a:gd name="T44" fmla="*/ 114 w 228"/>
                  <a:gd name="T45" fmla="*/ 720 h 864"/>
                  <a:gd name="T46" fmla="*/ 120 w 228"/>
                  <a:gd name="T47" fmla="*/ 708 h 864"/>
                  <a:gd name="T48" fmla="*/ 120 w 228"/>
                  <a:gd name="T49" fmla="*/ 696 h 864"/>
                  <a:gd name="T50" fmla="*/ 126 w 228"/>
                  <a:gd name="T51" fmla="*/ 690 h 864"/>
                  <a:gd name="T52" fmla="*/ 132 w 228"/>
                  <a:gd name="T53" fmla="*/ 678 h 864"/>
                  <a:gd name="T54" fmla="*/ 138 w 228"/>
                  <a:gd name="T55" fmla="*/ 660 h 864"/>
                  <a:gd name="T56" fmla="*/ 144 w 228"/>
                  <a:gd name="T57" fmla="*/ 648 h 864"/>
                  <a:gd name="T58" fmla="*/ 150 w 228"/>
                  <a:gd name="T59" fmla="*/ 636 h 864"/>
                  <a:gd name="T60" fmla="*/ 150 w 228"/>
                  <a:gd name="T61" fmla="*/ 618 h 864"/>
                  <a:gd name="T62" fmla="*/ 156 w 228"/>
                  <a:gd name="T63" fmla="*/ 600 h 864"/>
                  <a:gd name="T64" fmla="*/ 162 w 228"/>
                  <a:gd name="T65" fmla="*/ 582 h 864"/>
                  <a:gd name="T66" fmla="*/ 168 w 228"/>
                  <a:gd name="T67" fmla="*/ 564 h 864"/>
                  <a:gd name="T68" fmla="*/ 174 w 228"/>
                  <a:gd name="T69" fmla="*/ 546 h 864"/>
                  <a:gd name="T70" fmla="*/ 180 w 228"/>
                  <a:gd name="T71" fmla="*/ 522 h 864"/>
                  <a:gd name="T72" fmla="*/ 180 w 228"/>
                  <a:gd name="T73" fmla="*/ 492 h 864"/>
                  <a:gd name="T74" fmla="*/ 186 w 228"/>
                  <a:gd name="T75" fmla="*/ 468 h 864"/>
                  <a:gd name="T76" fmla="*/ 192 w 228"/>
                  <a:gd name="T77" fmla="*/ 432 h 864"/>
                  <a:gd name="T78" fmla="*/ 198 w 228"/>
                  <a:gd name="T79" fmla="*/ 396 h 864"/>
                  <a:gd name="T80" fmla="*/ 204 w 228"/>
                  <a:gd name="T81" fmla="*/ 360 h 864"/>
                  <a:gd name="T82" fmla="*/ 204 w 228"/>
                  <a:gd name="T83" fmla="*/ 312 h 864"/>
                  <a:gd name="T84" fmla="*/ 210 w 228"/>
                  <a:gd name="T85" fmla="*/ 258 h 864"/>
                  <a:gd name="T86" fmla="*/ 216 w 228"/>
                  <a:gd name="T87" fmla="*/ 198 h 864"/>
                  <a:gd name="T88" fmla="*/ 222 w 228"/>
                  <a:gd name="T89" fmla="*/ 126 h 864"/>
                  <a:gd name="T90" fmla="*/ 228 w 228"/>
                  <a:gd name="T91" fmla="*/ 36 h 86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228" h="864">
                    <a:moveTo>
                      <a:pt x="0" y="864"/>
                    </a:moveTo>
                    <a:lnTo>
                      <a:pt x="0" y="864"/>
                    </a:lnTo>
                    <a:lnTo>
                      <a:pt x="6" y="864"/>
                    </a:lnTo>
                    <a:lnTo>
                      <a:pt x="6" y="858"/>
                    </a:lnTo>
                    <a:lnTo>
                      <a:pt x="12" y="858"/>
                    </a:lnTo>
                    <a:lnTo>
                      <a:pt x="12" y="852"/>
                    </a:lnTo>
                    <a:lnTo>
                      <a:pt x="18" y="852"/>
                    </a:lnTo>
                    <a:lnTo>
                      <a:pt x="18" y="846"/>
                    </a:lnTo>
                    <a:lnTo>
                      <a:pt x="24" y="846"/>
                    </a:lnTo>
                    <a:lnTo>
                      <a:pt x="24" y="840"/>
                    </a:lnTo>
                    <a:lnTo>
                      <a:pt x="30" y="840"/>
                    </a:lnTo>
                    <a:lnTo>
                      <a:pt x="30" y="834"/>
                    </a:lnTo>
                    <a:lnTo>
                      <a:pt x="36" y="834"/>
                    </a:lnTo>
                    <a:lnTo>
                      <a:pt x="36" y="828"/>
                    </a:lnTo>
                    <a:lnTo>
                      <a:pt x="42" y="828"/>
                    </a:lnTo>
                    <a:lnTo>
                      <a:pt x="42" y="822"/>
                    </a:lnTo>
                    <a:lnTo>
                      <a:pt x="48" y="822"/>
                    </a:lnTo>
                    <a:lnTo>
                      <a:pt x="48" y="816"/>
                    </a:lnTo>
                    <a:lnTo>
                      <a:pt x="54" y="810"/>
                    </a:lnTo>
                    <a:lnTo>
                      <a:pt x="54" y="804"/>
                    </a:lnTo>
                    <a:lnTo>
                      <a:pt x="60" y="804"/>
                    </a:lnTo>
                    <a:lnTo>
                      <a:pt x="60" y="798"/>
                    </a:lnTo>
                    <a:lnTo>
                      <a:pt x="66" y="798"/>
                    </a:lnTo>
                    <a:lnTo>
                      <a:pt x="66" y="792"/>
                    </a:lnTo>
                    <a:lnTo>
                      <a:pt x="72" y="792"/>
                    </a:lnTo>
                    <a:lnTo>
                      <a:pt x="72" y="786"/>
                    </a:lnTo>
                    <a:lnTo>
                      <a:pt x="72" y="780"/>
                    </a:lnTo>
                    <a:lnTo>
                      <a:pt x="78" y="780"/>
                    </a:lnTo>
                    <a:lnTo>
                      <a:pt x="78" y="774"/>
                    </a:lnTo>
                    <a:lnTo>
                      <a:pt x="84" y="774"/>
                    </a:lnTo>
                    <a:lnTo>
                      <a:pt x="84" y="768"/>
                    </a:lnTo>
                    <a:lnTo>
                      <a:pt x="90" y="762"/>
                    </a:lnTo>
                    <a:lnTo>
                      <a:pt x="90" y="756"/>
                    </a:lnTo>
                    <a:lnTo>
                      <a:pt x="96" y="750"/>
                    </a:lnTo>
                    <a:lnTo>
                      <a:pt x="96" y="744"/>
                    </a:lnTo>
                    <a:lnTo>
                      <a:pt x="102" y="744"/>
                    </a:lnTo>
                    <a:lnTo>
                      <a:pt x="102" y="738"/>
                    </a:lnTo>
                    <a:lnTo>
                      <a:pt x="102" y="732"/>
                    </a:lnTo>
                    <a:lnTo>
                      <a:pt x="108" y="732"/>
                    </a:lnTo>
                    <a:lnTo>
                      <a:pt x="108" y="726"/>
                    </a:lnTo>
                    <a:lnTo>
                      <a:pt x="114" y="720"/>
                    </a:lnTo>
                    <a:lnTo>
                      <a:pt x="114" y="714"/>
                    </a:lnTo>
                    <a:lnTo>
                      <a:pt x="120" y="708"/>
                    </a:lnTo>
                    <a:lnTo>
                      <a:pt x="120" y="702"/>
                    </a:lnTo>
                    <a:lnTo>
                      <a:pt x="120" y="696"/>
                    </a:lnTo>
                    <a:lnTo>
                      <a:pt x="126" y="696"/>
                    </a:lnTo>
                    <a:lnTo>
                      <a:pt x="126" y="690"/>
                    </a:lnTo>
                    <a:lnTo>
                      <a:pt x="132" y="684"/>
                    </a:lnTo>
                    <a:lnTo>
                      <a:pt x="132" y="678"/>
                    </a:lnTo>
                    <a:lnTo>
                      <a:pt x="132" y="672"/>
                    </a:lnTo>
                    <a:lnTo>
                      <a:pt x="138" y="666"/>
                    </a:lnTo>
                    <a:lnTo>
                      <a:pt x="138" y="660"/>
                    </a:lnTo>
                    <a:lnTo>
                      <a:pt x="138" y="654"/>
                    </a:lnTo>
                    <a:lnTo>
                      <a:pt x="144" y="648"/>
                    </a:lnTo>
                    <a:lnTo>
                      <a:pt x="144" y="642"/>
                    </a:lnTo>
                    <a:lnTo>
                      <a:pt x="150" y="636"/>
                    </a:lnTo>
                    <a:lnTo>
                      <a:pt x="150" y="630"/>
                    </a:lnTo>
                    <a:lnTo>
                      <a:pt x="150" y="624"/>
                    </a:lnTo>
                    <a:lnTo>
                      <a:pt x="150" y="618"/>
                    </a:lnTo>
                    <a:lnTo>
                      <a:pt x="156" y="612"/>
                    </a:lnTo>
                    <a:lnTo>
                      <a:pt x="156" y="606"/>
                    </a:lnTo>
                    <a:lnTo>
                      <a:pt x="156" y="600"/>
                    </a:lnTo>
                    <a:lnTo>
                      <a:pt x="156" y="594"/>
                    </a:lnTo>
                    <a:lnTo>
                      <a:pt x="162" y="588"/>
                    </a:lnTo>
                    <a:lnTo>
                      <a:pt x="162" y="582"/>
                    </a:lnTo>
                    <a:lnTo>
                      <a:pt x="162" y="576"/>
                    </a:lnTo>
                    <a:lnTo>
                      <a:pt x="168" y="570"/>
                    </a:lnTo>
                    <a:lnTo>
                      <a:pt x="168" y="564"/>
                    </a:lnTo>
                    <a:lnTo>
                      <a:pt x="168" y="558"/>
                    </a:lnTo>
                    <a:lnTo>
                      <a:pt x="168" y="552"/>
                    </a:lnTo>
                    <a:lnTo>
                      <a:pt x="174" y="546"/>
                    </a:lnTo>
                    <a:lnTo>
                      <a:pt x="174" y="534"/>
                    </a:lnTo>
                    <a:lnTo>
                      <a:pt x="174" y="528"/>
                    </a:lnTo>
                    <a:lnTo>
                      <a:pt x="180" y="522"/>
                    </a:lnTo>
                    <a:lnTo>
                      <a:pt x="180" y="510"/>
                    </a:lnTo>
                    <a:lnTo>
                      <a:pt x="180" y="504"/>
                    </a:lnTo>
                    <a:lnTo>
                      <a:pt x="180" y="492"/>
                    </a:lnTo>
                    <a:lnTo>
                      <a:pt x="186" y="486"/>
                    </a:lnTo>
                    <a:lnTo>
                      <a:pt x="186" y="474"/>
                    </a:lnTo>
                    <a:lnTo>
                      <a:pt x="186" y="468"/>
                    </a:lnTo>
                    <a:lnTo>
                      <a:pt x="186" y="456"/>
                    </a:lnTo>
                    <a:lnTo>
                      <a:pt x="192" y="444"/>
                    </a:lnTo>
                    <a:lnTo>
                      <a:pt x="192" y="432"/>
                    </a:lnTo>
                    <a:lnTo>
                      <a:pt x="192" y="420"/>
                    </a:lnTo>
                    <a:lnTo>
                      <a:pt x="198" y="408"/>
                    </a:lnTo>
                    <a:lnTo>
                      <a:pt x="198" y="396"/>
                    </a:lnTo>
                    <a:lnTo>
                      <a:pt x="198" y="384"/>
                    </a:lnTo>
                    <a:lnTo>
                      <a:pt x="198" y="372"/>
                    </a:lnTo>
                    <a:lnTo>
                      <a:pt x="204" y="360"/>
                    </a:lnTo>
                    <a:lnTo>
                      <a:pt x="204" y="342"/>
                    </a:lnTo>
                    <a:lnTo>
                      <a:pt x="204" y="330"/>
                    </a:lnTo>
                    <a:lnTo>
                      <a:pt x="204" y="312"/>
                    </a:lnTo>
                    <a:lnTo>
                      <a:pt x="210" y="294"/>
                    </a:lnTo>
                    <a:lnTo>
                      <a:pt x="210" y="276"/>
                    </a:lnTo>
                    <a:lnTo>
                      <a:pt x="210" y="258"/>
                    </a:lnTo>
                    <a:lnTo>
                      <a:pt x="216" y="240"/>
                    </a:lnTo>
                    <a:lnTo>
                      <a:pt x="216" y="222"/>
                    </a:lnTo>
                    <a:lnTo>
                      <a:pt x="216" y="198"/>
                    </a:lnTo>
                    <a:lnTo>
                      <a:pt x="216" y="174"/>
                    </a:lnTo>
                    <a:lnTo>
                      <a:pt x="222" y="150"/>
                    </a:lnTo>
                    <a:lnTo>
                      <a:pt x="222" y="126"/>
                    </a:lnTo>
                    <a:lnTo>
                      <a:pt x="222" y="96"/>
                    </a:lnTo>
                    <a:lnTo>
                      <a:pt x="222" y="66"/>
                    </a:lnTo>
                    <a:lnTo>
                      <a:pt x="228" y="36"/>
                    </a:lnTo>
                    <a:lnTo>
                      <a:pt x="228" y="0"/>
                    </a:lnTo>
                  </a:path>
                </a:pathLst>
              </a:custGeom>
              <a:noFill/>
              <a:ln w="1270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33" name="Group 119">
              <a:extLst>
                <a:ext uri="{FF2B5EF4-FFF2-40B4-BE49-F238E27FC236}">
                  <a16:creationId xmlns:a16="http://schemas.microsoft.com/office/drawing/2014/main" id="{5641A376-3B78-055D-41A8-7282025B4A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18"/>
              <a:ext cx="1070" cy="1214"/>
              <a:chOff x="2118" y="1203"/>
              <a:chExt cx="1650" cy="1872"/>
            </a:xfrm>
          </p:grpSpPr>
          <p:sp>
            <p:nvSpPr>
              <p:cNvPr id="21538" name="Line 111">
                <a:extLst>
                  <a:ext uri="{FF2B5EF4-FFF2-40B4-BE49-F238E27FC236}">
                    <a16:creationId xmlns:a16="http://schemas.microsoft.com/office/drawing/2014/main" id="{A589C0ED-40E3-21DA-D3F8-01C3A5B2D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8" y="2139"/>
                <a:ext cx="165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9" name="Line 113">
                <a:extLst>
                  <a:ext uri="{FF2B5EF4-FFF2-40B4-BE49-F238E27FC236}">
                    <a16:creationId xmlns:a16="http://schemas.microsoft.com/office/drawing/2014/main" id="{380C943E-BF27-9186-1BB6-BEB2BB099B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1203"/>
                <a:ext cx="1" cy="18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534" name="Line 115">
              <a:extLst>
                <a:ext uri="{FF2B5EF4-FFF2-40B4-BE49-F238E27FC236}">
                  <a16:creationId xmlns:a16="http://schemas.microsoft.com/office/drawing/2014/main" id="{B5072F7E-C458-3FA3-D262-16FCAE306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7" y="218"/>
              <a:ext cx="0" cy="121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35" name="Object 121">
              <a:extLst>
                <a:ext uri="{FF2B5EF4-FFF2-40B4-BE49-F238E27FC236}">
                  <a16:creationId xmlns:a16="http://schemas.microsoft.com/office/drawing/2014/main" id="{FE71FB2B-DCED-1EA1-AEFE-554183645B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52" y="864"/>
            <a:ext cx="96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0" imgH="0" progId="Equation.3">
                    <p:embed/>
                  </p:oleObj>
                </mc:Choice>
                <mc:Fallback>
                  <p:oleObj name="Equation" r:id="rId28" imgW="0" imgH="0" progId="Equation.3">
                    <p:embed/>
                    <p:pic>
                      <p:nvPicPr>
                        <p:cNvPr id="0" name="Object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864"/>
                          <a:ext cx="96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6" name="Object 122">
              <a:extLst>
                <a:ext uri="{FF2B5EF4-FFF2-40B4-BE49-F238E27FC236}">
                  <a16:creationId xmlns:a16="http://schemas.microsoft.com/office/drawing/2014/main" id="{DABBB9BB-3D37-F7F4-3C26-A6935A439F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6" y="240"/>
            <a:ext cx="101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0" imgH="0" progId="Equation.3">
                    <p:embed/>
                  </p:oleObj>
                </mc:Choice>
                <mc:Fallback>
                  <p:oleObj name="Equation" r:id="rId30" imgW="0" imgH="0" progId="Equation.3">
                    <p:embed/>
                    <p:pic>
                      <p:nvPicPr>
                        <p:cNvPr id="0" name="Object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40"/>
                          <a:ext cx="101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7" name="Object 123">
              <a:extLst>
                <a:ext uri="{FF2B5EF4-FFF2-40B4-BE49-F238E27FC236}">
                  <a16:creationId xmlns:a16="http://schemas.microsoft.com/office/drawing/2014/main" id="{A43B5BC5-8754-71CF-7FCA-E130E40EB5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856"/>
            <a:ext cx="91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0" imgH="0" progId="Equation.3">
                    <p:embed/>
                  </p:oleObj>
                </mc:Choice>
                <mc:Fallback>
                  <p:oleObj name="Equation" r:id="rId32" imgW="0" imgH="0" progId="Equation.3">
                    <p:embed/>
                    <p:pic>
                      <p:nvPicPr>
                        <p:cNvPr id="0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856"/>
                          <a:ext cx="91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954" name="Group 210">
            <a:extLst>
              <a:ext uri="{FF2B5EF4-FFF2-40B4-BE49-F238E27FC236}">
                <a16:creationId xmlns:a16="http://schemas.microsoft.com/office/drawing/2014/main" id="{B670FB77-108F-86D5-4FD0-4DE13C47047C}"/>
              </a:ext>
            </a:extLst>
          </p:cNvPr>
          <p:cNvGrpSpPr>
            <a:grpSpLocks/>
          </p:cNvGrpSpPr>
          <p:nvPr/>
        </p:nvGrpSpPr>
        <p:grpSpPr bwMode="auto">
          <a:xfrm>
            <a:off x="6511925" y="2514600"/>
            <a:ext cx="2174875" cy="2057400"/>
            <a:chOff x="4069" y="1584"/>
            <a:chExt cx="1370" cy="1296"/>
          </a:xfrm>
        </p:grpSpPr>
        <p:graphicFrame>
          <p:nvGraphicFramePr>
            <p:cNvPr id="21518" name="Object 46">
              <a:extLst>
                <a:ext uri="{FF2B5EF4-FFF2-40B4-BE49-F238E27FC236}">
                  <a16:creationId xmlns:a16="http://schemas.microsoft.com/office/drawing/2014/main" id="{2381CD59-8351-77D1-E0AF-27FA20C815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71" y="2327"/>
            <a:ext cx="113" cy="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0" imgH="0" progId="Equation.3">
                    <p:embed/>
                  </p:oleObj>
                </mc:Choice>
                <mc:Fallback>
                  <p:oleObj name="Equation" r:id="rId28" imgW="0" imgH="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1" y="2327"/>
                          <a:ext cx="113" cy="1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9" name="Object 51">
              <a:extLst>
                <a:ext uri="{FF2B5EF4-FFF2-40B4-BE49-F238E27FC236}">
                  <a16:creationId xmlns:a16="http://schemas.microsoft.com/office/drawing/2014/main" id="{058C2458-BA0C-17DB-FD20-2879AF4DD6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0" y="1682"/>
            <a:ext cx="120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0" imgH="0" progId="Equation.3">
                    <p:embed/>
                  </p:oleObj>
                </mc:Choice>
                <mc:Fallback>
                  <p:oleObj name="Equation" r:id="rId30" imgW="0" imgH="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0" y="1682"/>
                          <a:ext cx="120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0" name="Object 5">
              <a:extLst>
                <a:ext uri="{FF2B5EF4-FFF2-40B4-BE49-F238E27FC236}">
                  <a16:creationId xmlns:a16="http://schemas.microsoft.com/office/drawing/2014/main" id="{D2CED532-6CA3-231C-80CD-B39841F108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52" y="1584"/>
            <a:ext cx="687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0" imgH="0" progId="Equation.3">
                    <p:embed/>
                  </p:oleObj>
                </mc:Choice>
                <mc:Fallback>
                  <p:oleObj name="Equation" r:id="rId34" imgW="0" imgH="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584"/>
                          <a:ext cx="687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21" name="Group 209">
              <a:extLst>
                <a:ext uri="{FF2B5EF4-FFF2-40B4-BE49-F238E27FC236}">
                  <a16:creationId xmlns:a16="http://schemas.microsoft.com/office/drawing/2014/main" id="{B1E82D5B-1A42-845F-4036-106058BB2C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9" y="1885"/>
              <a:ext cx="1115" cy="805"/>
              <a:chOff x="4069" y="1885"/>
              <a:chExt cx="1115" cy="805"/>
            </a:xfrm>
          </p:grpSpPr>
          <p:sp>
            <p:nvSpPr>
              <p:cNvPr id="21525" name="Freeform 199">
                <a:extLst>
                  <a:ext uri="{FF2B5EF4-FFF2-40B4-BE49-F238E27FC236}">
                    <a16:creationId xmlns:a16="http://schemas.microsoft.com/office/drawing/2014/main" id="{FA7528FC-5368-67B6-B4A1-6E8AC3627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9" y="2631"/>
                <a:ext cx="284" cy="59"/>
              </a:xfrm>
              <a:custGeom>
                <a:avLst/>
                <a:gdLst>
                  <a:gd name="T0" fmla="*/ 10 w 258"/>
                  <a:gd name="T1" fmla="*/ 0 h 54"/>
                  <a:gd name="T2" fmla="*/ 17 w 258"/>
                  <a:gd name="T3" fmla="*/ 0 h 54"/>
                  <a:gd name="T4" fmla="*/ 17 w 258"/>
                  <a:gd name="T5" fmla="*/ 10 h 54"/>
                  <a:gd name="T6" fmla="*/ 26 w 258"/>
                  <a:gd name="T7" fmla="*/ 10 h 54"/>
                  <a:gd name="T8" fmla="*/ 35 w 258"/>
                  <a:gd name="T9" fmla="*/ 10 h 54"/>
                  <a:gd name="T10" fmla="*/ 44 w 258"/>
                  <a:gd name="T11" fmla="*/ 16 h 54"/>
                  <a:gd name="T12" fmla="*/ 53 w 258"/>
                  <a:gd name="T13" fmla="*/ 16 h 54"/>
                  <a:gd name="T14" fmla="*/ 62 w 258"/>
                  <a:gd name="T15" fmla="*/ 16 h 54"/>
                  <a:gd name="T16" fmla="*/ 62 w 258"/>
                  <a:gd name="T17" fmla="*/ 26 h 54"/>
                  <a:gd name="T18" fmla="*/ 70 w 258"/>
                  <a:gd name="T19" fmla="*/ 26 h 54"/>
                  <a:gd name="T20" fmla="*/ 79 w 258"/>
                  <a:gd name="T21" fmla="*/ 26 h 54"/>
                  <a:gd name="T22" fmla="*/ 88 w 258"/>
                  <a:gd name="T23" fmla="*/ 34 h 54"/>
                  <a:gd name="T24" fmla="*/ 97 w 258"/>
                  <a:gd name="T25" fmla="*/ 34 h 54"/>
                  <a:gd name="T26" fmla="*/ 106 w 258"/>
                  <a:gd name="T27" fmla="*/ 34 h 54"/>
                  <a:gd name="T28" fmla="*/ 116 w 258"/>
                  <a:gd name="T29" fmla="*/ 43 h 54"/>
                  <a:gd name="T30" fmla="*/ 116 w 258"/>
                  <a:gd name="T31" fmla="*/ 43 h 54"/>
                  <a:gd name="T32" fmla="*/ 122 w 258"/>
                  <a:gd name="T33" fmla="*/ 43 h 54"/>
                  <a:gd name="T34" fmla="*/ 132 w 258"/>
                  <a:gd name="T35" fmla="*/ 51 h 54"/>
                  <a:gd name="T36" fmla="*/ 142 w 258"/>
                  <a:gd name="T37" fmla="*/ 51 h 54"/>
                  <a:gd name="T38" fmla="*/ 149 w 258"/>
                  <a:gd name="T39" fmla="*/ 51 h 54"/>
                  <a:gd name="T40" fmla="*/ 159 w 258"/>
                  <a:gd name="T41" fmla="*/ 51 h 54"/>
                  <a:gd name="T42" fmla="*/ 159 w 258"/>
                  <a:gd name="T43" fmla="*/ 60 h 54"/>
                  <a:gd name="T44" fmla="*/ 167 w 258"/>
                  <a:gd name="T45" fmla="*/ 60 h 54"/>
                  <a:gd name="T46" fmla="*/ 176 w 258"/>
                  <a:gd name="T47" fmla="*/ 60 h 54"/>
                  <a:gd name="T48" fmla="*/ 185 w 258"/>
                  <a:gd name="T49" fmla="*/ 68 h 54"/>
                  <a:gd name="T50" fmla="*/ 194 w 258"/>
                  <a:gd name="T51" fmla="*/ 68 h 54"/>
                  <a:gd name="T52" fmla="*/ 203 w 258"/>
                  <a:gd name="T53" fmla="*/ 68 h 54"/>
                  <a:gd name="T54" fmla="*/ 203 w 258"/>
                  <a:gd name="T55" fmla="*/ 68 h 54"/>
                  <a:gd name="T56" fmla="*/ 212 w 258"/>
                  <a:gd name="T57" fmla="*/ 68 h 54"/>
                  <a:gd name="T58" fmla="*/ 220 w 258"/>
                  <a:gd name="T59" fmla="*/ 76 h 54"/>
                  <a:gd name="T60" fmla="*/ 229 w 258"/>
                  <a:gd name="T61" fmla="*/ 76 h 54"/>
                  <a:gd name="T62" fmla="*/ 238 w 258"/>
                  <a:gd name="T63" fmla="*/ 76 h 54"/>
                  <a:gd name="T64" fmla="*/ 248 w 258"/>
                  <a:gd name="T65" fmla="*/ 76 h 54"/>
                  <a:gd name="T66" fmla="*/ 255 w 258"/>
                  <a:gd name="T67" fmla="*/ 76 h 54"/>
                  <a:gd name="T68" fmla="*/ 255 w 258"/>
                  <a:gd name="T69" fmla="*/ 76 h 54"/>
                  <a:gd name="T70" fmla="*/ 264 w 258"/>
                  <a:gd name="T71" fmla="*/ 76 h 54"/>
                  <a:gd name="T72" fmla="*/ 274 w 258"/>
                  <a:gd name="T73" fmla="*/ 76 h 54"/>
                  <a:gd name="T74" fmla="*/ 281 w 258"/>
                  <a:gd name="T75" fmla="*/ 76 h 54"/>
                  <a:gd name="T76" fmla="*/ 291 w 258"/>
                  <a:gd name="T77" fmla="*/ 76 h 54"/>
                  <a:gd name="T78" fmla="*/ 301 w 258"/>
                  <a:gd name="T79" fmla="*/ 76 h 54"/>
                  <a:gd name="T80" fmla="*/ 301 w 258"/>
                  <a:gd name="T81" fmla="*/ 76 h 54"/>
                  <a:gd name="T82" fmla="*/ 308 w 258"/>
                  <a:gd name="T83" fmla="*/ 76 h 54"/>
                  <a:gd name="T84" fmla="*/ 317 w 258"/>
                  <a:gd name="T85" fmla="*/ 68 h 54"/>
                  <a:gd name="T86" fmla="*/ 326 w 258"/>
                  <a:gd name="T87" fmla="*/ 68 h 54"/>
                  <a:gd name="T88" fmla="*/ 335 w 258"/>
                  <a:gd name="T89" fmla="*/ 68 h 54"/>
                  <a:gd name="T90" fmla="*/ 345 w 258"/>
                  <a:gd name="T91" fmla="*/ 60 h 54"/>
                  <a:gd name="T92" fmla="*/ 352 w 258"/>
                  <a:gd name="T93" fmla="*/ 51 h 54"/>
                  <a:gd name="T94" fmla="*/ 352 w 258"/>
                  <a:gd name="T95" fmla="*/ 51 h 54"/>
                  <a:gd name="T96" fmla="*/ 361 w 258"/>
                  <a:gd name="T97" fmla="*/ 43 h 54"/>
                  <a:gd name="T98" fmla="*/ 370 w 258"/>
                  <a:gd name="T99" fmla="*/ 34 h 54"/>
                  <a:gd name="T100" fmla="*/ 380 w 258"/>
                  <a:gd name="T101" fmla="*/ 26 h 5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258" h="54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12" y="6"/>
                    </a:lnTo>
                    <a:lnTo>
                      <a:pt x="18" y="6"/>
                    </a:lnTo>
                    <a:lnTo>
                      <a:pt x="24" y="6"/>
                    </a:lnTo>
                    <a:lnTo>
                      <a:pt x="30" y="6"/>
                    </a:lnTo>
                    <a:lnTo>
                      <a:pt x="30" y="12"/>
                    </a:lnTo>
                    <a:lnTo>
                      <a:pt x="36" y="12"/>
                    </a:lnTo>
                    <a:lnTo>
                      <a:pt x="42" y="12"/>
                    </a:lnTo>
                    <a:lnTo>
                      <a:pt x="42" y="18"/>
                    </a:lnTo>
                    <a:lnTo>
                      <a:pt x="48" y="18"/>
                    </a:lnTo>
                    <a:lnTo>
                      <a:pt x="54" y="18"/>
                    </a:lnTo>
                    <a:lnTo>
                      <a:pt x="60" y="18"/>
                    </a:lnTo>
                    <a:lnTo>
                      <a:pt x="60" y="24"/>
                    </a:lnTo>
                    <a:lnTo>
                      <a:pt x="66" y="24"/>
                    </a:lnTo>
                    <a:lnTo>
                      <a:pt x="72" y="24"/>
                    </a:lnTo>
                    <a:lnTo>
                      <a:pt x="78" y="30"/>
                    </a:lnTo>
                    <a:lnTo>
                      <a:pt x="84" y="30"/>
                    </a:lnTo>
                    <a:lnTo>
                      <a:pt x="90" y="30"/>
                    </a:lnTo>
                    <a:lnTo>
                      <a:pt x="90" y="36"/>
                    </a:lnTo>
                    <a:lnTo>
                      <a:pt x="96" y="36"/>
                    </a:lnTo>
                    <a:lnTo>
                      <a:pt x="102" y="36"/>
                    </a:lnTo>
                    <a:lnTo>
                      <a:pt x="108" y="36"/>
                    </a:lnTo>
                    <a:lnTo>
                      <a:pt x="108" y="42"/>
                    </a:lnTo>
                    <a:lnTo>
                      <a:pt x="114" y="42"/>
                    </a:lnTo>
                    <a:lnTo>
                      <a:pt x="120" y="42"/>
                    </a:lnTo>
                    <a:lnTo>
                      <a:pt x="126" y="42"/>
                    </a:lnTo>
                    <a:lnTo>
                      <a:pt x="126" y="48"/>
                    </a:lnTo>
                    <a:lnTo>
                      <a:pt x="132" y="48"/>
                    </a:lnTo>
                    <a:lnTo>
                      <a:pt x="138" y="48"/>
                    </a:lnTo>
                    <a:lnTo>
                      <a:pt x="144" y="48"/>
                    </a:lnTo>
                    <a:lnTo>
                      <a:pt x="150" y="54"/>
                    </a:lnTo>
                    <a:lnTo>
                      <a:pt x="156" y="54"/>
                    </a:lnTo>
                    <a:lnTo>
                      <a:pt x="162" y="54"/>
                    </a:lnTo>
                    <a:lnTo>
                      <a:pt x="168" y="54"/>
                    </a:lnTo>
                    <a:lnTo>
                      <a:pt x="174" y="54"/>
                    </a:lnTo>
                    <a:lnTo>
                      <a:pt x="180" y="54"/>
                    </a:lnTo>
                    <a:lnTo>
                      <a:pt x="186" y="54"/>
                    </a:lnTo>
                    <a:lnTo>
                      <a:pt x="192" y="54"/>
                    </a:lnTo>
                    <a:lnTo>
                      <a:pt x="198" y="54"/>
                    </a:lnTo>
                    <a:lnTo>
                      <a:pt x="204" y="54"/>
                    </a:lnTo>
                    <a:lnTo>
                      <a:pt x="210" y="54"/>
                    </a:lnTo>
                    <a:lnTo>
                      <a:pt x="216" y="54"/>
                    </a:lnTo>
                    <a:lnTo>
                      <a:pt x="216" y="48"/>
                    </a:lnTo>
                    <a:lnTo>
                      <a:pt x="222" y="48"/>
                    </a:lnTo>
                    <a:lnTo>
                      <a:pt x="228" y="48"/>
                    </a:lnTo>
                    <a:lnTo>
                      <a:pt x="228" y="42"/>
                    </a:lnTo>
                    <a:lnTo>
                      <a:pt x="234" y="42"/>
                    </a:lnTo>
                    <a:lnTo>
                      <a:pt x="240" y="36"/>
                    </a:lnTo>
                    <a:lnTo>
                      <a:pt x="246" y="36"/>
                    </a:lnTo>
                    <a:lnTo>
                      <a:pt x="246" y="30"/>
                    </a:lnTo>
                    <a:lnTo>
                      <a:pt x="252" y="30"/>
                    </a:lnTo>
                    <a:lnTo>
                      <a:pt x="252" y="24"/>
                    </a:lnTo>
                    <a:lnTo>
                      <a:pt x="258" y="18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6" name="Freeform 200">
                <a:extLst>
                  <a:ext uri="{FF2B5EF4-FFF2-40B4-BE49-F238E27FC236}">
                    <a16:creationId xmlns:a16="http://schemas.microsoft.com/office/drawing/2014/main" id="{1F42B230-2208-6656-7F40-34182371CB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3" y="1885"/>
                <a:ext cx="270" cy="805"/>
              </a:xfrm>
              <a:custGeom>
                <a:avLst/>
                <a:gdLst>
                  <a:gd name="T0" fmla="*/ 10 w 246"/>
                  <a:gd name="T1" fmla="*/ 1010 h 732"/>
                  <a:gd name="T2" fmla="*/ 10 w 246"/>
                  <a:gd name="T3" fmla="*/ 1000 h 732"/>
                  <a:gd name="T4" fmla="*/ 16 w 246"/>
                  <a:gd name="T5" fmla="*/ 992 h 732"/>
                  <a:gd name="T6" fmla="*/ 26 w 246"/>
                  <a:gd name="T7" fmla="*/ 983 h 732"/>
                  <a:gd name="T8" fmla="*/ 26 w 246"/>
                  <a:gd name="T9" fmla="*/ 966 h 732"/>
                  <a:gd name="T10" fmla="*/ 35 w 246"/>
                  <a:gd name="T11" fmla="*/ 957 h 732"/>
                  <a:gd name="T12" fmla="*/ 44 w 246"/>
                  <a:gd name="T13" fmla="*/ 938 h 732"/>
                  <a:gd name="T14" fmla="*/ 44 w 246"/>
                  <a:gd name="T15" fmla="*/ 922 h 732"/>
                  <a:gd name="T16" fmla="*/ 53 w 246"/>
                  <a:gd name="T17" fmla="*/ 905 h 732"/>
                  <a:gd name="T18" fmla="*/ 60 w 246"/>
                  <a:gd name="T19" fmla="*/ 885 h 732"/>
                  <a:gd name="T20" fmla="*/ 60 w 246"/>
                  <a:gd name="T21" fmla="*/ 869 h 732"/>
                  <a:gd name="T22" fmla="*/ 70 w 246"/>
                  <a:gd name="T23" fmla="*/ 841 h 732"/>
                  <a:gd name="T24" fmla="*/ 78 w 246"/>
                  <a:gd name="T25" fmla="*/ 825 h 732"/>
                  <a:gd name="T26" fmla="*/ 78 w 246"/>
                  <a:gd name="T27" fmla="*/ 798 h 732"/>
                  <a:gd name="T28" fmla="*/ 87 w 246"/>
                  <a:gd name="T29" fmla="*/ 773 h 732"/>
                  <a:gd name="T30" fmla="*/ 95 w 246"/>
                  <a:gd name="T31" fmla="*/ 747 h 732"/>
                  <a:gd name="T32" fmla="*/ 95 w 246"/>
                  <a:gd name="T33" fmla="*/ 710 h 732"/>
                  <a:gd name="T34" fmla="*/ 104 w 246"/>
                  <a:gd name="T35" fmla="*/ 676 h 732"/>
                  <a:gd name="T36" fmla="*/ 113 w 246"/>
                  <a:gd name="T37" fmla="*/ 641 h 732"/>
                  <a:gd name="T38" fmla="*/ 113 w 246"/>
                  <a:gd name="T39" fmla="*/ 605 h 732"/>
                  <a:gd name="T40" fmla="*/ 122 w 246"/>
                  <a:gd name="T41" fmla="*/ 561 h 732"/>
                  <a:gd name="T42" fmla="*/ 132 w 246"/>
                  <a:gd name="T43" fmla="*/ 526 h 732"/>
                  <a:gd name="T44" fmla="*/ 132 w 246"/>
                  <a:gd name="T45" fmla="*/ 483 h 732"/>
                  <a:gd name="T46" fmla="*/ 138 w 246"/>
                  <a:gd name="T47" fmla="*/ 429 h 732"/>
                  <a:gd name="T48" fmla="*/ 148 w 246"/>
                  <a:gd name="T49" fmla="*/ 386 h 732"/>
                  <a:gd name="T50" fmla="*/ 158 w 246"/>
                  <a:gd name="T51" fmla="*/ 334 h 732"/>
                  <a:gd name="T52" fmla="*/ 158 w 246"/>
                  <a:gd name="T53" fmla="*/ 290 h 732"/>
                  <a:gd name="T54" fmla="*/ 165 w 246"/>
                  <a:gd name="T55" fmla="*/ 238 h 732"/>
                  <a:gd name="T56" fmla="*/ 175 w 246"/>
                  <a:gd name="T57" fmla="*/ 185 h 732"/>
                  <a:gd name="T58" fmla="*/ 175 w 246"/>
                  <a:gd name="T59" fmla="*/ 142 h 732"/>
                  <a:gd name="T60" fmla="*/ 182 w 246"/>
                  <a:gd name="T61" fmla="*/ 97 h 732"/>
                  <a:gd name="T62" fmla="*/ 192 w 246"/>
                  <a:gd name="T63" fmla="*/ 53 h 732"/>
                  <a:gd name="T64" fmla="*/ 192 w 246"/>
                  <a:gd name="T65" fmla="*/ 26 h 732"/>
                  <a:gd name="T66" fmla="*/ 200 w 246"/>
                  <a:gd name="T67" fmla="*/ 10 h 732"/>
                  <a:gd name="T68" fmla="*/ 209 w 246"/>
                  <a:gd name="T69" fmla="*/ 0 h 732"/>
                  <a:gd name="T70" fmla="*/ 209 w 246"/>
                  <a:gd name="T71" fmla="*/ 10 h 732"/>
                  <a:gd name="T72" fmla="*/ 218 w 246"/>
                  <a:gd name="T73" fmla="*/ 35 h 732"/>
                  <a:gd name="T74" fmla="*/ 226 w 246"/>
                  <a:gd name="T75" fmla="*/ 97 h 732"/>
                  <a:gd name="T76" fmla="*/ 226 w 246"/>
                  <a:gd name="T77" fmla="*/ 175 h 732"/>
                  <a:gd name="T78" fmla="*/ 235 w 246"/>
                  <a:gd name="T79" fmla="*/ 290 h 732"/>
                  <a:gd name="T80" fmla="*/ 244 w 246"/>
                  <a:gd name="T81" fmla="*/ 439 h 732"/>
                  <a:gd name="T82" fmla="*/ 244 w 246"/>
                  <a:gd name="T83" fmla="*/ 605 h 732"/>
                  <a:gd name="T84" fmla="*/ 252 w 246"/>
                  <a:gd name="T85" fmla="*/ 781 h 732"/>
                  <a:gd name="T86" fmla="*/ 261 w 246"/>
                  <a:gd name="T87" fmla="*/ 938 h 732"/>
                  <a:gd name="T88" fmla="*/ 261 w 246"/>
                  <a:gd name="T89" fmla="*/ 1054 h 732"/>
                  <a:gd name="T90" fmla="*/ 270 w 246"/>
                  <a:gd name="T91" fmla="*/ 1062 h 732"/>
                  <a:gd name="T92" fmla="*/ 280 w 246"/>
                  <a:gd name="T93" fmla="*/ 922 h 732"/>
                  <a:gd name="T94" fmla="*/ 280 w 246"/>
                  <a:gd name="T95" fmla="*/ 622 h 732"/>
                  <a:gd name="T96" fmla="*/ 286 w 246"/>
                  <a:gd name="T97" fmla="*/ 245 h 732"/>
                  <a:gd name="T98" fmla="*/ 296 w 246"/>
                  <a:gd name="T99" fmla="*/ 0 h 732"/>
                  <a:gd name="T100" fmla="*/ 296 w 246"/>
                  <a:gd name="T101" fmla="*/ 202 h 732"/>
                  <a:gd name="T102" fmla="*/ 304 w 246"/>
                  <a:gd name="T103" fmla="*/ 835 h 732"/>
                  <a:gd name="T104" fmla="*/ 313 w 246"/>
                  <a:gd name="T105" fmla="*/ 992 h 732"/>
                  <a:gd name="T106" fmla="*/ 313 w 246"/>
                  <a:gd name="T107" fmla="*/ 97 h 732"/>
                  <a:gd name="T108" fmla="*/ 323 w 246"/>
                  <a:gd name="T109" fmla="*/ 737 h 732"/>
                  <a:gd name="T110" fmla="*/ 330 w 246"/>
                  <a:gd name="T111" fmla="*/ 175 h 732"/>
                  <a:gd name="T112" fmla="*/ 330 w 246"/>
                  <a:gd name="T113" fmla="*/ 790 h 732"/>
                  <a:gd name="T114" fmla="*/ 340 w 246"/>
                  <a:gd name="T115" fmla="*/ 44 h 732"/>
                  <a:gd name="T116" fmla="*/ 348 w 246"/>
                  <a:gd name="T117" fmla="*/ 396 h 732"/>
                  <a:gd name="T118" fmla="*/ 348 w 246"/>
                  <a:gd name="T119" fmla="*/ 1070 h 732"/>
                  <a:gd name="T120" fmla="*/ 357 w 246"/>
                  <a:gd name="T121" fmla="*/ 10 h 73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46" h="732">
                    <a:moveTo>
                      <a:pt x="0" y="696"/>
                    </a:moveTo>
                    <a:lnTo>
                      <a:pt x="0" y="690"/>
                    </a:lnTo>
                    <a:lnTo>
                      <a:pt x="6" y="690"/>
                    </a:lnTo>
                    <a:lnTo>
                      <a:pt x="6" y="684"/>
                    </a:lnTo>
                    <a:lnTo>
                      <a:pt x="12" y="678"/>
                    </a:lnTo>
                    <a:lnTo>
                      <a:pt x="12" y="672"/>
                    </a:lnTo>
                    <a:lnTo>
                      <a:pt x="18" y="672"/>
                    </a:lnTo>
                    <a:lnTo>
                      <a:pt x="18" y="666"/>
                    </a:lnTo>
                    <a:lnTo>
                      <a:pt x="18" y="660"/>
                    </a:lnTo>
                    <a:lnTo>
                      <a:pt x="24" y="654"/>
                    </a:lnTo>
                    <a:lnTo>
                      <a:pt x="24" y="648"/>
                    </a:lnTo>
                    <a:lnTo>
                      <a:pt x="24" y="642"/>
                    </a:lnTo>
                    <a:lnTo>
                      <a:pt x="30" y="642"/>
                    </a:lnTo>
                    <a:lnTo>
                      <a:pt x="30" y="636"/>
                    </a:lnTo>
                    <a:lnTo>
                      <a:pt x="30" y="630"/>
                    </a:lnTo>
                    <a:lnTo>
                      <a:pt x="36" y="630"/>
                    </a:lnTo>
                    <a:lnTo>
                      <a:pt x="36" y="624"/>
                    </a:lnTo>
                    <a:lnTo>
                      <a:pt x="36" y="618"/>
                    </a:lnTo>
                    <a:lnTo>
                      <a:pt x="36" y="612"/>
                    </a:lnTo>
                    <a:lnTo>
                      <a:pt x="42" y="612"/>
                    </a:lnTo>
                    <a:lnTo>
                      <a:pt x="42" y="606"/>
                    </a:lnTo>
                    <a:lnTo>
                      <a:pt x="42" y="600"/>
                    </a:lnTo>
                    <a:lnTo>
                      <a:pt x="42" y="594"/>
                    </a:lnTo>
                    <a:lnTo>
                      <a:pt x="48" y="588"/>
                    </a:lnTo>
                    <a:lnTo>
                      <a:pt x="48" y="582"/>
                    </a:lnTo>
                    <a:lnTo>
                      <a:pt x="48" y="576"/>
                    </a:lnTo>
                    <a:lnTo>
                      <a:pt x="48" y="570"/>
                    </a:lnTo>
                    <a:lnTo>
                      <a:pt x="54" y="564"/>
                    </a:lnTo>
                    <a:lnTo>
                      <a:pt x="54" y="558"/>
                    </a:lnTo>
                    <a:lnTo>
                      <a:pt x="54" y="552"/>
                    </a:lnTo>
                    <a:lnTo>
                      <a:pt x="54" y="546"/>
                    </a:lnTo>
                    <a:lnTo>
                      <a:pt x="60" y="540"/>
                    </a:lnTo>
                    <a:lnTo>
                      <a:pt x="60" y="534"/>
                    </a:lnTo>
                    <a:lnTo>
                      <a:pt x="60" y="528"/>
                    </a:lnTo>
                    <a:lnTo>
                      <a:pt x="60" y="522"/>
                    </a:lnTo>
                    <a:lnTo>
                      <a:pt x="60" y="516"/>
                    </a:lnTo>
                    <a:lnTo>
                      <a:pt x="66" y="510"/>
                    </a:lnTo>
                    <a:lnTo>
                      <a:pt x="66" y="504"/>
                    </a:lnTo>
                    <a:lnTo>
                      <a:pt x="66" y="498"/>
                    </a:lnTo>
                    <a:lnTo>
                      <a:pt x="66" y="492"/>
                    </a:lnTo>
                    <a:lnTo>
                      <a:pt x="66" y="486"/>
                    </a:lnTo>
                    <a:lnTo>
                      <a:pt x="72" y="480"/>
                    </a:lnTo>
                    <a:lnTo>
                      <a:pt x="72" y="474"/>
                    </a:lnTo>
                    <a:lnTo>
                      <a:pt x="72" y="468"/>
                    </a:lnTo>
                    <a:lnTo>
                      <a:pt x="72" y="462"/>
                    </a:lnTo>
                    <a:lnTo>
                      <a:pt x="72" y="456"/>
                    </a:lnTo>
                    <a:lnTo>
                      <a:pt x="72" y="450"/>
                    </a:lnTo>
                    <a:lnTo>
                      <a:pt x="78" y="444"/>
                    </a:lnTo>
                    <a:lnTo>
                      <a:pt x="78" y="438"/>
                    </a:lnTo>
                    <a:lnTo>
                      <a:pt x="78" y="432"/>
                    </a:lnTo>
                    <a:lnTo>
                      <a:pt x="78" y="426"/>
                    </a:lnTo>
                    <a:lnTo>
                      <a:pt x="78" y="420"/>
                    </a:lnTo>
                    <a:lnTo>
                      <a:pt x="78" y="414"/>
                    </a:lnTo>
                    <a:lnTo>
                      <a:pt x="84" y="408"/>
                    </a:lnTo>
                    <a:lnTo>
                      <a:pt x="84" y="402"/>
                    </a:lnTo>
                    <a:lnTo>
                      <a:pt x="84" y="396"/>
                    </a:lnTo>
                    <a:lnTo>
                      <a:pt x="84" y="384"/>
                    </a:lnTo>
                    <a:lnTo>
                      <a:pt x="84" y="378"/>
                    </a:lnTo>
                    <a:lnTo>
                      <a:pt x="84" y="372"/>
                    </a:lnTo>
                    <a:lnTo>
                      <a:pt x="90" y="366"/>
                    </a:lnTo>
                    <a:lnTo>
                      <a:pt x="90" y="360"/>
                    </a:lnTo>
                    <a:lnTo>
                      <a:pt x="90" y="348"/>
                    </a:lnTo>
                    <a:lnTo>
                      <a:pt x="90" y="342"/>
                    </a:lnTo>
                    <a:lnTo>
                      <a:pt x="90" y="336"/>
                    </a:lnTo>
                    <a:lnTo>
                      <a:pt x="90" y="330"/>
                    </a:lnTo>
                    <a:lnTo>
                      <a:pt x="96" y="318"/>
                    </a:lnTo>
                    <a:lnTo>
                      <a:pt x="96" y="312"/>
                    </a:lnTo>
                    <a:lnTo>
                      <a:pt x="96" y="306"/>
                    </a:lnTo>
                    <a:lnTo>
                      <a:pt x="96" y="294"/>
                    </a:lnTo>
                    <a:lnTo>
                      <a:pt x="96" y="288"/>
                    </a:lnTo>
                    <a:lnTo>
                      <a:pt x="96" y="282"/>
                    </a:lnTo>
                    <a:lnTo>
                      <a:pt x="102" y="270"/>
                    </a:lnTo>
                    <a:lnTo>
                      <a:pt x="102" y="264"/>
                    </a:lnTo>
                    <a:lnTo>
                      <a:pt x="102" y="252"/>
                    </a:lnTo>
                    <a:lnTo>
                      <a:pt x="102" y="246"/>
                    </a:lnTo>
                    <a:lnTo>
                      <a:pt x="102" y="240"/>
                    </a:lnTo>
                    <a:lnTo>
                      <a:pt x="108" y="228"/>
                    </a:lnTo>
                    <a:lnTo>
                      <a:pt x="108" y="222"/>
                    </a:lnTo>
                    <a:lnTo>
                      <a:pt x="108" y="210"/>
                    </a:lnTo>
                    <a:lnTo>
                      <a:pt x="108" y="204"/>
                    </a:lnTo>
                    <a:lnTo>
                      <a:pt x="108" y="198"/>
                    </a:lnTo>
                    <a:lnTo>
                      <a:pt x="108" y="186"/>
                    </a:lnTo>
                    <a:lnTo>
                      <a:pt x="114" y="180"/>
                    </a:lnTo>
                    <a:lnTo>
                      <a:pt x="114" y="168"/>
                    </a:lnTo>
                    <a:lnTo>
                      <a:pt x="114" y="162"/>
                    </a:lnTo>
                    <a:lnTo>
                      <a:pt x="114" y="150"/>
                    </a:lnTo>
                    <a:lnTo>
                      <a:pt x="114" y="144"/>
                    </a:lnTo>
                    <a:lnTo>
                      <a:pt x="114" y="138"/>
                    </a:lnTo>
                    <a:lnTo>
                      <a:pt x="120" y="126"/>
                    </a:lnTo>
                    <a:lnTo>
                      <a:pt x="120" y="120"/>
                    </a:lnTo>
                    <a:lnTo>
                      <a:pt x="120" y="114"/>
                    </a:lnTo>
                    <a:lnTo>
                      <a:pt x="120" y="102"/>
                    </a:lnTo>
                    <a:lnTo>
                      <a:pt x="120" y="96"/>
                    </a:lnTo>
                    <a:lnTo>
                      <a:pt x="120" y="90"/>
                    </a:lnTo>
                    <a:lnTo>
                      <a:pt x="126" y="78"/>
                    </a:lnTo>
                    <a:lnTo>
                      <a:pt x="126" y="72"/>
                    </a:lnTo>
                    <a:lnTo>
                      <a:pt x="126" y="66"/>
                    </a:lnTo>
                    <a:lnTo>
                      <a:pt x="126" y="60"/>
                    </a:lnTo>
                    <a:lnTo>
                      <a:pt x="126" y="54"/>
                    </a:lnTo>
                    <a:lnTo>
                      <a:pt x="126" y="42"/>
                    </a:lnTo>
                    <a:lnTo>
                      <a:pt x="132" y="36"/>
                    </a:lnTo>
                    <a:lnTo>
                      <a:pt x="132" y="30"/>
                    </a:lnTo>
                    <a:lnTo>
                      <a:pt x="132" y="24"/>
                    </a:lnTo>
                    <a:lnTo>
                      <a:pt x="132" y="18"/>
                    </a:lnTo>
                    <a:lnTo>
                      <a:pt x="132" y="12"/>
                    </a:lnTo>
                    <a:lnTo>
                      <a:pt x="138" y="12"/>
                    </a:lnTo>
                    <a:lnTo>
                      <a:pt x="138" y="6"/>
                    </a:lnTo>
                    <a:lnTo>
                      <a:pt x="138" y="0"/>
                    </a:lnTo>
                    <a:lnTo>
                      <a:pt x="144" y="0"/>
                    </a:lnTo>
                    <a:lnTo>
                      <a:pt x="144" y="6"/>
                    </a:lnTo>
                    <a:lnTo>
                      <a:pt x="150" y="12"/>
                    </a:lnTo>
                    <a:lnTo>
                      <a:pt x="150" y="18"/>
                    </a:lnTo>
                    <a:lnTo>
                      <a:pt x="150" y="24"/>
                    </a:lnTo>
                    <a:lnTo>
                      <a:pt x="150" y="36"/>
                    </a:lnTo>
                    <a:lnTo>
                      <a:pt x="150" y="42"/>
                    </a:lnTo>
                    <a:lnTo>
                      <a:pt x="150" y="54"/>
                    </a:lnTo>
                    <a:lnTo>
                      <a:pt x="156" y="66"/>
                    </a:lnTo>
                    <a:lnTo>
                      <a:pt x="156" y="78"/>
                    </a:lnTo>
                    <a:lnTo>
                      <a:pt x="156" y="90"/>
                    </a:lnTo>
                    <a:lnTo>
                      <a:pt x="156" y="102"/>
                    </a:lnTo>
                    <a:lnTo>
                      <a:pt x="156" y="120"/>
                    </a:lnTo>
                    <a:lnTo>
                      <a:pt x="156" y="138"/>
                    </a:lnTo>
                    <a:lnTo>
                      <a:pt x="162" y="156"/>
                    </a:lnTo>
                    <a:lnTo>
                      <a:pt x="162" y="180"/>
                    </a:lnTo>
                    <a:lnTo>
                      <a:pt x="162" y="198"/>
                    </a:lnTo>
                    <a:lnTo>
                      <a:pt x="162" y="222"/>
                    </a:lnTo>
                    <a:lnTo>
                      <a:pt x="162" y="246"/>
                    </a:lnTo>
                    <a:lnTo>
                      <a:pt x="162" y="270"/>
                    </a:lnTo>
                    <a:lnTo>
                      <a:pt x="168" y="300"/>
                    </a:lnTo>
                    <a:lnTo>
                      <a:pt x="168" y="324"/>
                    </a:lnTo>
                    <a:lnTo>
                      <a:pt x="168" y="354"/>
                    </a:lnTo>
                    <a:lnTo>
                      <a:pt x="168" y="384"/>
                    </a:lnTo>
                    <a:lnTo>
                      <a:pt x="168" y="414"/>
                    </a:lnTo>
                    <a:lnTo>
                      <a:pt x="168" y="444"/>
                    </a:lnTo>
                    <a:lnTo>
                      <a:pt x="174" y="474"/>
                    </a:lnTo>
                    <a:lnTo>
                      <a:pt x="174" y="504"/>
                    </a:lnTo>
                    <a:lnTo>
                      <a:pt x="174" y="534"/>
                    </a:lnTo>
                    <a:lnTo>
                      <a:pt x="174" y="564"/>
                    </a:lnTo>
                    <a:lnTo>
                      <a:pt x="174" y="594"/>
                    </a:lnTo>
                    <a:lnTo>
                      <a:pt x="180" y="618"/>
                    </a:lnTo>
                    <a:lnTo>
                      <a:pt x="180" y="642"/>
                    </a:lnTo>
                    <a:lnTo>
                      <a:pt x="180" y="666"/>
                    </a:lnTo>
                    <a:lnTo>
                      <a:pt x="180" y="690"/>
                    </a:lnTo>
                    <a:lnTo>
                      <a:pt x="180" y="708"/>
                    </a:lnTo>
                    <a:lnTo>
                      <a:pt x="180" y="720"/>
                    </a:lnTo>
                    <a:lnTo>
                      <a:pt x="186" y="732"/>
                    </a:lnTo>
                    <a:lnTo>
                      <a:pt x="186" y="726"/>
                    </a:lnTo>
                    <a:lnTo>
                      <a:pt x="186" y="714"/>
                    </a:lnTo>
                    <a:lnTo>
                      <a:pt x="186" y="690"/>
                    </a:lnTo>
                    <a:lnTo>
                      <a:pt x="192" y="666"/>
                    </a:lnTo>
                    <a:lnTo>
                      <a:pt x="192" y="630"/>
                    </a:lnTo>
                    <a:lnTo>
                      <a:pt x="192" y="588"/>
                    </a:lnTo>
                    <a:lnTo>
                      <a:pt x="192" y="540"/>
                    </a:lnTo>
                    <a:lnTo>
                      <a:pt x="192" y="486"/>
                    </a:lnTo>
                    <a:lnTo>
                      <a:pt x="192" y="426"/>
                    </a:lnTo>
                    <a:lnTo>
                      <a:pt x="198" y="360"/>
                    </a:lnTo>
                    <a:lnTo>
                      <a:pt x="198" y="294"/>
                    </a:lnTo>
                    <a:lnTo>
                      <a:pt x="198" y="228"/>
                    </a:lnTo>
                    <a:lnTo>
                      <a:pt x="198" y="168"/>
                    </a:lnTo>
                    <a:lnTo>
                      <a:pt x="198" y="108"/>
                    </a:lnTo>
                    <a:lnTo>
                      <a:pt x="198" y="60"/>
                    </a:lnTo>
                    <a:lnTo>
                      <a:pt x="204" y="24"/>
                    </a:lnTo>
                    <a:lnTo>
                      <a:pt x="204" y="0"/>
                    </a:lnTo>
                    <a:lnTo>
                      <a:pt x="204" y="24"/>
                    </a:lnTo>
                    <a:lnTo>
                      <a:pt x="204" y="72"/>
                    </a:lnTo>
                    <a:lnTo>
                      <a:pt x="204" y="138"/>
                    </a:lnTo>
                    <a:lnTo>
                      <a:pt x="210" y="234"/>
                    </a:lnTo>
                    <a:lnTo>
                      <a:pt x="210" y="342"/>
                    </a:lnTo>
                    <a:lnTo>
                      <a:pt x="210" y="456"/>
                    </a:lnTo>
                    <a:lnTo>
                      <a:pt x="210" y="570"/>
                    </a:lnTo>
                    <a:lnTo>
                      <a:pt x="210" y="666"/>
                    </a:lnTo>
                    <a:lnTo>
                      <a:pt x="210" y="720"/>
                    </a:lnTo>
                    <a:lnTo>
                      <a:pt x="216" y="732"/>
                    </a:lnTo>
                    <a:lnTo>
                      <a:pt x="216" y="678"/>
                    </a:lnTo>
                    <a:lnTo>
                      <a:pt x="216" y="558"/>
                    </a:lnTo>
                    <a:lnTo>
                      <a:pt x="216" y="396"/>
                    </a:lnTo>
                    <a:lnTo>
                      <a:pt x="216" y="216"/>
                    </a:lnTo>
                    <a:lnTo>
                      <a:pt x="216" y="66"/>
                    </a:lnTo>
                    <a:lnTo>
                      <a:pt x="222" y="0"/>
                    </a:lnTo>
                    <a:lnTo>
                      <a:pt x="222" y="60"/>
                    </a:lnTo>
                    <a:lnTo>
                      <a:pt x="222" y="246"/>
                    </a:lnTo>
                    <a:lnTo>
                      <a:pt x="222" y="504"/>
                    </a:lnTo>
                    <a:lnTo>
                      <a:pt x="222" y="702"/>
                    </a:lnTo>
                    <a:lnTo>
                      <a:pt x="228" y="456"/>
                    </a:lnTo>
                    <a:lnTo>
                      <a:pt x="228" y="120"/>
                    </a:lnTo>
                    <a:lnTo>
                      <a:pt x="228" y="12"/>
                    </a:lnTo>
                    <a:lnTo>
                      <a:pt x="228" y="318"/>
                    </a:lnTo>
                    <a:lnTo>
                      <a:pt x="228" y="708"/>
                    </a:lnTo>
                    <a:lnTo>
                      <a:pt x="228" y="540"/>
                    </a:lnTo>
                    <a:lnTo>
                      <a:pt x="234" y="30"/>
                    </a:lnTo>
                    <a:lnTo>
                      <a:pt x="234" y="306"/>
                    </a:lnTo>
                    <a:lnTo>
                      <a:pt x="234" y="714"/>
                    </a:lnTo>
                    <a:lnTo>
                      <a:pt x="234" y="30"/>
                    </a:lnTo>
                    <a:lnTo>
                      <a:pt x="234" y="618"/>
                    </a:lnTo>
                    <a:lnTo>
                      <a:pt x="234" y="96"/>
                    </a:lnTo>
                    <a:lnTo>
                      <a:pt x="240" y="732"/>
                    </a:lnTo>
                    <a:lnTo>
                      <a:pt x="240" y="270"/>
                    </a:lnTo>
                    <a:lnTo>
                      <a:pt x="240" y="60"/>
                    </a:lnTo>
                    <a:lnTo>
                      <a:pt x="240" y="246"/>
                    </a:lnTo>
                    <a:lnTo>
                      <a:pt x="240" y="636"/>
                    </a:lnTo>
                    <a:lnTo>
                      <a:pt x="240" y="732"/>
                    </a:lnTo>
                    <a:lnTo>
                      <a:pt x="246" y="180"/>
                    </a:lnTo>
                    <a:lnTo>
                      <a:pt x="246" y="138"/>
                    </a:lnTo>
                    <a:lnTo>
                      <a:pt x="246" y="306"/>
                    </a:lnTo>
                    <a:lnTo>
                      <a:pt x="246" y="6"/>
                    </a:lnTo>
                    <a:lnTo>
                      <a:pt x="246" y="192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7" name="Freeform 201">
                <a:extLst>
                  <a:ext uri="{FF2B5EF4-FFF2-40B4-BE49-F238E27FC236}">
                    <a16:creationId xmlns:a16="http://schemas.microsoft.com/office/drawing/2014/main" id="{32FD27F6-BB51-3970-C5DF-0C73DC2AA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0" y="1885"/>
                <a:ext cx="283" cy="805"/>
              </a:xfrm>
              <a:custGeom>
                <a:avLst/>
                <a:gdLst>
                  <a:gd name="T0" fmla="*/ 0 w 258"/>
                  <a:gd name="T1" fmla="*/ 808 h 732"/>
                  <a:gd name="T2" fmla="*/ 10 w 258"/>
                  <a:gd name="T3" fmla="*/ 676 h 732"/>
                  <a:gd name="T4" fmla="*/ 16 w 258"/>
                  <a:gd name="T5" fmla="*/ 26 h 732"/>
                  <a:gd name="T6" fmla="*/ 26 w 258"/>
                  <a:gd name="T7" fmla="*/ 605 h 732"/>
                  <a:gd name="T8" fmla="*/ 35 w 258"/>
                  <a:gd name="T9" fmla="*/ 44 h 732"/>
                  <a:gd name="T10" fmla="*/ 43 w 258"/>
                  <a:gd name="T11" fmla="*/ 973 h 732"/>
                  <a:gd name="T12" fmla="*/ 43 w 258"/>
                  <a:gd name="T13" fmla="*/ 0 h 732"/>
                  <a:gd name="T14" fmla="*/ 52 w 258"/>
                  <a:gd name="T15" fmla="*/ 571 h 732"/>
                  <a:gd name="T16" fmla="*/ 60 w 258"/>
                  <a:gd name="T17" fmla="*/ 1070 h 732"/>
                  <a:gd name="T18" fmla="*/ 70 w 258"/>
                  <a:gd name="T19" fmla="*/ 825 h 732"/>
                  <a:gd name="T20" fmla="*/ 78 w 258"/>
                  <a:gd name="T21" fmla="*/ 361 h 732"/>
                  <a:gd name="T22" fmla="*/ 87 w 258"/>
                  <a:gd name="T23" fmla="*/ 62 h 732"/>
                  <a:gd name="T24" fmla="*/ 87 w 258"/>
                  <a:gd name="T25" fmla="*/ 0 h 732"/>
                  <a:gd name="T26" fmla="*/ 95 w 258"/>
                  <a:gd name="T27" fmla="*/ 132 h 732"/>
                  <a:gd name="T28" fmla="*/ 104 w 258"/>
                  <a:gd name="T29" fmla="*/ 334 h 732"/>
                  <a:gd name="T30" fmla="*/ 113 w 258"/>
                  <a:gd name="T31" fmla="*/ 553 h 732"/>
                  <a:gd name="T32" fmla="*/ 122 w 258"/>
                  <a:gd name="T33" fmla="*/ 747 h 732"/>
                  <a:gd name="T34" fmla="*/ 132 w 258"/>
                  <a:gd name="T35" fmla="*/ 895 h 732"/>
                  <a:gd name="T36" fmla="*/ 138 w 258"/>
                  <a:gd name="T37" fmla="*/ 992 h 732"/>
                  <a:gd name="T38" fmla="*/ 138 w 258"/>
                  <a:gd name="T39" fmla="*/ 1054 h 732"/>
                  <a:gd name="T40" fmla="*/ 148 w 258"/>
                  <a:gd name="T41" fmla="*/ 1070 h 732"/>
                  <a:gd name="T42" fmla="*/ 156 w 258"/>
                  <a:gd name="T43" fmla="*/ 1062 h 732"/>
                  <a:gd name="T44" fmla="*/ 165 w 258"/>
                  <a:gd name="T45" fmla="*/ 1036 h 732"/>
                  <a:gd name="T46" fmla="*/ 174 w 258"/>
                  <a:gd name="T47" fmla="*/ 992 h 732"/>
                  <a:gd name="T48" fmla="*/ 182 w 258"/>
                  <a:gd name="T49" fmla="*/ 938 h 732"/>
                  <a:gd name="T50" fmla="*/ 182 w 258"/>
                  <a:gd name="T51" fmla="*/ 885 h 732"/>
                  <a:gd name="T52" fmla="*/ 191 w 258"/>
                  <a:gd name="T53" fmla="*/ 825 h 732"/>
                  <a:gd name="T54" fmla="*/ 200 w 258"/>
                  <a:gd name="T55" fmla="*/ 763 h 732"/>
                  <a:gd name="T56" fmla="*/ 208 w 258"/>
                  <a:gd name="T57" fmla="*/ 703 h 732"/>
                  <a:gd name="T58" fmla="*/ 218 w 258"/>
                  <a:gd name="T59" fmla="*/ 641 h 732"/>
                  <a:gd name="T60" fmla="*/ 226 w 258"/>
                  <a:gd name="T61" fmla="*/ 578 h 732"/>
                  <a:gd name="T62" fmla="*/ 235 w 258"/>
                  <a:gd name="T63" fmla="*/ 526 h 732"/>
                  <a:gd name="T64" fmla="*/ 235 w 258"/>
                  <a:gd name="T65" fmla="*/ 474 h 732"/>
                  <a:gd name="T66" fmla="*/ 244 w 258"/>
                  <a:gd name="T67" fmla="*/ 429 h 732"/>
                  <a:gd name="T68" fmla="*/ 252 w 258"/>
                  <a:gd name="T69" fmla="*/ 386 h 732"/>
                  <a:gd name="T70" fmla="*/ 260 w 258"/>
                  <a:gd name="T71" fmla="*/ 342 h 732"/>
                  <a:gd name="T72" fmla="*/ 270 w 258"/>
                  <a:gd name="T73" fmla="*/ 307 h 732"/>
                  <a:gd name="T74" fmla="*/ 278 w 258"/>
                  <a:gd name="T75" fmla="*/ 272 h 732"/>
                  <a:gd name="T76" fmla="*/ 278 w 258"/>
                  <a:gd name="T77" fmla="*/ 245 h 732"/>
                  <a:gd name="T78" fmla="*/ 286 w 258"/>
                  <a:gd name="T79" fmla="*/ 210 h 732"/>
                  <a:gd name="T80" fmla="*/ 296 w 258"/>
                  <a:gd name="T81" fmla="*/ 185 h 732"/>
                  <a:gd name="T82" fmla="*/ 303 w 258"/>
                  <a:gd name="T83" fmla="*/ 166 h 732"/>
                  <a:gd name="T84" fmla="*/ 313 w 258"/>
                  <a:gd name="T85" fmla="*/ 142 h 732"/>
                  <a:gd name="T86" fmla="*/ 322 w 258"/>
                  <a:gd name="T87" fmla="*/ 122 h 732"/>
                  <a:gd name="T88" fmla="*/ 330 w 258"/>
                  <a:gd name="T89" fmla="*/ 106 h 732"/>
                  <a:gd name="T90" fmla="*/ 330 w 258"/>
                  <a:gd name="T91" fmla="*/ 88 h 732"/>
                  <a:gd name="T92" fmla="*/ 339 w 258"/>
                  <a:gd name="T93" fmla="*/ 78 h 732"/>
                  <a:gd name="T94" fmla="*/ 347 w 258"/>
                  <a:gd name="T95" fmla="*/ 70 h 732"/>
                  <a:gd name="T96" fmla="*/ 356 w 258"/>
                  <a:gd name="T97" fmla="*/ 53 h 732"/>
                  <a:gd name="T98" fmla="*/ 364 w 258"/>
                  <a:gd name="T99" fmla="*/ 44 h 732"/>
                  <a:gd name="T100" fmla="*/ 373 w 258"/>
                  <a:gd name="T101" fmla="*/ 35 h 732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258" h="732">
                    <a:moveTo>
                      <a:pt x="0" y="540"/>
                    </a:moveTo>
                    <a:lnTo>
                      <a:pt x="0" y="726"/>
                    </a:lnTo>
                    <a:lnTo>
                      <a:pt x="0" y="426"/>
                    </a:lnTo>
                    <a:lnTo>
                      <a:pt x="0" y="594"/>
                    </a:lnTo>
                    <a:lnTo>
                      <a:pt x="0" y="552"/>
                    </a:lnTo>
                    <a:lnTo>
                      <a:pt x="6" y="0"/>
                    </a:lnTo>
                    <a:lnTo>
                      <a:pt x="6" y="96"/>
                    </a:lnTo>
                    <a:lnTo>
                      <a:pt x="6" y="486"/>
                    </a:lnTo>
                    <a:lnTo>
                      <a:pt x="6" y="672"/>
                    </a:lnTo>
                    <a:lnTo>
                      <a:pt x="6" y="462"/>
                    </a:lnTo>
                    <a:lnTo>
                      <a:pt x="6" y="0"/>
                    </a:lnTo>
                    <a:lnTo>
                      <a:pt x="12" y="636"/>
                    </a:lnTo>
                    <a:lnTo>
                      <a:pt x="12" y="114"/>
                    </a:lnTo>
                    <a:lnTo>
                      <a:pt x="12" y="702"/>
                    </a:lnTo>
                    <a:lnTo>
                      <a:pt x="12" y="18"/>
                    </a:lnTo>
                    <a:lnTo>
                      <a:pt x="12" y="426"/>
                    </a:lnTo>
                    <a:lnTo>
                      <a:pt x="12" y="702"/>
                    </a:lnTo>
                    <a:lnTo>
                      <a:pt x="18" y="192"/>
                    </a:lnTo>
                    <a:lnTo>
                      <a:pt x="18" y="24"/>
                    </a:lnTo>
                    <a:lnTo>
                      <a:pt x="18" y="414"/>
                    </a:lnTo>
                    <a:lnTo>
                      <a:pt x="18" y="720"/>
                    </a:lnTo>
                    <a:lnTo>
                      <a:pt x="18" y="612"/>
                    </a:lnTo>
                    <a:lnTo>
                      <a:pt x="18" y="276"/>
                    </a:lnTo>
                    <a:lnTo>
                      <a:pt x="24" y="30"/>
                    </a:lnTo>
                    <a:lnTo>
                      <a:pt x="24" y="228"/>
                    </a:lnTo>
                    <a:lnTo>
                      <a:pt x="24" y="486"/>
                    </a:lnTo>
                    <a:lnTo>
                      <a:pt x="24" y="672"/>
                    </a:lnTo>
                    <a:lnTo>
                      <a:pt x="24" y="732"/>
                    </a:lnTo>
                    <a:lnTo>
                      <a:pt x="30" y="666"/>
                    </a:lnTo>
                    <a:lnTo>
                      <a:pt x="30" y="516"/>
                    </a:lnTo>
                    <a:lnTo>
                      <a:pt x="30" y="336"/>
                    </a:lnTo>
                    <a:lnTo>
                      <a:pt x="30" y="174"/>
                    </a:lnTo>
                    <a:lnTo>
                      <a:pt x="30" y="54"/>
                    </a:lnTo>
                    <a:lnTo>
                      <a:pt x="30" y="0"/>
                    </a:lnTo>
                    <a:lnTo>
                      <a:pt x="36" y="12"/>
                    </a:lnTo>
                    <a:lnTo>
                      <a:pt x="36" y="66"/>
                    </a:lnTo>
                    <a:lnTo>
                      <a:pt x="36" y="162"/>
                    </a:lnTo>
                    <a:lnTo>
                      <a:pt x="36" y="276"/>
                    </a:lnTo>
                    <a:lnTo>
                      <a:pt x="36" y="390"/>
                    </a:lnTo>
                    <a:lnTo>
                      <a:pt x="36" y="498"/>
                    </a:lnTo>
                    <a:lnTo>
                      <a:pt x="42" y="594"/>
                    </a:lnTo>
                    <a:lnTo>
                      <a:pt x="42" y="660"/>
                    </a:lnTo>
                    <a:lnTo>
                      <a:pt x="42" y="708"/>
                    </a:lnTo>
                    <a:lnTo>
                      <a:pt x="42" y="732"/>
                    </a:lnTo>
                    <a:lnTo>
                      <a:pt x="42" y="708"/>
                    </a:lnTo>
                    <a:lnTo>
                      <a:pt x="48" y="672"/>
                    </a:lnTo>
                    <a:lnTo>
                      <a:pt x="48" y="624"/>
                    </a:lnTo>
                    <a:lnTo>
                      <a:pt x="48" y="564"/>
                    </a:lnTo>
                    <a:lnTo>
                      <a:pt x="48" y="504"/>
                    </a:lnTo>
                    <a:lnTo>
                      <a:pt x="48" y="438"/>
                    </a:lnTo>
                    <a:lnTo>
                      <a:pt x="48" y="372"/>
                    </a:lnTo>
                    <a:lnTo>
                      <a:pt x="54" y="306"/>
                    </a:lnTo>
                    <a:lnTo>
                      <a:pt x="54" y="246"/>
                    </a:lnTo>
                    <a:lnTo>
                      <a:pt x="54" y="192"/>
                    </a:lnTo>
                    <a:lnTo>
                      <a:pt x="54" y="144"/>
                    </a:lnTo>
                    <a:lnTo>
                      <a:pt x="54" y="102"/>
                    </a:lnTo>
                    <a:lnTo>
                      <a:pt x="54" y="66"/>
                    </a:lnTo>
                    <a:lnTo>
                      <a:pt x="60" y="42"/>
                    </a:lnTo>
                    <a:lnTo>
                      <a:pt x="60" y="18"/>
                    </a:lnTo>
                    <a:lnTo>
                      <a:pt x="60" y="6"/>
                    </a:lnTo>
                    <a:lnTo>
                      <a:pt x="60" y="0"/>
                    </a:lnTo>
                    <a:lnTo>
                      <a:pt x="66" y="12"/>
                    </a:lnTo>
                    <a:lnTo>
                      <a:pt x="66" y="24"/>
                    </a:lnTo>
                    <a:lnTo>
                      <a:pt x="66" y="42"/>
                    </a:lnTo>
                    <a:lnTo>
                      <a:pt x="66" y="66"/>
                    </a:lnTo>
                    <a:lnTo>
                      <a:pt x="66" y="90"/>
                    </a:lnTo>
                    <a:lnTo>
                      <a:pt x="66" y="114"/>
                    </a:lnTo>
                    <a:lnTo>
                      <a:pt x="72" y="138"/>
                    </a:lnTo>
                    <a:lnTo>
                      <a:pt x="72" y="168"/>
                    </a:lnTo>
                    <a:lnTo>
                      <a:pt x="72" y="198"/>
                    </a:lnTo>
                    <a:lnTo>
                      <a:pt x="72" y="228"/>
                    </a:lnTo>
                    <a:lnTo>
                      <a:pt x="72" y="258"/>
                    </a:lnTo>
                    <a:lnTo>
                      <a:pt x="78" y="288"/>
                    </a:lnTo>
                    <a:lnTo>
                      <a:pt x="78" y="318"/>
                    </a:lnTo>
                    <a:lnTo>
                      <a:pt x="78" y="348"/>
                    </a:lnTo>
                    <a:lnTo>
                      <a:pt x="78" y="378"/>
                    </a:lnTo>
                    <a:lnTo>
                      <a:pt x="78" y="408"/>
                    </a:lnTo>
                    <a:lnTo>
                      <a:pt x="78" y="432"/>
                    </a:lnTo>
                    <a:lnTo>
                      <a:pt x="84" y="462"/>
                    </a:lnTo>
                    <a:lnTo>
                      <a:pt x="84" y="486"/>
                    </a:lnTo>
                    <a:lnTo>
                      <a:pt x="84" y="510"/>
                    </a:lnTo>
                    <a:lnTo>
                      <a:pt x="84" y="534"/>
                    </a:lnTo>
                    <a:lnTo>
                      <a:pt x="84" y="552"/>
                    </a:lnTo>
                    <a:lnTo>
                      <a:pt x="84" y="576"/>
                    </a:lnTo>
                    <a:lnTo>
                      <a:pt x="90" y="594"/>
                    </a:lnTo>
                    <a:lnTo>
                      <a:pt x="90" y="612"/>
                    </a:lnTo>
                    <a:lnTo>
                      <a:pt x="90" y="630"/>
                    </a:lnTo>
                    <a:lnTo>
                      <a:pt x="90" y="642"/>
                    </a:lnTo>
                    <a:lnTo>
                      <a:pt x="90" y="654"/>
                    </a:lnTo>
                    <a:lnTo>
                      <a:pt x="90" y="666"/>
                    </a:lnTo>
                    <a:lnTo>
                      <a:pt x="96" y="678"/>
                    </a:lnTo>
                    <a:lnTo>
                      <a:pt x="96" y="690"/>
                    </a:lnTo>
                    <a:lnTo>
                      <a:pt x="96" y="696"/>
                    </a:lnTo>
                    <a:lnTo>
                      <a:pt x="96" y="708"/>
                    </a:lnTo>
                    <a:lnTo>
                      <a:pt x="96" y="714"/>
                    </a:lnTo>
                    <a:lnTo>
                      <a:pt x="96" y="720"/>
                    </a:lnTo>
                    <a:lnTo>
                      <a:pt x="102" y="726"/>
                    </a:lnTo>
                    <a:lnTo>
                      <a:pt x="102" y="732"/>
                    </a:lnTo>
                    <a:lnTo>
                      <a:pt x="108" y="732"/>
                    </a:lnTo>
                    <a:lnTo>
                      <a:pt x="108" y="726"/>
                    </a:lnTo>
                    <a:lnTo>
                      <a:pt x="108" y="720"/>
                    </a:lnTo>
                    <a:lnTo>
                      <a:pt x="114" y="720"/>
                    </a:lnTo>
                    <a:lnTo>
                      <a:pt x="114" y="714"/>
                    </a:lnTo>
                    <a:lnTo>
                      <a:pt x="114" y="708"/>
                    </a:lnTo>
                    <a:lnTo>
                      <a:pt x="114" y="702"/>
                    </a:lnTo>
                    <a:lnTo>
                      <a:pt x="114" y="696"/>
                    </a:lnTo>
                    <a:lnTo>
                      <a:pt x="120" y="690"/>
                    </a:lnTo>
                    <a:lnTo>
                      <a:pt x="120" y="678"/>
                    </a:lnTo>
                    <a:lnTo>
                      <a:pt x="120" y="672"/>
                    </a:lnTo>
                    <a:lnTo>
                      <a:pt x="120" y="666"/>
                    </a:lnTo>
                    <a:lnTo>
                      <a:pt x="120" y="660"/>
                    </a:lnTo>
                    <a:lnTo>
                      <a:pt x="120" y="654"/>
                    </a:lnTo>
                    <a:lnTo>
                      <a:pt x="126" y="642"/>
                    </a:lnTo>
                    <a:lnTo>
                      <a:pt x="126" y="636"/>
                    </a:lnTo>
                    <a:lnTo>
                      <a:pt x="126" y="630"/>
                    </a:lnTo>
                    <a:lnTo>
                      <a:pt x="126" y="618"/>
                    </a:lnTo>
                    <a:lnTo>
                      <a:pt x="126" y="612"/>
                    </a:lnTo>
                    <a:lnTo>
                      <a:pt x="126" y="606"/>
                    </a:lnTo>
                    <a:lnTo>
                      <a:pt x="132" y="594"/>
                    </a:lnTo>
                    <a:lnTo>
                      <a:pt x="132" y="588"/>
                    </a:lnTo>
                    <a:lnTo>
                      <a:pt x="132" y="582"/>
                    </a:lnTo>
                    <a:lnTo>
                      <a:pt x="132" y="570"/>
                    </a:lnTo>
                    <a:lnTo>
                      <a:pt x="132" y="564"/>
                    </a:lnTo>
                    <a:lnTo>
                      <a:pt x="132" y="552"/>
                    </a:lnTo>
                    <a:lnTo>
                      <a:pt x="138" y="546"/>
                    </a:lnTo>
                    <a:lnTo>
                      <a:pt x="138" y="534"/>
                    </a:lnTo>
                    <a:lnTo>
                      <a:pt x="138" y="528"/>
                    </a:lnTo>
                    <a:lnTo>
                      <a:pt x="138" y="522"/>
                    </a:lnTo>
                    <a:lnTo>
                      <a:pt x="138" y="510"/>
                    </a:lnTo>
                    <a:lnTo>
                      <a:pt x="138" y="504"/>
                    </a:lnTo>
                    <a:lnTo>
                      <a:pt x="144" y="492"/>
                    </a:lnTo>
                    <a:lnTo>
                      <a:pt x="144" y="486"/>
                    </a:lnTo>
                    <a:lnTo>
                      <a:pt x="144" y="480"/>
                    </a:lnTo>
                    <a:lnTo>
                      <a:pt x="144" y="468"/>
                    </a:lnTo>
                    <a:lnTo>
                      <a:pt x="144" y="462"/>
                    </a:lnTo>
                    <a:lnTo>
                      <a:pt x="150" y="450"/>
                    </a:lnTo>
                    <a:lnTo>
                      <a:pt x="150" y="444"/>
                    </a:lnTo>
                    <a:lnTo>
                      <a:pt x="150" y="438"/>
                    </a:lnTo>
                    <a:lnTo>
                      <a:pt x="150" y="426"/>
                    </a:lnTo>
                    <a:lnTo>
                      <a:pt x="150" y="420"/>
                    </a:lnTo>
                    <a:lnTo>
                      <a:pt x="150" y="414"/>
                    </a:lnTo>
                    <a:lnTo>
                      <a:pt x="156" y="402"/>
                    </a:lnTo>
                    <a:lnTo>
                      <a:pt x="156" y="396"/>
                    </a:lnTo>
                    <a:lnTo>
                      <a:pt x="156" y="390"/>
                    </a:lnTo>
                    <a:lnTo>
                      <a:pt x="156" y="384"/>
                    </a:lnTo>
                    <a:lnTo>
                      <a:pt x="156" y="372"/>
                    </a:lnTo>
                    <a:lnTo>
                      <a:pt x="156" y="366"/>
                    </a:lnTo>
                    <a:lnTo>
                      <a:pt x="162" y="360"/>
                    </a:lnTo>
                    <a:lnTo>
                      <a:pt x="162" y="354"/>
                    </a:lnTo>
                    <a:lnTo>
                      <a:pt x="162" y="348"/>
                    </a:lnTo>
                    <a:lnTo>
                      <a:pt x="162" y="336"/>
                    </a:lnTo>
                    <a:lnTo>
                      <a:pt x="162" y="330"/>
                    </a:lnTo>
                    <a:lnTo>
                      <a:pt x="162" y="324"/>
                    </a:lnTo>
                    <a:lnTo>
                      <a:pt x="168" y="318"/>
                    </a:lnTo>
                    <a:lnTo>
                      <a:pt x="168" y="312"/>
                    </a:lnTo>
                    <a:lnTo>
                      <a:pt x="168" y="306"/>
                    </a:lnTo>
                    <a:lnTo>
                      <a:pt x="168" y="300"/>
                    </a:lnTo>
                    <a:lnTo>
                      <a:pt x="168" y="294"/>
                    </a:lnTo>
                    <a:lnTo>
                      <a:pt x="168" y="288"/>
                    </a:lnTo>
                    <a:lnTo>
                      <a:pt x="174" y="282"/>
                    </a:lnTo>
                    <a:lnTo>
                      <a:pt x="174" y="276"/>
                    </a:lnTo>
                    <a:lnTo>
                      <a:pt x="174" y="270"/>
                    </a:lnTo>
                    <a:lnTo>
                      <a:pt x="174" y="264"/>
                    </a:lnTo>
                    <a:lnTo>
                      <a:pt x="174" y="258"/>
                    </a:lnTo>
                    <a:lnTo>
                      <a:pt x="174" y="252"/>
                    </a:lnTo>
                    <a:lnTo>
                      <a:pt x="180" y="246"/>
                    </a:lnTo>
                    <a:lnTo>
                      <a:pt x="180" y="240"/>
                    </a:lnTo>
                    <a:lnTo>
                      <a:pt x="180" y="234"/>
                    </a:lnTo>
                    <a:lnTo>
                      <a:pt x="180" y="228"/>
                    </a:lnTo>
                    <a:lnTo>
                      <a:pt x="180" y="222"/>
                    </a:lnTo>
                    <a:lnTo>
                      <a:pt x="186" y="216"/>
                    </a:lnTo>
                    <a:lnTo>
                      <a:pt x="186" y="210"/>
                    </a:lnTo>
                    <a:lnTo>
                      <a:pt x="186" y="204"/>
                    </a:lnTo>
                    <a:lnTo>
                      <a:pt x="186" y="198"/>
                    </a:lnTo>
                    <a:lnTo>
                      <a:pt x="186" y="192"/>
                    </a:lnTo>
                    <a:lnTo>
                      <a:pt x="192" y="186"/>
                    </a:lnTo>
                    <a:lnTo>
                      <a:pt x="192" y="180"/>
                    </a:lnTo>
                    <a:lnTo>
                      <a:pt x="192" y="174"/>
                    </a:lnTo>
                    <a:lnTo>
                      <a:pt x="192" y="168"/>
                    </a:lnTo>
                    <a:lnTo>
                      <a:pt x="198" y="162"/>
                    </a:lnTo>
                    <a:lnTo>
                      <a:pt x="198" y="156"/>
                    </a:lnTo>
                    <a:lnTo>
                      <a:pt x="198" y="150"/>
                    </a:lnTo>
                    <a:lnTo>
                      <a:pt x="198" y="144"/>
                    </a:lnTo>
                    <a:lnTo>
                      <a:pt x="204" y="138"/>
                    </a:lnTo>
                    <a:lnTo>
                      <a:pt x="204" y="132"/>
                    </a:lnTo>
                    <a:lnTo>
                      <a:pt x="204" y="126"/>
                    </a:lnTo>
                    <a:lnTo>
                      <a:pt x="204" y="120"/>
                    </a:lnTo>
                    <a:lnTo>
                      <a:pt x="210" y="120"/>
                    </a:lnTo>
                    <a:lnTo>
                      <a:pt x="210" y="114"/>
                    </a:lnTo>
                    <a:lnTo>
                      <a:pt x="210" y="108"/>
                    </a:lnTo>
                    <a:lnTo>
                      <a:pt x="210" y="102"/>
                    </a:lnTo>
                    <a:lnTo>
                      <a:pt x="216" y="102"/>
                    </a:lnTo>
                    <a:lnTo>
                      <a:pt x="216" y="96"/>
                    </a:lnTo>
                    <a:lnTo>
                      <a:pt x="216" y="90"/>
                    </a:lnTo>
                    <a:lnTo>
                      <a:pt x="222" y="90"/>
                    </a:lnTo>
                    <a:lnTo>
                      <a:pt x="222" y="84"/>
                    </a:lnTo>
                    <a:lnTo>
                      <a:pt x="222" y="78"/>
                    </a:lnTo>
                    <a:lnTo>
                      <a:pt x="228" y="72"/>
                    </a:lnTo>
                    <a:lnTo>
                      <a:pt x="228" y="66"/>
                    </a:lnTo>
                    <a:lnTo>
                      <a:pt x="228" y="60"/>
                    </a:lnTo>
                    <a:lnTo>
                      <a:pt x="234" y="60"/>
                    </a:lnTo>
                    <a:lnTo>
                      <a:pt x="234" y="54"/>
                    </a:lnTo>
                    <a:lnTo>
                      <a:pt x="240" y="48"/>
                    </a:lnTo>
                    <a:lnTo>
                      <a:pt x="240" y="42"/>
                    </a:lnTo>
                    <a:lnTo>
                      <a:pt x="246" y="42"/>
                    </a:lnTo>
                    <a:lnTo>
                      <a:pt x="246" y="36"/>
                    </a:lnTo>
                    <a:lnTo>
                      <a:pt x="252" y="30"/>
                    </a:lnTo>
                    <a:lnTo>
                      <a:pt x="252" y="24"/>
                    </a:lnTo>
                    <a:lnTo>
                      <a:pt x="258" y="24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8" name="Freeform 202">
                <a:extLst>
                  <a:ext uri="{FF2B5EF4-FFF2-40B4-BE49-F238E27FC236}">
                    <a16:creationId xmlns:a16="http://schemas.microsoft.com/office/drawing/2014/main" id="{088AD271-C069-E70B-7021-9D1AFEC09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3" y="1885"/>
                <a:ext cx="271" cy="59"/>
              </a:xfrm>
              <a:custGeom>
                <a:avLst/>
                <a:gdLst>
                  <a:gd name="T0" fmla="*/ 0 w 246"/>
                  <a:gd name="T1" fmla="*/ 34 h 54"/>
                  <a:gd name="T2" fmla="*/ 10 w 246"/>
                  <a:gd name="T3" fmla="*/ 26 h 54"/>
                  <a:gd name="T4" fmla="*/ 17 w 246"/>
                  <a:gd name="T5" fmla="*/ 16 h 54"/>
                  <a:gd name="T6" fmla="*/ 17 w 246"/>
                  <a:gd name="T7" fmla="*/ 16 h 54"/>
                  <a:gd name="T8" fmla="*/ 26 w 246"/>
                  <a:gd name="T9" fmla="*/ 16 h 54"/>
                  <a:gd name="T10" fmla="*/ 35 w 246"/>
                  <a:gd name="T11" fmla="*/ 10 h 54"/>
                  <a:gd name="T12" fmla="*/ 35 w 246"/>
                  <a:gd name="T13" fmla="*/ 10 h 54"/>
                  <a:gd name="T14" fmla="*/ 44 w 246"/>
                  <a:gd name="T15" fmla="*/ 10 h 54"/>
                  <a:gd name="T16" fmla="*/ 53 w 246"/>
                  <a:gd name="T17" fmla="*/ 0 h 54"/>
                  <a:gd name="T18" fmla="*/ 53 w 246"/>
                  <a:gd name="T19" fmla="*/ 0 h 54"/>
                  <a:gd name="T20" fmla="*/ 62 w 246"/>
                  <a:gd name="T21" fmla="*/ 0 h 54"/>
                  <a:gd name="T22" fmla="*/ 71 w 246"/>
                  <a:gd name="T23" fmla="*/ 0 h 54"/>
                  <a:gd name="T24" fmla="*/ 71 w 246"/>
                  <a:gd name="T25" fmla="*/ 0 h 54"/>
                  <a:gd name="T26" fmla="*/ 79 w 246"/>
                  <a:gd name="T27" fmla="*/ 0 h 54"/>
                  <a:gd name="T28" fmla="*/ 88 w 246"/>
                  <a:gd name="T29" fmla="*/ 0 h 54"/>
                  <a:gd name="T30" fmla="*/ 88 w 246"/>
                  <a:gd name="T31" fmla="*/ 0 h 54"/>
                  <a:gd name="T32" fmla="*/ 97 w 246"/>
                  <a:gd name="T33" fmla="*/ 0 h 54"/>
                  <a:gd name="T34" fmla="*/ 106 w 246"/>
                  <a:gd name="T35" fmla="*/ 0 h 54"/>
                  <a:gd name="T36" fmla="*/ 106 w 246"/>
                  <a:gd name="T37" fmla="*/ 0 h 54"/>
                  <a:gd name="T38" fmla="*/ 116 w 246"/>
                  <a:gd name="T39" fmla="*/ 0 h 54"/>
                  <a:gd name="T40" fmla="*/ 123 w 246"/>
                  <a:gd name="T41" fmla="*/ 0 h 54"/>
                  <a:gd name="T42" fmla="*/ 123 w 246"/>
                  <a:gd name="T43" fmla="*/ 0 h 54"/>
                  <a:gd name="T44" fmla="*/ 132 w 246"/>
                  <a:gd name="T45" fmla="*/ 0 h 54"/>
                  <a:gd name="T46" fmla="*/ 142 w 246"/>
                  <a:gd name="T47" fmla="*/ 0 h 54"/>
                  <a:gd name="T48" fmla="*/ 142 w 246"/>
                  <a:gd name="T49" fmla="*/ 0 h 54"/>
                  <a:gd name="T50" fmla="*/ 150 w 246"/>
                  <a:gd name="T51" fmla="*/ 10 h 54"/>
                  <a:gd name="T52" fmla="*/ 159 w 246"/>
                  <a:gd name="T53" fmla="*/ 10 h 54"/>
                  <a:gd name="T54" fmla="*/ 169 w 246"/>
                  <a:gd name="T55" fmla="*/ 10 h 54"/>
                  <a:gd name="T56" fmla="*/ 169 w 246"/>
                  <a:gd name="T57" fmla="*/ 10 h 54"/>
                  <a:gd name="T58" fmla="*/ 176 w 246"/>
                  <a:gd name="T59" fmla="*/ 10 h 54"/>
                  <a:gd name="T60" fmla="*/ 186 w 246"/>
                  <a:gd name="T61" fmla="*/ 16 h 54"/>
                  <a:gd name="T62" fmla="*/ 186 w 246"/>
                  <a:gd name="T63" fmla="*/ 16 h 54"/>
                  <a:gd name="T64" fmla="*/ 194 w 246"/>
                  <a:gd name="T65" fmla="*/ 16 h 54"/>
                  <a:gd name="T66" fmla="*/ 203 w 246"/>
                  <a:gd name="T67" fmla="*/ 16 h 54"/>
                  <a:gd name="T68" fmla="*/ 203 w 246"/>
                  <a:gd name="T69" fmla="*/ 16 h 54"/>
                  <a:gd name="T70" fmla="*/ 213 w 246"/>
                  <a:gd name="T71" fmla="*/ 26 h 54"/>
                  <a:gd name="T72" fmla="*/ 220 w 246"/>
                  <a:gd name="T73" fmla="*/ 26 h 54"/>
                  <a:gd name="T74" fmla="*/ 220 w 246"/>
                  <a:gd name="T75" fmla="*/ 26 h 54"/>
                  <a:gd name="T76" fmla="*/ 229 w 246"/>
                  <a:gd name="T77" fmla="*/ 26 h 54"/>
                  <a:gd name="T78" fmla="*/ 238 w 246"/>
                  <a:gd name="T79" fmla="*/ 34 h 54"/>
                  <a:gd name="T80" fmla="*/ 238 w 246"/>
                  <a:gd name="T81" fmla="*/ 34 h 54"/>
                  <a:gd name="T82" fmla="*/ 248 w 246"/>
                  <a:gd name="T83" fmla="*/ 34 h 54"/>
                  <a:gd name="T84" fmla="*/ 258 w 246"/>
                  <a:gd name="T85" fmla="*/ 43 h 54"/>
                  <a:gd name="T86" fmla="*/ 258 w 246"/>
                  <a:gd name="T87" fmla="*/ 43 h 54"/>
                  <a:gd name="T88" fmla="*/ 264 w 246"/>
                  <a:gd name="T89" fmla="*/ 43 h 54"/>
                  <a:gd name="T90" fmla="*/ 274 w 246"/>
                  <a:gd name="T91" fmla="*/ 43 h 54"/>
                  <a:gd name="T92" fmla="*/ 274 w 246"/>
                  <a:gd name="T93" fmla="*/ 51 h 54"/>
                  <a:gd name="T94" fmla="*/ 284 w 246"/>
                  <a:gd name="T95" fmla="*/ 51 h 54"/>
                  <a:gd name="T96" fmla="*/ 291 w 246"/>
                  <a:gd name="T97" fmla="*/ 51 h 54"/>
                  <a:gd name="T98" fmla="*/ 291 w 246"/>
                  <a:gd name="T99" fmla="*/ 51 h 54"/>
                  <a:gd name="T100" fmla="*/ 301 w 246"/>
                  <a:gd name="T101" fmla="*/ 60 h 54"/>
                  <a:gd name="T102" fmla="*/ 308 w 246"/>
                  <a:gd name="T103" fmla="*/ 60 h 54"/>
                  <a:gd name="T104" fmla="*/ 308 w 246"/>
                  <a:gd name="T105" fmla="*/ 60 h 54"/>
                  <a:gd name="T106" fmla="*/ 318 w 246"/>
                  <a:gd name="T107" fmla="*/ 60 h 54"/>
                  <a:gd name="T108" fmla="*/ 327 w 246"/>
                  <a:gd name="T109" fmla="*/ 68 h 54"/>
                  <a:gd name="T110" fmla="*/ 327 w 246"/>
                  <a:gd name="T111" fmla="*/ 68 h 54"/>
                  <a:gd name="T112" fmla="*/ 336 w 246"/>
                  <a:gd name="T113" fmla="*/ 68 h 54"/>
                  <a:gd name="T114" fmla="*/ 345 w 246"/>
                  <a:gd name="T115" fmla="*/ 76 h 54"/>
                  <a:gd name="T116" fmla="*/ 345 w 246"/>
                  <a:gd name="T117" fmla="*/ 76 h 54"/>
                  <a:gd name="T118" fmla="*/ 354 w 246"/>
                  <a:gd name="T119" fmla="*/ 76 h 54"/>
                  <a:gd name="T120" fmla="*/ 362 w 246"/>
                  <a:gd name="T121" fmla="*/ 76 h 5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46" h="54">
                    <a:moveTo>
                      <a:pt x="0" y="24"/>
                    </a:moveTo>
                    <a:lnTo>
                      <a:pt x="0" y="24"/>
                    </a:lnTo>
                    <a:lnTo>
                      <a:pt x="0" y="18"/>
                    </a:lnTo>
                    <a:lnTo>
                      <a:pt x="6" y="18"/>
                    </a:lnTo>
                    <a:lnTo>
                      <a:pt x="12" y="12"/>
                    </a:lnTo>
                    <a:lnTo>
                      <a:pt x="18" y="12"/>
                    </a:lnTo>
                    <a:lnTo>
                      <a:pt x="18" y="6"/>
                    </a:lnTo>
                    <a:lnTo>
                      <a:pt x="24" y="6"/>
                    </a:lnTo>
                    <a:lnTo>
                      <a:pt x="30" y="6"/>
                    </a:lnTo>
                    <a:lnTo>
                      <a:pt x="30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8" y="0"/>
                    </a:lnTo>
                    <a:lnTo>
                      <a:pt x="54" y="0"/>
                    </a:lnTo>
                    <a:lnTo>
                      <a:pt x="60" y="0"/>
                    </a:lnTo>
                    <a:lnTo>
                      <a:pt x="66" y="0"/>
                    </a:lnTo>
                    <a:lnTo>
                      <a:pt x="72" y="0"/>
                    </a:lnTo>
                    <a:lnTo>
                      <a:pt x="78" y="0"/>
                    </a:lnTo>
                    <a:lnTo>
                      <a:pt x="84" y="0"/>
                    </a:lnTo>
                    <a:lnTo>
                      <a:pt x="90" y="0"/>
                    </a:lnTo>
                    <a:lnTo>
                      <a:pt x="96" y="0"/>
                    </a:lnTo>
                    <a:lnTo>
                      <a:pt x="102" y="6"/>
                    </a:lnTo>
                    <a:lnTo>
                      <a:pt x="108" y="6"/>
                    </a:lnTo>
                    <a:lnTo>
                      <a:pt x="114" y="6"/>
                    </a:lnTo>
                    <a:lnTo>
                      <a:pt x="120" y="6"/>
                    </a:lnTo>
                    <a:lnTo>
                      <a:pt x="120" y="12"/>
                    </a:lnTo>
                    <a:lnTo>
                      <a:pt x="126" y="12"/>
                    </a:lnTo>
                    <a:lnTo>
                      <a:pt x="132" y="12"/>
                    </a:lnTo>
                    <a:lnTo>
                      <a:pt x="138" y="12"/>
                    </a:lnTo>
                    <a:lnTo>
                      <a:pt x="138" y="18"/>
                    </a:lnTo>
                    <a:lnTo>
                      <a:pt x="144" y="18"/>
                    </a:lnTo>
                    <a:lnTo>
                      <a:pt x="150" y="18"/>
                    </a:lnTo>
                    <a:lnTo>
                      <a:pt x="156" y="18"/>
                    </a:lnTo>
                    <a:lnTo>
                      <a:pt x="156" y="24"/>
                    </a:lnTo>
                    <a:lnTo>
                      <a:pt x="162" y="24"/>
                    </a:lnTo>
                    <a:lnTo>
                      <a:pt x="168" y="24"/>
                    </a:lnTo>
                    <a:lnTo>
                      <a:pt x="174" y="30"/>
                    </a:lnTo>
                    <a:lnTo>
                      <a:pt x="180" y="30"/>
                    </a:lnTo>
                    <a:lnTo>
                      <a:pt x="186" y="30"/>
                    </a:lnTo>
                    <a:lnTo>
                      <a:pt x="186" y="36"/>
                    </a:lnTo>
                    <a:lnTo>
                      <a:pt x="192" y="36"/>
                    </a:lnTo>
                    <a:lnTo>
                      <a:pt x="198" y="36"/>
                    </a:lnTo>
                    <a:lnTo>
                      <a:pt x="204" y="36"/>
                    </a:lnTo>
                    <a:lnTo>
                      <a:pt x="204" y="42"/>
                    </a:lnTo>
                    <a:lnTo>
                      <a:pt x="210" y="42"/>
                    </a:lnTo>
                    <a:lnTo>
                      <a:pt x="216" y="42"/>
                    </a:lnTo>
                    <a:lnTo>
                      <a:pt x="216" y="48"/>
                    </a:lnTo>
                    <a:lnTo>
                      <a:pt x="222" y="48"/>
                    </a:lnTo>
                    <a:lnTo>
                      <a:pt x="228" y="48"/>
                    </a:lnTo>
                    <a:lnTo>
                      <a:pt x="234" y="48"/>
                    </a:lnTo>
                    <a:lnTo>
                      <a:pt x="234" y="54"/>
                    </a:lnTo>
                    <a:lnTo>
                      <a:pt x="240" y="54"/>
                    </a:lnTo>
                    <a:lnTo>
                      <a:pt x="246" y="54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522" name="Line 204">
              <a:extLst>
                <a:ext uri="{FF2B5EF4-FFF2-40B4-BE49-F238E27FC236}">
                  <a16:creationId xmlns:a16="http://schemas.microsoft.com/office/drawing/2014/main" id="{93B0627D-AD8D-110C-BB6E-61ABBE55A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" y="2288"/>
              <a:ext cx="1115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3" name="Line 206">
              <a:extLst>
                <a:ext uri="{FF2B5EF4-FFF2-40B4-BE49-F238E27FC236}">
                  <a16:creationId xmlns:a16="http://schemas.microsoft.com/office/drawing/2014/main" id="{8AE98B98-E85C-3E2E-E439-9CBAB7253E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0" y="1632"/>
              <a:ext cx="1" cy="12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24" name="Object 50">
              <a:extLst>
                <a:ext uri="{FF2B5EF4-FFF2-40B4-BE49-F238E27FC236}">
                  <a16:creationId xmlns:a16="http://schemas.microsoft.com/office/drawing/2014/main" id="{906E82C3-2D99-4A87-EE94-EB340BFE7A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2" y="2304"/>
            <a:ext cx="109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0" imgH="0" progId="Equation.3">
                    <p:embed/>
                  </p:oleObj>
                </mc:Choice>
                <mc:Fallback>
                  <p:oleObj name="Equation" r:id="rId36" imgW="0" imgH="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2304"/>
                          <a:ext cx="109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5" grpId="0" autoUpdateAnimBg="0"/>
      <p:bldP spid="31757" grpId="0" autoUpdateAnimBg="0"/>
      <p:bldP spid="3176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6" name="Group 92">
            <a:extLst>
              <a:ext uri="{FF2B5EF4-FFF2-40B4-BE49-F238E27FC236}">
                <a16:creationId xmlns:a16="http://schemas.microsoft.com/office/drawing/2014/main" id="{38CC2339-DDAE-418D-DBB8-4E76EC732636}"/>
              </a:ext>
            </a:extLst>
          </p:cNvPr>
          <p:cNvGrpSpPr>
            <a:grpSpLocks/>
          </p:cNvGrpSpPr>
          <p:nvPr/>
        </p:nvGrpSpPr>
        <p:grpSpPr bwMode="auto">
          <a:xfrm>
            <a:off x="6359525" y="741363"/>
            <a:ext cx="1439863" cy="1814512"/>
            <a:chOff x="4006" y="467"/>
            <a:chExt cx="907" cy="1143"/>
          </a:xfrm>
        </p:grpSpPr>
        <p:sp>
          <p:nvSpPr>
            <p:cNvPr id="22571" name="Line 34">
              <a:extLst>
                <a:ext uri="{FF2B5EF4-FFF2-40B4-BE49-F238E27FC236}">
                  <a16:creationId xmlns:a16="http://schemas.microsoft.com/office/drawing/2014/main" id="{8146207B-76B2-F723-F445-DD3BE02ECA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5" y="75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572" name="Group 91">
              <a:extLst>
                <a:ext uri="{FF2B5EF4-FFF2-40B4-BE49-F238E27FC236}">
                  <a16:creationId xmlns:a16="http://schemas.microsoft.com/office/drawing/2014/main" id="{3B0D7AD8-15D4-2D14-3DAF-802D2B969D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6" y="467"/>
              <a:ext cx="907" cy="907"/>
              <a:chOff x="4006" y="467"/>
              <a:chExt cx="907" cy="907"/>
            </a:xfrm>
          </p:grpSpPr>
          <p:sp>
            <p:nvSpPr>
              <p:cNvPr id="22574" name="Line 33">
                <a:extLst>
                  <a:ext uri="{FF2B5EF4-FFF2-40B4-BE49-F238E27FC236}">
                    <a16:creationId xmlns:a16="http://schemas.microsoft.com/office/drawing/2014/main" id="{F7CB2483-239D-0694-7069-A1C59B381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06" y="467"/>
                <a:ext cx="907" cy="9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5" name="Oval 35">
                <a:extLst>
                  <a:ext uri="{FF2B5EF4-FFF2-40B4-BE49-F238E27FC236}">
                    <a16:creationId xmlns:a16="http://schemas.microsoft.com/office/drawing/2014/main" id="{DBE9080E-6CB2-F705-6216-45165967B4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1" y="742"/>
                <a:ext cx="57" cy="5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aphicFrame>
          <p:nvGraphicFramePr>
            <p:cNvPr id="22573" name="Object 50">
              <a:extLst>
                <a:ext uri="{FF2B5EF4-FFF2-40B4-BE49-F238E27FC236}">
                  <a16:creationId xmlns:a16="http://schemas.microsoft.com/office/drawing/2014/main" id="{73E16504-368D-1E50-4F27-C1EFEA7310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0" y="1392"/>
            <a:ext cx="11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0" imgH="0" progId="Equation.3">
                    <p:embed/>
                  </p:oleObj>
                </mc:Choice>
                <mc:Fallback>
                  <p:oleObj name="Equation" r:id="rId2" imgW="0" imgH="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392"/>
                          <a:ext cx="11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52" name="Object 8">
            <a:extLst>
              <a:ext uri="{FF2B5EF4-FFF2-40B4-BE49-F238E27FC236}">
                <a16:creationId xmlns:a16="http://schemas.microsoft.com/office/drawing/2014/main" id="{D1CA9E4E-9956-9D24-987B-8DF9A19BF2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484313"/>
          <a:ext cx="29464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484313"/>
                        <a:ext cx="2946400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Text Box 9">
            <a:extLst>
              <a:ext uri="{FF2B5EF4-FFF2-40B4-BE49-F238E27FC236}">
                <a16:creationId xmlns:a16="http://schemas.microsoft.com/office/drawing/2014/main" id="{35865D7D-AE2C-832D-C062-50D7E95DF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088" y="1581150"/>
            <a:ext cx="1143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clearly</a:t>
            </a:r>
            <a:endParaRPr lang="zh-CN" altLang="en-US" sz="2400"/>
          </a:p>
        </p:txBody>
      </p:sp>
      <p:graphicFrame>
        <p:nvGraphicFramePr>
          <p:cNvPr id="6155" name="Object 11">
            <a:extLst>
              <a:ext uri="{FF2B5EF4-FFF2-40B4-BE49-F238E27FC236}">
                <a16:creationId xmlns:a16="http://schemas.microsoft.com/office/drawing/2014/main" id="{3F22B0EE-A7A9-F01C-64EC-6DF5038C9F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468563"/>
          <a:ext cx="8270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468563"/>
                        <a:ext cx="8270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Text Box 12">
            <a:extLst>
              <a:ext uri="{FF2B5EF4-FFF2-40B4-BE49-F238E27FC236}">
                <a16:creationId xmlns:a16="http://schemas.microsoft.com/office/drawing/2014/main" id="{1A38A9CF-6684-5086-7185-162B6D7CA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433638"/>
            <a:ext cx="3048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 itsremovablediscontinuity point .</a:t>
            </a:r>
          </a:p>
        </p:txBody>
      </p:sp>
      <p:graphicFrame>
        <p:nvGraphicFramePr>
          <p:cNvPr id="22534" name="Object 7">
            <a:extLst>
              <a:ext uri="{FF2B5EF4-FFF2-40B4-BE49-F238E27FC236}">
                <a16:creationId xmlns:a16="http://schemas.microsoft.com/office/drawing/2014/main" id="{B7B76099-4A0C-CBEB-CC28-297A9EFC2F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4575" y="165100"/>
          <a:ext cx="3490913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165100"/>
                        <a:ext cx="3490913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Text Box 16">
            <a:extLst>
              <a:ext uri="{FF2B5EF4-FFF2-40B4-BE49-F238E27FC236}">
                <a16:creationId xmlns:a16="http://schemas.microsoft.com/office/drawing/2014/main" id="{E4C1E3A6-55CE-1332-8E57-967A3259B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3" y="457200"/>
            <a:ext cx="12954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(4)</a:t>
            </a:r>
          </a:p>
        </p:txBody>
      </p:sp>
      <p:grpSp>
        <p:nvGrpSpPr>
          <p:cNvPr id="6234" name="Group 90">
            <a:extLst>
              <a:ext uri="{FF2B5EF4-FFF2-40B4-BE49-F238E27FC236}">
                <a16:creationId xmlns:a16="http://schemas.microsoft.com/office/drawing/2014/main" id="{95D81381-0B60-8B8C-D236-7375EC34028A}"/>
              </a:ext>
            </a:extLst>
          </p:cNvPr>
          <p:cNvGrpSpPr>
            <a:grpSpLocks/>
          </p:cNvGrpSpPr>
          <p:nvPr/>
        </p:nvGrpSpPr>
        <p:grpSpPr bwMode="auto">
          <a:xfrm>
            <a:off x="5970588" y="533400"/>
            <a:ext cx="2165350" cy="2105025"/>
            <a:chOff x="3761" y="336"/>
            <a:chExt cx="1364" cy="1326"/>
          </a:xfrm>
        </p:grpSpPr>
        <p:sp>
          <p:nvSpPr>
            <p:cNvPr id="22566" name="Line 28">
              <a:extLst>
                <a:ext uri="{FF2B5EF4-FFF2-40B4-BE49-F238E27FC236}">
                  <a16:creationId xmlns:a16="http://schemas.microsoft.com/office/drawing/2014/main" id="{9C9BCE14-D939-92AA-1031-ACC46F58A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6" y="137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7" name="Line 29">
              <a:extLst>
                <a:ext uri="{FF2B5EF4-FFF2-40B4-BE49-F238E27FC236}">
                  <a16:creationId xmlns:a16="http://schemas.microsoft.com/office/drawing/2014/main" id="{6F0CD347-9BE5-036B-AF50-4508A1FDD0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6" y="36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68" name="Object 30">
              <a:extLst>
                <a:ext uri="{FF2B5EF4-FFF2-40B4-BE49-F238E27FC236}">
                  <a16:creationId xmlns:a16="http://schemas.microsoft.com/office/drawing/2014/main" id="{247CCF22-739C-C639-418D-29ACBB2134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18" y="1418"/>
            <a:ext cx="207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0" imgH="0" progId="Equation.3">
                    <p:embed/>
                  </p:oleObj>
                </mc:Choice>
                <mc:Fallback>
                  <p:oleObj name="Equation" r:id="rId10" imgW="0" imgH="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8" y="1418"/>
                          <a:ext cx="207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9" name="Object 31">
              <a:extLst>
                <a:ext uri="{FF2B5EF4-FFF2-40B4-BE49-F238E27FC236}">
                  <a16:creationId xmlns:a16="http://schemas.microsoft.com/office/drawing/2014/main" id="{28AC667E-5CF3-B0B0-701A-683273F5F3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10" y="1370"/>
            <a:ext cx="26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0" imgH="0" progId="Equation.3">
                    <p:embed/>
                  </p:oleObj>
                </mc:Choice>
                <mc:Fallback>
                  <p:oleObj name="Equation" r:id="rId12" imgW="0" imgH="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0" y="1370"/>
                          <a:ext cx="266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0" name="Object 32">
              <a:extLst>
                <a:ext uri="{FF2B5EF4-FFF2-40B4-BE49-F238E27FC236}">
                  <a16:creationId xmlns:a16="http://schemas.microsoft.com/office/drawing/2014/main" id="{5EB31411-18A1-D58D-B2C1-B5D20046CB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61" y="336"/>
            <a:ext cx="22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0" imgH="0" progId="Equation.3">
                    <p:embed/>
                  </p:oleObj>
                </mc:Choice>
                <mc:Fallback>
                  <p:oleObj name="Equation" r:id="rId14" imgW="0" imgH="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1" y="336"/>
                          <a:ext cx="229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37" name="Group 93">
            <a:extLst>
              <a:ext uri="{FF2B5EF4-FFF2-40B4-BE49-F238E27FC236}">
                <a16:creationId xmlns:a16="http://schemas.microsoft.com/office/drawing/2014/main" id="{9AACBF86-9064-4420-3EEB-4AB13AABF610}"/>
              </a:ext>
            </a:extLst>
          </p:cNvPr>
          <p:cNvGrpSpPr>
            <a:grpSpLocks/>
          </p:cNvGrpSpPr>
          <p:nvPr/>
        </p:nvGrpSpPr>
        <p:grpSpPr bwMode="auto">
          <a:xfrm>
            <a:off x="5929313" y="1343025"/>
            <a:ext cx="1447800" cy="758825"/>
            <a:chOff x="3735" y="846"/>
            <a:chExt cx="912" cy="478"/>
          </a:xfrm>
        </p:grpSpPr>
        <p:sp>
          <p:nvSpPr>
            <p:cNvPr id="22563" name="Oval 38">
              <a:extLst>
                <a:ext uri="{FF2B5EF4-FFF2-40B4-BE49-F238E27FC236}">
                  <a16:creationId xmlns:a16="http://schemas.microsoft.com/office/drawing/2014/main" id="{A5EBDCD1-1141-ACFE-0264-93D8C0CE5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" y="1059"/>
              <a:ext cx="57" cy="57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64" name="Line 39">
              <a:extLst>
                <a:ext uri="{FF2B5EF4-FFF2-40B4-BE49-F238E27FC236}">
                  <a16:creationId xmlns:a16="http://schemas.microsoft.com/office/drawing/2014/main" id="{459C61A0-1C61-EF20-790D-04B2A02CE7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1" y="108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65" name="Object 51">
              <a:extLst>
                <a:ext uri="{FF2B5EF4-FFF2-40B4-BE49-F238E27FC236}">
                  <a16:creationId xmlns:a16="http://schemas.microsoft.com/office/drawing/2014/main" id="{C256F7D9-2B90-688C-7B63-6CEC39FAD7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35" y="846"/>
            <a:ext cx="266" cy="4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0" imgH="0" progId="Equation.3">
                    <p:embed/>
                  </p:oleObj>
                </mc:Choice>
                <mc:Fallback>
                  <p:oleObj name="Equation" r:id="rId16" imgW="0" imgH="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5" y="846"/>
                          <a:ext cx="266" cy="4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98" name="Group 54">
            <a:extLst>
              <a:ext uri="{FF2B5EF4-FFF2-40B4-BE49-F238E27FC236}">
                <a16:creationId xmlns:a16="http://schemas.microsoft.com/office/drawing/2014/main" id="{03E8F6EA-BCAF-EEF6-8967-FD4DB8C4CF42}"/>
              </a:ext>
            </a:extLst>
          </p:cNvPr>
          <p:cNvGrpSpPr>
            <a:grpSpLocks/>
          </p:cNvGrpSpPr>
          <p:nvPr/>
        </p:nvGrpSpPr>
        <p:grpSpPr bwMode="auto">
          <a:xfrm>
            <a:off x="6056313" y="1066800"/>
            <a:ext cx="1219200" cy="346075"/>
            <a:chOff x="4272" y="1680"/>
            <a:chExt cx="768" cy="218"/>
          </a:xfrm>
        </p:grpSpPr>
        <p:sp>
          <p:nvSpPr>
            <p:cNvPr id="22561" name="Line 52">
              <a:extLst>
                <a:ext uri="{FF2B5EF4-FFF2-40B4-BE49-F238E27FC236}">
                  <a16:creationId xmlns:a16="http://schemas.microsoft.com/office/drawing/2014/main" id="{F7028ED5-A9EF-14C1-E0D4-BBB46B082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177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62" name="Object 53">
              <a:extLst>
                <a:ext uri="{FF2B5EF4-FFF2-40B4-BE49-F238E27FC236}">
                  <a16:creationId xmlns:a16="http://schemas.microsoft.com/office/drawing/2014/main" id="{F8BCC152-0B12-14E1-9A8A-0BFC7CAA8A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1680"/>
            <a:ext cx="11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0" imgH="0" progId="Equation.3">
                    <p:embed/>
                  </p:oleObj>
                </mc:Choice>
                <mc:Fallback>
                  <p:oleObj name="Equation" r:id="rId2" imgW="0" imgH="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680"/>
                          <a:ext cx="11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41" name="Group 97">
            <a:extLst>
              <a:ext uri="{FF2B5EF4-FFF2-40B4-BE49-F238E27FC236}">
                <a16:creationId xmlns:a16="http://schemas.microsoft.com/office/drawing/2014/main" id="{8438B08E-904B-2F6D-A36F-C0F29FEFA350}"/>
              </a:ext>
            </a:extLst>
          </p:cNvPr>
          <p:cNvGrpSpPr>
            <a:grpSpLocks/>
          </p:cNvGrpSpPr>
          <p:nvPr/>
        </p:nvGrpSpPr>
        <p:grpSpPr bwMode="auto">
          <a:xfrm>
            <a:off x="287338" y="3165475"/>
            <a:ext cx="4683125" cy="1527175"/>
            <a:chOff x="181" y="1994"/>
            <a:chExt cx="2950" cy="962"/>
          </a:xfrm>
        </p:grpSpPr>
        <p:sp>
          <p:nvSpPr>
            <p:cNvPr id="22559" name="Text Box 58">
              <a:extLst>
                <a:ext uri="{FF2B5EF4-FFF2-40B4-BE49-F238E27FC236}">
                  <a16:creationId xmlns:a16="http://schemas.microsoft.com/office/drawing/2014/main" id="{CF1BABEE-88D8-4154-0DEB-210D36CD5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" y="2305"/>
              <a:ext cx="5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/>
                <a:t>(5) </a:t>
              </a:r>
            </a:p>
          </p:txBody>
        </p:sp>
        <p:graphicFrame>
          <p:nvGraphicFramePr>
            <p:cNvPr id="22560" name="Object 59">
              <a:extLst>
                <a:ext uri="{FF2B5EF4-FFF2-40B4-BE49-F238E27FC236}">
                  <a16:creationId xmlns:a16="http://schemas.microsoft.com/office/drawing/2014/main" id="{5777D6DB-B609-8C80-5877-8F08ADF07F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5" y="1994"/>
            <a:ext cx="2566" cy="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0" imgH="0" progId="Equation.3">
                    <p:embed/>
                  </p:oleObj>
                </mc:Choice>
                <mc:Fallback>
                  <p:oleObj name="Equation" r:id="rId18" imgW="0" imgH="0" progId="Equation.3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" y="1994"/>
                          <a:ext cx="2566" cy="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38" name="Group 94">
            <a:extLst>
              <a:ext uri="{FF2B5EF4-FFF2-40B4-BE49-F238E27FC236}">
                <a16:creationId xmlns:a16="http://schemas.microsoft.com/office/drawing/2014/main" id="{EC01ECCE-60EF-2DC0-5036-A1C5224BD187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124200"/>
            <a:ext cx="2614613" cy="2444750"/>
            <a:chOff x="3936" y="1968"/>
            <a:chExt cx="1647" cy="1540"/>
          </a:xfrm>
        </p:grpSpPr>
        <p:sp>
          <p:nvSpPr>
            <p:cNvPr id="22554" name="Line 63">
              <a:extLst>
                <a:ext uri="{FF2B5EF4-FFF2-40B4-BE49-F238E27FC236}">
                  <a16:creationId xmlns:a16="http://schemas.microsoft.com/office/drawing/2014/main" id="{E673FA04-E809-93FA-185F-ED0257B7CF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2784"/>
              <a:ext cx="1606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Line 64">
              <a:extLst>
                <a:ext uri="{FF2B5EF4-FFF2-40B4-BE49-F238E27FC236}">
                  <a16:creationId xmlns:a16="http://schemas.microsoft.com/office/drawing/2014/main" id="{76A50C49-ACFD-44A0-A915-4BF251A411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26" y="1968"/>
              <a:ext cx="0" cy="1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56" name="Object 65">
              <a:extLst>
                <a:ext uri="{FF2B5EF4-FFF2-40B4-BE49-F238E27FC236}">
                  <a16:creationId xmlns:a16="http://schemas.microsoft.com/office/drawing/2014/main" id="{777265DA-AF8C-1B66-793B-E7A252DCA3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6" y="2832"/>
            <a:ext cx="207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0" imgH="0" progId="Equation.3">
                    <p:embed/>
                  </p:oleObj>
                </mc:Choice>
                <mc:Fallback>
                  <p:oleObj name="Equation" r:id="rId20" imgW="0" imgH="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6" y="2832"/>
                          <a:ext cx="207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7" name="Object 67">
              <a:extLst>
                <a:ext uri="{FF2B5EF4-FFF2-40B4-BE49-F238E27FC236}">
                  <a16:creationId xmlns:a16="http://schemas.microsoft.com/office/drawing/2014/main" id="{F57C4CFF-B986-BE53-988E-835D325433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81" y="1968"/>
            <a:ext cx="22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0" imgH="0" progId="Equation.3">
                    <p:embed/>
                  </p:oleObj>
                </mc:Choice>
                <mc:Fallback>
                  <p:oleObj name="Equation" r:id="rId21" imgW="0" imgH="0" progId="Equation.3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1" y="1968"/>
                          <a:ext cx="229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8" name="Object 66">
              <a:extLst>
                <a:ext uri="{FF2B5EF4-FFF2-40B4-BE49-F238E27FC236}">
                  <a16:creationId xmlns:a16="http://schemas.microsoft.com/office/drawing/2014/main" id="{C1AE8A42-56DA-5745-9D09-69F723619F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34" y="2795"/>
            <a:ext cx="209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0" imgH="0" progId="Equation.3">
                    <p:embed/>
                  </p:oleObj>
                </mc:Choice>
                <mc:Fallback>
                  <p:oleObj name="Equation" r:id="rId22" imgW="0" imgH="0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4" y="2795"/>
                          <a:ext cx="209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20" name="Oval 76">
            <a:extLst>
              <a:ext uri="{FF2B5EF4-FFF2-40B4-BE49-F238E27FC236}">
                <a16:creationId xmlns:a16="http://schemas.microsoft.com/office/drawing/2014/main" id="{9BDC2D62-61B7-B5E2-F3D5-523BD6EBE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367213"/>
            <a:ext cx="90488" cy="904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240" name="Group 96">
            <a:extLst>
              <a:ext uri="{FF2B5EF4-FFF2-40B4-BE49-F238E27FC236}">
                <a16:creationId xmlns:a16="http://schemas.microsoft.com/office/drawing/2014/main" id="{B1AC109E-1585-6851-59DF-0A102BFB9350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3200400"/>
            <a:ext cx="1066800" cy="914400"/>
            <a:chOff x="4560" y="2016"/>
            <a:chExt cx="672" cy="576"/>
          </a:xfrm>
        </p:grpSpPr>
        <p:sp>
          <p:nvSpPr>
            <p:cNvPr id="22551" name="Line 71">
              <a:extLst>
                <a:ext uri="{FF2B5EF4-FFF2-40B4-BE49-F238E27FC236}">
                  <a16:creationId xmlns:a16="http://schemas.microsoft.com/office/drawing/2014/main" id="{4D9F5A2E-2F46-858F-CB3A-41F24B5DBC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2016"/>
              <a:ext cx="480" cy="48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52" name="Object 73">
              <a:extLst>
                <a:ext uri="{FF2B5EF4-FFF2-40B4-BE49-F238E27FC236}">
                  <a16:creationId xmlns:a16="http://schemas.microsoft.com/office/drawing/2014/main" id="{965C72D0-7E0B-B593-4DE1-264F6E6EE7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0" y="2374"/>
            <a:ext cx="11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0" imgH="0" progId="Equation.3">
                    <p:embed/>
                  </p:oleObj>
                </mc:Choice>
                <mc:Fallback>
                  <p:oleObj name="Equation" r:id="rId23" imgW="0" imgH="0" progId="Equation.3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2374"/>
                          <a:ext cx="11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3" name="Oval 70">
              <a:extLst>
                <a:ext uri="{FF2B5EF4-FFF2-40B4-BE49-F238E27FC236}">
                  <a16:creationId xmlns:a16="http://schemas.microsoft.com/office/drawing/2014/main" id="{6349301B-A434-6D50-82F6-BFA7DED9F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72"/>
              <a:ext cx="57" cy="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239" name="Group 95">
            <a:extLst>
              <a:ext uri="{FF2B5EF4-FFF2-40B4-BE49-F238E27FC236}">
                <a16:creationId xmlns:a16="http://schemas.microsoft.com/office/drawing/2014/main" id="{10E88A26-6EA5-7F03-76BD-CE0AC714FA57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759325"/>
            <a:ext cx="1219200" cy="879475"/>
            <a:chOff x="4272" y="2998"/>
            <a:chExt cx="768" cy="554"/>
          </a:xfrm>
        </p:grpSpPr>
        <p:sp>
          <p:nvSpPr>
            <p:cNvPr id="22548" name="Line 72">
              <a:extLst>
                <a:ext uri="{FF2B5EF4-FFF2-40B4-BE49-F238E27FC236}">
                  <a16:creationId xmlns:a16="http://schemas.microsoft.com/office/drawing/2014/main" id="{1124E930-9226-4B95-AA6B-79E338F4D8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072"/>
              <a:ext cx="480" cy="48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49" name="Object 74">
              <a:extLst>
                <a:ext uri="{FF2B5EF4-FFF2-40B4-BE49-F238E27FC236}">
                  <a16:creationId xmlns:a16="http://schemas.microsoft.com/office/drawing/2014/main" id="{FA789ABE-3724-42C3-F831-5DAC842EAA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3" y="2998"/>
            <a:ext cx="26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0" imgH="0" progId="Equation.3">
                    <p:embed/>
                  </p:oleObj>
                </mc:Choice>
                <mc:Fallback>
                  <p:oleObj name="Equation" r:id="rId24" imgW="0" imgH="0" progId="Equation.3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3" y="2998"/>
                          <a:ext cx="26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0" name="Oval 75">
              <a:extLst>
                <a:ext uri="{FF2B5EF4-FFF2-40B4-BE49-F238E27FC236}">
                  <a16:creationId xmlns:a16="http://schemas.microsoft.com/office/drawing/2014/main" id="{EEB60BD7-158D-C262-41DD-F1446FC88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063"/>
              <a:ext cx="57" cy="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6225" name="Object 81">
            <a:extLst>
              <a:ext uri="{FF2B5EF4-FFF2-40B4-BE49-F238E27FC236}">
                <a16:creationId xmlns:a16="http://schemas.microsoft.com/office/drawing/2014/main" id="{594FB51F-3185-241E-F07B-97CDC917FE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926013"/>
          <a:ext cx="19050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926013"/>
                        <a:ext cx="19050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6" name="Object 82">
            <a:extLst>
              <a:ext uri="{FF2B5EF4-FFF2-40B4-BE49-F238E27FC236}">
                <a16:creationId xmlns:a16="http://schemas.microsoft.com/office/drawing/2014/main" id="{FA63C26D-A66A-3B63-30A9-E561D55728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4625" y="4894263"/>
          <a:ext cx="15541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25" y="4894263"/>
                        <a:ext cx="155416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7" name="Object 83">
            <a:extLst>
              <a:ext uri="{FF2B5EF4-FFF2-40B4-BE49-F238E27FC236}">
                <a16:creationId xmlns:a16="http://schemas.microsoft.com/office/drawing/2014/main" id="{F1562660-00A9-34B5-71A4-7781E9AE9E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5732463"/>
          <a:ext cx="8874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0" imgH="0" progId="Equation.3">
                  <p:embed/>
                </p:oleObj>
              </mc:Choice>
              <mc:Fallback>
                <p:oleObj name="公式" r:id="rId30" imgW="0" imgH="0" progId="Equation.3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732463"/>
                        <a:ext cx="887413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28" name="Text Box 84">
            <a:extLst>
              <a:ext uri="{FF2B5EF4-FFF2-40B4-BE49-F238E27FC236}">
                <a16:creationId xmlns:a16="http://schemas.microsoft.com/office/drawing/2014/main" id="{68A9BBE9-CCCB-98E0-06C1-43FD975B7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715000"/>
            <a:ext cx="27606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 itsjumpdiscontinuity point 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3" grpId="0" build="p" autoUpdateAnimBg="0"/>
      <p:bldP spid="6156" grpId="0" build="p" autoUpdateAnimBg="0" advAuto="0"/>
      <p:bldP spid="622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1F08DF07-5BE3-65A2-8459-7975AC1B9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287338"/>
            <a:ext cx="2447925" cy="719137"/>
          </a:xfrm>
          <a:solidFill>
            <a:schemeClr val="bg1"/>
          </a:solidFill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Summary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26632" name="Object 8">
            <a:extLst>
              <a:ext uri="{FF2B5EF4-FFF2-40B4-BE49-F238E27FC236}">
                <a16:creationId xmlns:a16="http://schemas.microsoft.com/office/drawing/2014/main" id="{42AFD18D-4EFE-062E-694B-17BCF0C14E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" y="1765300"/>
          <a:ext cx="27035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1765300"/>
                        <a:ext cx="270351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Line 9">
            <a:extLst>
              <a:ext uri="{FF2B5EF4-FFF2-40B4-BE49-F238E27FC236}">
                <a16:creationId xmlns:a16="http://schemas.microsoft.com/office/drawing/2014/main" id="{CE0D7C9F-911E-F0B2-89A4-9C345D858C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4113" y="1928813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4" name="Line 10">
            <a:extLst>
              <a:ext uri="{FF2B5EF4-FFF2-40B4-BE49-F238E27FC236}">
                <a16:creationId xmlns:a16="http://schemas.microsoft.com/office/drawing/2014/main" id="{29EA3AB1-6A21-2B40-9E3A-B5E4402B5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4113" y="2044700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635" name="Object 11">
            <a:extLst>
              <a:ext uri="{FF2B5EF4-FFF2-40B4-BE49-F238E27FC236}">
                <a16:creationId xmlns:a16="http://schemas.microsoft.com/office/drawing/2014/main" id="{82A168C9-0467-D4D3-72AF-95B1072A2F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1752600"/>
          <a:ext cx="42783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752600"/>
                        <a:ext cx="42783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7" name="Line 13">
            <a:extLst>
              <a:ext uri="{FF2B5EF4-FFF2-40B4-BE49-F238E27FC236}">
                <a16:creationId xmlns:a16="http://schemas.microsoft.com/office/drawing/2014/main" id="{8BA9AB6A-B7D4-E42F-E1F0-5A287742B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4113" y="2692400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8" name="Line 14">
            <a:extLst>
              <a:ext uri="{FF2B5EF4-FFF2-40B4-BE49-F238E27FC236}">
                <a16:creationId xmlns:a16="http://schemas.microsoft.com/office/drawing/2014/main" id="{93E3E492-B6E0-3872-9E67-F7EF14967A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4113" y="2809875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639" name="Object 15">
            <a:extLst>
              <a:ext uri="{FF2B5EF4-FFF2-40B4-BE49-F238E27FC236}">
                <a16:creationId xmlns:a16="http://schemas.microsoft.com/office/drawing/2014/main" id="{674D797E-27CD-89BB-FD1D-2882F3B918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451100"/>
          <a:ext cx="34782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451100"/>
                        <a:ext cx="34782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1" name="Text Box 17">
            <a:extLst>
              <a:ext uri="{FF2B5EF4-FFF2-40B4-BE49-F238E27FC236}">
                <a16:creationId xmlns:a16="http://schemas.microsoft.com/office/drawing/2014/main" id="{2569EA96-10EC-C3D0-1BB2-87CDA6D3A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138488"/>
            <a:ext cx="167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tx2"/>
                </a:solidFill>
              </a:rPr>
              <a:t>leftcontinuous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26640" name="AutoShape 16">
            <a:extLst>
              <a:ext uri="{FF2B5EF4-FFF2-40B4-BE49-F238E27FC236}">
                <a16:creationId xmlns:a16="http://schemas.microsoft.com/office/drawing/2014/main" id="{02BD563A-CD45-9C05-DEED-C303D3CD38F3}"/>
              </a:ext>
            </a:extLst>
          </p:cNvPr>
          <p:cNvSpPr>
            <a:spLocks/>
          </p:cNvSpPr>
          <p:nvPr/>
        </p:nvSpPr>
        <p:spPr bwMode="auto">
          <a:xfrm rot="-5400000">
            <a:off x="5337175" y="2289175"/>
            <a:ext cx="215900" cy="1600200"/>
          </a:xfrm>
          <a:prstGeom prst="leftBrace">
            <a:avLst>
              <a:gd name="adj1" fmla="val 61765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2" name="AutoShape 18">
            <a:extLst>
              <a:ext uri="{FF2B5EF4-FFF2-40B4-BE49-F238E27FC236}">
                <a16:creationId xmlns:a16="http://schemas.microsoft.com/office/drawing/2014/main" id="{C53F5839-E6EB-B723-832A-7B6AC0CE3E97}"/>
              </a:ext>
            </a:extLst>
          </p:cNvPr>
          <p:cNvSpPr>
            <a:spLocks/>
          </p:cNvSpPr>
          <p:nvPr/>
        </p:nvSpPr>
        <p:spPr bwMode="auto">
          <a:xfrm rot="-5400000">
            <a:off x="7092950" y="2368550"/>
            <a:ext cx="215900" cy="1447800"/>
          </a:xfrm>
          <a:prstGeom prst="leftBrace">
            <a:avLst>
              <a:gd name="adj1" fmla="val 55882"/>
              <a:gd name="adj2" fmla="val 50000"/>
            </a:avLst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43" name="Text Box 19">
            <a:extLst>
              <a:ext uri="{FF2B5EF4-FFF2-40B4-BE49-F238E27FC236}">
                <a16:creationId xmlns:a16="http://schemas.microsoft.com/office/drawing/2014/main" id="{6F124D4C-7A6C-7F49-6435-CB9E3D032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138488"/>
            <a:ext cx="1371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tx2"/>
                </a:solidFill>
              </a:rPr>
              <a:t>rightcontinuous</a:t>
            </a:r>
            <a:endParaRPr lang="zh-CN" altLang="en-US" sz="2400">
              <a:solidFill>
                <a:schemeClr val="tx2"/>
              </a:solidFill>
            </a:endParaRPr>
          </a:p>
        </p:txBody>
      </p:sp>
      <p:graphicFrame>
        <p:nvGraphicFramePr>
          <p:cNvPr id="26645" name="Object 21">
            <a:extLst>
              <a:ext uri="{FF2B5EF4-FFF2-40B4-BE49-F238E27FC236}">
                <a16:creationId xmlns:a16="http://schemas.microsoft.com/office/drawing/2014/main" id="{C4F7E5A5-1280-DD75-91F5-97FF64A29B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63" y="3706813"/>
          <a:ext cx="1079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3706813"/>
                        <a:ext cx="1079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6" name="Object 22">
            <a:extLst>
              <a:ext uri="{FF2B5EF4-FFF2-40B4-BE49-F238E27FC236}">
                <a16:creationId xmlns:a16="http://schemas.microsoft.com/office/drawing/2014/main" id="{BC6D92A7-24E8-4721-30FA-F8A63DC1DB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3573463"/>
          <a:ext cx="342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573463"/>
                        <a:ext cx="342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7" name="Text Box 23">
            <a:extLst>
              <a:ext uri="{FF2B5EF4-FFF2-40B4-BE49-F238E27FC236}">
                <a16:creationId xmlns:a16="http://schemas.microsoft.com/office/drawing/2014/main" id="{4FCE492A-3EC6-39C8-2F00-444779F7F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462463"/>
            <a:ext cx="2514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first kinddiscontinuity point</a:t>
            </a:r>
            <a:endParaRPr lang="zh-CN" altLang="en-US" sz="2400"/>
          </a:p>
        </p:txBody>
      </p:sp>
      <p:sp>
        <p:nvSpPr>
          <p:cNvPr id="26649" name="AutoShape 25">
            <a:extLst>
              <a:ext uri="{FF2B5EF4-FFF2-40B4-BE49-F238E27FC236}">
                <a16:creationId xmlns:a16="http://schemas.microsoft.com/office/drawing/2014/main" id="{63167A63-13CC-CF43-BFE0-BDDA3E4A7BDF}"/>
              </a:ext>
            </a:extLst>
          </p:cNvPr>
          <p:cNvSpPr>
            <a:spLocks/>
          </p:cNvSpPr>
          <p:nvPr/>
        </p:nvSpPr>
        <p:spPr bwMode="auto">
          <a:xfrm>
            <a:off x="3352800" y="4310063"/>
            <a:ext cx="152400" cy="827087"/>
          </a:xfrm>
          <a:prstGeom prst="leftBrace">
            <a:avLst>
              <a:gd name="adj1" fmla="val 4522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50" name="Text Box 26">
            <a:extLst>
              <a:ext uri="{FF2B5EF4-FFF2-40B4-BE49-F238E27FC236}">
                <a16:creationId xmlns:a16="http://schemas.microsoft.com/office/drawing/2014/main" id="{C3FFD33F-FD41-5734-CE97-E8C31D435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157663"/>
            <a:ext cx="21653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removablediscontinuity point</a:t>
            </a:r>
            <a:endParaRPr lang="zh-CN" altLang="en-US" sz="2400"/>
          </a:p>
        </p:txBody>
      </p:sp>
      <p:sp>
        <p:nvSpPr>
          <p:cNvPr id="26651" name="Text Box 27">
            <a:extLst>
              <a:ext uri="{FF2B5EF4-FFF2-40B4-BE49-F238E27FC236}">
                <a16:creationId xmlns:a16="http://schemas.microsoft.com/office/drawing/2014/main" id="{EDF4DAF9-896D-F6D3-A8F8-7594CFAB9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662488"/>
            <a:ext cx="2133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jumpdiscontinuity point</a:t>
            </a:r>
            <a:endParaRPr lang="zh-CN" altLang="en-US" sz="2400"/>
          </a:p>
        </p:txBody>
      </p:sp>
      <p:sp>
        <p:nvSpPr>
          <p:cNvPr id="26652" name="Text Box 28">
            <a:extLst>
              <a:ext uri="{FF2B5EF4-FFF2-40B4-BE49-F238E27FC236}">
                <a16:creationId xmlns:a16="http://schemas.microsoft.com/office/drawing/2014/main" id="{C89489DB-6564-5281-D633-83D6AA340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470400"/>
            <a:ext cx="2819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tx2"/>
                </a:solidFill>
              </a:rPr>
              <a:t>leftright limit all existence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26653" name="Text Box 29">
            <a:extLst>
              <a:ext uri="{FF2B5EF4-FFF2-40B4-BE49-F238E27FC236}">
                <a16:creationId xmlns:a16="http://schemas.microsoft.com/office/drawing/2014/main" id="{EF811378-B2F2-CC7F-799F-DCFEEAD24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484813"/>
            <a:ext cx="2438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second kinddiscontinuity point</a:t>
            </a:r>
            <a:endParaRPr lang="zh-CN" altLang="en-US" sz="2400"/>
          </a:p>
        </p:txBody>
      </p:sp>
      <p:sp>
        <p:nvSpPr>
          <p:cNvPr id="26654" name="AutoShape 30">
            <a:extLst>
              <a:ext uri="{FF2B5EF4-FFF2-40B4-BE49-F238E27FC236}">
                <a16:creationId xmlns:a16="http://schemas.microsoft.com/office/drawing/2014/main" id="{F850861F-C64F-33F8-60B9-1D82A66FABE4}"/>
              </a:ext>
            </a:extLst>
          </p:cNvPr>
          <p:cNvSpPr>
            <a:spLocks/>
          </p:cNvSpPr>
          <p:nvPr/>
        </p:nvSpPr>
        <p:spPr bwMode="auto">
          <a:xfrm>
            <a:off x="3352800" y="5375275"/>
            <a:ext cx="152400" cy="827088"/>
          </a:xfrm>
          <a:prstGeom prst="leftBrace">
            <a:avLst>
              <a:gd name="adj1" fmla="val 4522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55" name="Text Box 31">
            <a:extLst>
              <a:ext uri="{FF2B5EF4-FFF2-40B4-BE49-F238E27FC236}">
                <a16:creationId xmlns:a16="http://schemas.microsoft.com/office/drawing/2014/main" id="{FA7C576D-106C-9269-FFD3-6E8F8862E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181600"/>
            <a:ext cx="21653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无穷</a:t>
            </a:r>
            <a:r>
              <a:rPr lang="en-US" altLang="zh-CN" sz="2400"/>
              <a:t>discontinuity point</a:t>
            </a:r>
            <a:endParaRPr lang="zh-CN" altLang="en-US" sz="2400"/>
          </a:p>
        </p:txBody>
      </p:sp>
      <p:sp>
        <p:nvSpPr>
          <p:cNvPr id="26656" name="Text Box 32">
            <a:extLst>
              <a:ext uri="{FF2B5EF4-FFF2-40B4-BE49-F238E27FC236}">
                <a16:creationId xmlns:a16="http://schemas.microsoft.com/office/drawing/2014/main" id="{1446C297-5682-09E4-D3FB-8E6B29C0F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803900"/>
            <a:ext cx="2514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oscillatorydiscontinuity point</a:t>
            </a:r>
            <a:endParaRPr lang="zh-CN" altLang="en-US" sz="2400"/>
          </a:p>
        </p:txBody>
      </p:sp>
      <p:sp>
        <p:nvSpPr>
          <p:cNvPr id="26657" name="Text Box 33">
            <a:extLst>
              <a:ext uri="{FF2B5EF4-FFF2-40B4-BE49-F238E27FC236}">
                <a16:creationId xmlns:a16="http://schemas.microsoft.com/office/drawing/2014/main" id="{E7354140-5FAD-CC39-D084-86E1256A1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6263" y="5222875"/>
            <a:ext cx="31242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>
                <a:solidFill>
                  <a:schemeClr val="tx2"/>
                </a:solidFill>
              </a:rPr>
              <a:t>leftright limit</a:t>
            </a:r>
            <a:r>
              <a:rPr lang="zh-CN" altLang="en-GB" sz="2400">
                <a:solidFill>
                  <a:schemeClr val="tx2"/>
                </a:solidFill>
              </a:rPr>
              <a:t>至少 </a:t>
            </a:r>
            <a:r>
              <a:rPr lang="en-GB" altLang="zh-CN" sz="2400">
                <a:solidFill>
                  <a:schemeClr val="tx2"/>
                </a:solidFill>
              </a:rPr>
              <a:t>has </a:t>
            </a:r>
            <a:r>
              <a:rPr lang="zh-CN" altLang="en-GB" sz="2400">
                <a:solidFill>
                  <a:schemeClr val="tx2"/>
                </a:solidFill>
              </a:rPr>
              <a:t>一 </a:t>
            </a:r>
            <a:r>
              <a:rPr lang="en-GB" altLang="zh-CN" sz="2400">
                <a:solidFill>
                  <a:schemeClr val="tx2"/>
                </a:solidFill>
              </a:rPr>
              <a:t>not existence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26659" name="AutoShape 35">
            <a:extLst>
              <a:ext uri="{FF2B5EF4-FFF2-40B4-BE49-F238E27FC236}">
                <a16:creationId xmlns:a16="http://schemas.microsoft.com/office/drawing/2014/main" id="{4E3B84ED-69D8-2BE1-FF5F-51B5F7FD4B42}"/>
              </a:ext>
            </a:extLst>
          </p:cNvPr>
          <p:cNvSpPr>
            <a:spLocks/>
          </p:cNvSpPr>
          <p:nvPr/>
        </p:nvSpPr>
        <p:spPr bwMode="auto">
          <a:xfrm rot="10800000">
            <a:off x="5408613" y="4276725"/>
            <a:ext cx="152400" cy="827088"/>
          </a:xfrm>
          <a:prstGeom prst="leftBrace">
            <a:avLst>
              <a:gd name="adj1" fmla="val 4522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60" name="AutoShape 36">
            <a:extLst>
              <a:ext uri="{FF2B5EF4-FFF2-40B4-BE49-F238E27FC236}">
                <a16:creationId xmlns:a16="http://schemas.microsoft.com/office/drawing/2014/main" id="{4382D555-BD9F-6DE6-7605-49D0A23DBD21}"/>
              </a:ext>
            </a:extLst>
          </p:cNvPr>
          <p:cNvSpPr>
            <a:spLocks/>
          </p:cNvSpPr>
          <p:nvPr/>
        </p:nvSpPr>
        <p:spPr bwMode="auto">
          <a:xfrm rot="10800000">
            <a:off x="5432425" y="5383213"/>
            <a:ext cx="152400" cy="827087"/>
          </a:xfrm>
          <a:prstGeom prst="leftBrace">
            <a:avLst>
              <a:gd name="adj1" fmla="val 4522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62" name="Text Box 38">
            <a:extLst>
              <a:ext uri="{FF2B5EF4-FFF2-40B4-BE49-F238E27FC236}">
                <a16:creationId xmlns:a16="http://schemas.microsoft.com/office/drawing/2014/main" id="{D67106B5-3C73-D2A1-00A4-23B60C3DC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611563"/>
            <a:ext cx="7985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 point</a:t>
            </a:r>
            <a:endParaRPr lang="zh-CN" altLang="en-US" sz="2400"/>
          </a:p>
        </p:txBody>
      </p:sp>
      <p:sp>
        <p:nvSpPr>
          <p:cNvPr id="26663" name="Text Box 39">
            <a:extLst>
              <a:ext uri="{FF2B5EF4-FFF2-40B4-BE49-F238E27FC236}">
                <a16:creationId xmlns:a16="http://schemas.microsoft.com/office/drawing/2014/main" id="{7ACDEB6C-3F49-10D2-EF81-9ED5A33F5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213" y="3611563"/>
            <a:ext cx="2362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discontinuity's class </a:t>
            </a:r>
            <a:r>
              <a:rPr lang="zh-CN" altLang="en-US" sz="2400"/>
              <a:t>型</a:t>
            </a:r>
          </a:p>
        </p:txBody>
      </p:sp>
      <p:grpSp>
        <p:nvGrpSpPr>
          <p:cNvPr id="26675" name="Group 51">
            <a:extLst>
              <a:ext uri="{FF2B5EF4-FFF2-40B4-BE49-F238E27FC236}">
                <a16:creationId xmlns:a16="http://schemas.microsoft.com/office/drawing/2014/main" id="{EC141A70-6E79-3ADC-D753-992BF06B0476}"/>
              </a:ext>
            </a:extLst>
          </p:cNvPr>
          <p:cNvGrpSpPr>
            <a:grpSpLocks/>
          </p:cNvGrpSpPr>
          <p:nvPr/>
        </p:nvGrpSpPr>
        <p:grpSpPr bwMode="auto">
          <a:xfrm>
            <a:off x="633413" y="1052513"/>
            <a:ext cx="7364413" cy="573087"/>
            <a:chOff x="399" y="615"/>
            <a:chExt cx="4639" cy="361"/>
          </a:xfrm>
        </p:grpSpPr>
        <p:graphicFrame>
          <p:nvGraphicFramePr>
            <p:cNvPr id="23582" name="Object 6">
              <a:extLst>
                <a:ext uri="{FF2B5EF4-FFF2-40B4-BE49-F238E27FC236}">
                  <a16:creationId xmlns:a16="http://schemas.microsoft.com/office/drawing/2014/main" id="{4A2BBF3E-CB0E-2387-1AEA-CFEDF615DC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" y="720"/>
            <a:ext cx="657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0" imgH="0" progId="Equation.3">
                    <p:embed/>
                  </p:oleObj>
                </mc:Choice>
                <mc:Fallback>
                  <p:oleObj name="Equation" r:id="rId12" imgW="0" imgH="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" y="720"/>
                          <a:ext cx="657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3" name="Object 7">
              <a:extLst>
                <a:ext uri="{FF2B5EF4-FFF2-40B4-BE49-F238E27FC236}">
                  <a16:creationId xmlns:a16="http://schemas.microsoft.com/office/drawing/2014/main" id="{A3C2823E-0F50-6699-16F8-857EBE33FE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1" y="615"/>
            <a:ext cx="26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0" imgH="0" progId="Equation.3">
                    <p:embed/>
                  </p:oleObj>
                </mc:Choice>
                <mc:Fallback>
                  <p:oleObj name="公式" r:id="rId14" imgW="0" imgH="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1" y="615"/>
                          <a:ext cx="26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4" name="Text Box 42">
              <a:extLst>
                <a:ext uri="{FF2B5EF4-FFF2-40B4-BE49-F238E27FC236}">
                  <a16:creationId xmlns:a16="http://schemas.microsoft.com/office/drawing/2014/main" id="{A0A65600-84F8-6227-5EB9-2736D24126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647"/>
              <a:ext cx="75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/>
                <a:t>in point</a:t>
              </a:r>
              <a:endParaRPr lang="zh-CN" altLang="en-US" sz="2400"/>
            </a:p>
          </p:txBody>
        </p:sp>
        <p:sp>
          <p:nvSpPr>
            <p:cNvPr id="23585" name="Text Box 43">
              <a:extLst>
                <a:ext uri="{FF2B5EF4-FFF2-40B4-BE49-F238E27FC236}">
                  <a16:creationId xmlns:a16="http://schemas.microsoft.com/office/drawing/2014/main" id="{628C6D4E-A820-2233-5FC8-06F21076B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638"/>
              <a:ext cx="3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/>
                <a:t>continuous's equivalent form formula</a:t>
              </a:r>
              <a:endParaRPr lang="zh-CN" altLang="en-US" sz="2400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1" grpId="0" autoUpdateAnimBg="0"/>
      <p:bldP spid="26643" grpId="0" autoUpdateAnimBg="0"/>
      <p:bldP spid="26647" grpId="0" autoUpdateAnimBg="0"/>
      <p:bldP spid="26650" grpId="0" autoUpdateAnimBg="0"/>
      <p:bldP spid="26651" grpId="0" autoUpdateAnimBg="0"/>
      <p:bldP spid="26652" grpId="0" autoUpdateAnimBg="0"/>
      <p:bldP spid="26653" grpId="0" autoUpdateAnimBg="0"/>
      <p:bldP spid="26655" grpId="0" autoUpdateAnimBg="0"/>
      <p:bldP spid="26656" grpId="0" autoUpdateAnimBg="0"/>
      <p:bldP spid="26657" grpId="0" autoUpdateAnimBg="0"/>
      <p:bldP spid="26662" grpId="0" autoUpdateAnimBg="0"/>
      <p:bldP spid="2666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AD213598-5F8F-8916-9049-B3ABEA4D7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175" y="287338"/>
            <a:ext cx="2447925" cy="719137"/>
          </a:xfrm>
          <a:solidFill>
            <a:schemeClr val="bg1"/>
          </a:solidFill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Think and Exercise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44053" name="Text Box 21">
            <a:extLst>
              <a:ext uri="{FF2B5EF4-FFF2-40B4-BE49-F238E27FC236}">
                <a16:creationId xmlns:a16="http://schemas.microsoft.com/office/drawing/2014/main" id="{E5D52BE1-D7A6-B7BA-FC80-A8C713472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1187450"/>
            <a:ext cx="19462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1. discussfunction</a:t>
            </a:r>
            <a:endParaRPr lang="zh-CN" altLang="en-US" sz="2400"/>
          </a:p>
        </p:txBody>
      </p:sp>
      <p:graphicFrame>
        <p:nvGraphicFramePr>
          <p:cNvPr id="44054" name="Object 22">
            <a:extLst>
              <a:ext uri="{FF2B5EF4-FFF2-40B4-BE49-F238E27FC236}">
                <a16:creationId xmlns:a16="http://schemas.microsoft.com/office/drawing/2014/main" id="{B206BF29-1469-DF12-4D15-23CE7F4554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936625"/>
          <a:ext cx="273843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936625"/>
                        <a:ext cx="2738437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6" name="Text Box 24">
            <a:extLst>
              <a:ext uri="{FF2B5EF4-FFF2-40B4-BE49-F238E27FC236}">
                <a16:creationId xmlns:a16="http://schemas.microsoft.com/office/drawing/2014/main" id="{4C5E7F50-FB53-15EA-F481-DF8BCB37046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755357" y="2586335"/>
            <a:ext cx="4519613" cy="461665"/>
          </a:xfrm>
          <a:prstGeom prst="rect">
            <a:avLst/>
          </a:prstGeom>
          <a:blipFill>
            <a:blip r:embed="rId4"/>
            <a:stretch>
              <a:fillRect t="-10526" b="-26316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4057" name="Text Box 25">
            <a:extLst>
              <a:ext uri="{FF2B5EF4-FFF2-40B4-BE49-F238E27FC236}">
                <a16:creationId xmlns:a16="http://schemas.microsoft.com/office/drawing/2014/main" id="{BA18FD97-8816-EC8D-47CA-0E258AAC4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187450"/>
            <a:ext cx="2514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discontinuity point's class </a:t>
            </a:r>
            <a:r>
              <a:rPr lang="zh-CN" altLang="en-US" sz="2400"/>
              <a:t>型</a:t>
            </a:r>
            <a:r>
              <a:rPr lang="en-US" altLang="zh-CN" sz="2400"/>
              <a:t>.</a:t>
            </a:r>
          </a:p>
        </p:txBody>
      </p:sp>
      <p:graphicFrame>
        <p:nvGraphicFramePr>
          <p:cNvPr id="44061" name="Object 29">
            <a:extLst>
              <a:ext uri="{FF2B5EF4-FFF2-40B4-BE49-F238E27FC236}">
                <a16:creationId xmlns:a16="http://schemas.microsoft.com/office/drawing/2014/main" id="{070768E4-FFD4-23BF-F707-E96687E25C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8438" y="3810000"/>
          <a:ext cx="1600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8438" y="3810000"/>
                        <a:ext cx="1600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5" name="Object 33">
            <a:extLst>
              <a:ext uri="{FF2B5EF4-FFF2-40B4-BE49-F238E27FC236}">
                <a16:creationId xmlns:a16="http://schemas.microsoft.com/office/drawing/2014/main" id="{D07C21F5-5F29-8EB6-822F-F3BDDDE493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5029200"/>
          <a:ext cx="1231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100000" contrast="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029200"/>
                        <a:ext cx="1231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6" name="Object 34">
            <a:extLst>
              <a:ext uri="{FF2B5EF4-FFF2-40B4-BE49-F238E27FC236}">
                <a16:creationId xmlns:a16="http://schemas.microsoft.com/office/drawing/2014/main" id="{682BC7CF-4879-2DF5-D49F-B9C037F97E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513080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100000" contrast="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130800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7" name="Object 35">
            <a:extLst>
              <a:ext uri="{FF2B5EF4-FFF2-40B4-BE49-F238E27FC236}">
                <a16:creationId xmlns:a16="http://schemas.microsoft.com/office/drawing/2014/main" id="{2AD0C673-1F8F-FCB8-EBD4-193ABC2FCA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2500" y="5203825"/>
          <a:ext cx="520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5203825"/>
                        <a:ext cx="5207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0" name="Object 38">
            <a:extLst>
              <a:ext uri="{FF2B5EF4-FFF2-40B4-BE49-F238E27FC236}">
                <a16:creationId xmlns:a16="http://schemas.microsoft.com/office/drawing/2014/main" id="{EDE6A31E-86D7-0084-63DC-78A33771CD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3749675"/>
          <a:ext cx="7429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100000" contrast="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749675"/>
                        <a:ext cx="7429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088" name="Text Box 56">
            <a:extLst>
              <a:ext uri="{FF2B5EF4-FFF2-40B4-BE49-F238E27FC236}">
                <a16:creationId xmlns:a16="http://schemas.microsoft.com/office/drawing/2014/main" id="{1C366335-DF79-70A1-A1DD-155189BCED8A}"/>
              </a:ext>
            </a:extLst>
          </p:cNvPr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57400"/>
            <a:ext cx="5740400" cy="7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53" grpId="0" autoUpdateAnimBg="0"/>
      <p:bldP spid="4405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A244AF7C-CFA6-841B-103D-069F14941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3429000" cy="533400"/>
          </a:xfrm>
        </p:spPr>
        <p:txBody>
          <a:bodyPr/>
          <a:lstStyle/>
          <a:p>
            <a:pPr eaLnBrk="1" hangingPunct="1"/>
            <a:r>
              <a:rPr lang="zh-CN" altLang="en-US" sz="2400" b="1">
                <a:ea typeface="楷体_GB2312" pitchFamily="49" charset="-122"/>
              </a:rPr>
              <a:t>备 </a:t>
            </a:r>
            <a:r>
              <a:rPr lang="en-US" altLang="zh-CN" sz="2400" b="1">
                <a:ea typeface="楷体_GB2312" pitchFamily="49" charset="-122"/>
              </a:rPr>
              <a:t>use</a:t>
            </a:r>
            <a:r>
              <a:rPr lang="zh-CN" altLang="en-US" sz="2400" b="1">
                <a:ea typeface="楷体_GB2312" pitchFamily="49" charset="-122"/>
              </a:rPr>
              <a:t>题 确定</a:t>
            </a:r>
            <a:r>
              <a:rPr lang="en-US" altLang="zh-CN" sz="2400" b="1">
                <a:ea typeface="楷体_GB2312" pitchFamily="49" charset="-122"/>
              </a:rPr>
              <a:t>function</a:t>
            </a:r>
            <a:endParaRPr lang="zh-CN" altLang="en-US" sz="2400">
              <a:ea typeface="楷体_GB2312" pitchFamily="49" charset="-122"/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B3B7C2F-F13F-8B65-4C38-1DA0CF641A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1775" y="641350"/>
            <a:ext cx="2333625" cy="533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CN" sz="2400">
                <a:latin typeface="+mn-ea"/>
              </a:rPr>
              <a:t>discontinuity point's class </a:t>
            </a:r>
            <a:r>
              <a:rPr lang="zh-CN" altLang="en-US" sz="2400">
                <a:latin typeface="+mn-ea"/>
              </a:rPr>
              <a:t>型</a:t>
            </a:r>
            <a:r>
              <a:rPr lang="en-US" altLang="zh-CN" sz="2400">
                <a:latin typeface="+mn-ea"/>
              </a:rPr>
              <a:t>.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25603" name="Object 4">
            <a:extLst>
              <a:ext uri="{FF2B5EF4-FFF2-40B4-BE49-F238E27FC236}">
                <a16:creationId xmlns:a16="http://schemas.microsoft.com/office/drawing/2014/main" id="{32F69EE8-DF76-6AB7-8635-705D376192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8950" y="434975"/>
          <a:ext cx="21209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434975"/>
                        <a:ext cx="21209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5">
            <a:extLst>
              <a:ext uri="{FF2B5EF4-FFF2-40B4-BE49-F238E27FC236}">
                <a16:creationId xmlns:a16="http://schemas.microsoft.com/office/drawing/2014/main" id="{976D8C98-C843-9E60-7FCB-FBE285045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00200"/>
            <a:ext cx="2362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Solution: discontinuity point</a:t>
            </a:r>
            <a:endParaRPr lang="zh-CN" altLang="en-US" sz="2400"/>
          </a:p>
        </p:txBody>
      </p:sp>
      <p:graphicFrame>
        <p:nvGraphicFramePr>
          <p:cNvPr id="39942" name="Object 6">
            <a:extLst>
              <a:ext uri="{FF2B5EF4-FFF2-40B4-BE49-F238E27FC236}">
                <a16:creationId xmlns:a16="http://schemas.microsoft.com/office/drawing/2014/main" id="{B48CC8AB-19F2-D325-9A6D-6EE314ED0A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3925" y="1660525"/>
          <a:ext cx="165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1660525"/>
                        <a:ext cx="1651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>
            <a:extLst>
              <a:ext uri="{FF2B5EF4-FFF2-40B4-BE49-F238E27FC236}">
                <a16:creationId xmlns:a16="http://schemas.microsoft.com/office/drawing/2014/main" id="{A7C851C6-228E-AC6E-C90E-90B9B3CBE2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0800" y="2362200"/>
          <a:ext cx="1727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2362200"/>
                        <a:ext cx="1727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>
            <a:extLst>
              <a:ext uri="{FF2B5EF4-FFF2-40B4-BE49-F238E27FC236}">
                <a16:creationId xmlns:a16="http://schemas.microsoft.com/office/drawing/2014/main" id="{B30180CD-6D34-A3C5-9A86-BE4DE15615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514600"/>
          <a:ext cx="749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514600"/>
                        <a:ext cx="749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9">
            <a:extLst>
              <a:ext uri="{FF2B5EF4-FFF2-40B4-BE49-F238E27FC236}">
                <a16:creationId xmlns:a16="http://schemas.microsoft.com/office/drawing/2014/main" id="{B72EBE5F-C99B-D9B8-409D-7C853A1F2B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2428875"/>
          <a:ext cx="11620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428875"/>
                        <a:ext cx="116205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6" name="Text Box 10">
            <a:extLst>
              <a:ext uri="{FF2B5EF4-FFF2-40B4-BE49-F238E27FC236}">
                <a16:creationId xmlns:a16="http://schemas.microsoft.com/office/drawing/2014/main" id="{ECDF1C05-7C2D-7AFF-62B6-B7AD80F06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2863" y="2338388"/>
            <a:ext cx="3124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 </a:t>
            </a:r>
            <a:r>
              <a:rPr lang="zh-CN" altLang="en-US" sz="2400"/>
              <a:t>无穷</a:t>
            </a:r>
            <a:r>
              <a:rPr lang="en-US" altLang="zh-CN" sz="2400"/>
              <a:t>discontinuity point;</a:t>
            </a:r>
          </a:p>
        </p:txBody>
      </p:sp>
      <p:graphicFrame>
        <p:nvGraphicFramePr>
          <p:cNvPr id="39948" name="Object 12">
            <a:extLst>
              <a:ext uri="{FF2B5EF4-FFF2-40B4-BE49-F238E27FC236}">
                <a16:creationId xmlns:a16="http://schemas.microsoft.com/office/drawing/2014/main" id="{0091E726-45F3-CB43-C8A7-D95E86F208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0950" y="3294063"/>
          <a:ext cx="1644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3294063"/>
                        <a:ext cx="16446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0" name="Object 14">
            <a:extLst>
              <a:ext uri="{FF2B5EF4-FFF2-40B4-BE49-F238E27FC236}">
                <a16:creationId xmlns:a16="http://schemas.microsoft.com/office/drawing/2014/main" id="{96356D36-47CD-EE0C-28CA-5BE15B8E8C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3035300"/>
          <a:ext cx="1130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035300"/>
                        <a:ext cx="1130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1" name="Object 15">
            <a:extLst>
              <a:ext uri="{FF2B5EF4-FFF2-40B4-BE49-F238E27FC236}">
                <a16:creationId xmlns:a16="http://schemas.microsoft.com/office/drawing/2014/main" id="{683B4B96-9A4D-1EB9-438C-9AC51413B0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40250" y="3362325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0" y="3362325"/>
                        <a:ext cx="736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2" name="Object 16">
            <a:extLst>
              <a:ext uri="{FF2B5EF4-FFF2-40B4-BE49-F238E27FC236}">
                <a16:creationId xmlns:a16="http://schemas.microsoft.com/office/drawing/2014/main" id="{3FE02FC7-B935-7338-0148-413416BE62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2263" y="3286125"/>
          <a:ext cx="184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2263" y="3286125"/>
                        <a:ext cx="1841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4" name="Object 18">
            <a:extLst>
              <a:ext uri="{FF2B5EF4-FFF2-40B4-BE49-F238E27FC236}">
                <a16:creationId xmlns:a16="http://schemas.microsoft.com/office/drawing/2014/main" id="{B8901919-998D-2349-4D5A-2E32137963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1900" y="4187825"/>
          <a:ext cx="1727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00" y="4187825"/>
                        <a:ext cx="1727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6" name="Object 20">
            <a:extLst>
              <a:ext uri="{FF2B5EF4-FFF2-40B4-BE49-F238E27FC236}">
                <a16:creationId xmlns:a16="http://schemas.microsoft.com/office/drawing/2014/main" id="{11313309-9254-26D5-5326-E1B263B820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5500" y="3962400"/>
          <a:ext cx="1130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3962400"/>
                        <a:ext cx="1130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7" name="Object 21">
            <a:extLst>
              <a:ext uri="{FF2B5EF4-FFF2-40B4-BE49-F238E27FC236}">
                <a16:creationId xmlns:a16="http://schemas.microsoft.com/office/drawing/2014/main" id="{A3CBEA00-35D2-35E2-61F0-F25CE66EC4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4279900"/>
          <a:ext cx="736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279900"/>
                        <a:ext cx="736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8" name="Object 22">
            <a:extLst>
              <a:ext uri="{FF2B5EF4-FFF2-40B4-BE49-F238E27FC236}">
                <a16:creationId xmlns:a16="http://schemas.microsoft.com/office/drawing/2014/main" id="{54A7FFC4-D928-59E9-414C-03826BBCCD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4178300"/>
          <a:ext cx="1778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178300"/>
                        <a:ext cx="1778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9" name="Text Box 23">
            <a:extLst>
              <a:ext uri="{FF2B5EF4-FFF2-40B4-BE49-F238E27FC236}">
                <a16:creationId xmlns:a16="http://schemas.microsoft.com/office/drawing/2014/main" id="{5D0C66B2-D81A-32DE-DD49-F7FAD1C29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983163"/>
            <a:ext cx="76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39960" name="Object 24">
            <a:extLst>
              <a:ext uri="{FF2B5EF4-FFF2-40B4-BE49-F238E27FC236}">
                <a16:creationId xmlns:a16="http://schemas.microsoft.com/office/drawing/2014/main" id="{5A60AF52-6FB9-67A1-80DA-DB0FA2EE79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5056188"/>
          <a:ext cx="711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056188"/>
                        <a:ext cx="711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1" name="Text Box 25">
            <a:extLst>
              <a:ext uri="{FF2B5EF4-FFF2-40B4-BE49-F238E27FC236}">
                <a16:creationId xmlns:a16="http://schemas.microsoft.com/office/drawing/2014/main" id="{6CD0E975-6BF4-333A-4ED4-071BF332E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953000"/>
            <a:ext cx="25908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is jumpdiscontinuity point.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39963" name="Object 27">
            <a:extLst>
              <a:ext uri="{FF2B5EF4-FFF2-40B4-BE49-F238E27FC236}">
                <a16:creationId xmlns:a16="http://schemas.microsoft.com/office/drawing/2014/main" id="{8B476DA4-6C1C-635E-9BB4-73216D4190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1100" y="5638800"/>
          <a:ext cx="2019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5638800"/>
                        <a:ext cx="2019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5" name="Object 29">
            <a:extLst>
              <a:ext uri="{FF2B5EF4-FFF2-40B4-BE49-F238E27FC236}">
                <a16:creationId xmlns:a16="http://schemas.microsoft.com/office/drawing/2014/main" id="{39C2018E-14E2-BE89-28BF-3D23D2A631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6913" y="5638800"/>
          <a:ext cx="1574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5638800"/>
                        <a:ext cx="1574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 autoUpdateAnimBg="0"/>
      <p:bldP spid="39946" grpId="0" autoUpdateAnimBg="0"/>
      <p:bldP spid="39959" grpId="0" autoUpdateAnimBg="0"/>
      <p:bldP spid="3996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FE6D6-A42A-2808-A009-420B1E963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375" y="2103438"/>
            <a:ext cx="4319588" cy="1325562"/>
          </a:xfrm>
        </p:spPr>
        <p:txBody>
          <a:bodyPr/>
          <a:lstStyle/>
          <a:p>
            <a:pPr>
              <a:defRPr/>
            </a:pPr>
            <a:r>
              <a:rPr kumimoji="1" lang="en-US" altLang="zh-CN">
                <a:latin typeface="+mn-ea"/>
                <a:ea typeface="+mn-ea"/>
              </a:rPr>
              <a:t>Homework: 61</a:t>
            </a:r>
            <a:r>
              <a:rPr kumimoji="1" lang="zh-CN" altLang="en-US">
                <a:latin typeface="+mn-ea"/>
                <a:ea typeface="+mn-ea"/>
              </a:rPr>
              <a:t>页</a:t>
            </a:r>
            <a:br>
              <a:rPr kumimoji="1" lang="zh-CN" altLang="en-US">
                <a:latin typeface="+mn-ea"/>
                <a:ea typeface="+mn-ea"/>
              </a:rPr>
            </a:br>
            <a:br>
              <a:rPr kumimoji="1" lang="zh-CN" altLang="en-US">
                <a:latin typeface="+mn-ea"/>
                <a:ea typeface="+mn-ea"/>
              </a:rPr>
            </a:br>
            <a:r>
              <a:rPr kumimoji="1" lang="en-US" altLang="zh-CN">
                <a:latin typeface="+mn-ea"/>
                <a:ea typeface="+mn-ea"/>
              </a:rPr>
              <a:t>2(1); 3(2),(4); 4</a:t>
            </a:r>
            <a:endParaRPr kumimoji="1"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2350</TotalTime>
  <Words>437</Words>
  <Application>Microsoft Office PowerPoint</Application>
  <PresentationFormat>全屏显示(4:3)</PresentationFormat>
  <Paragraphs>136</Paragraphs>
  <Slides>13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等线</vt:lpstr>
      <vt:lpstr>Arial</vt:lpstr>
      <vt:lpstr>DengXian Light</vt:lpstr>
      <vt:lpstr>华文行楷</vt:lpstr>
      <vt:lpstr>Calibri</vt:lpstr>
      <vt:lpstr>楷体_GB2312</vt:lpstr>
      <vt:lpstr>Wingdings</vt:lpstr>
      <vt:lpstr>Office 主题​​</vt:lpstr>
      <vt:lpstr>Microsoft 公式 3.0</vt:lpstr>
      <vt:lpstr>Microsoft Equation 3.0</vt:lpstr>
      <vt:lpstr>PowerPoint 演示文稿</vt:lpstr>
      <vt:lpstr>I. functioncontinuity's Definition</vt:lpstr>
      <vt:lpstr>PowerPoint 演示文稿</vt:lpstr>
      <vt:lpstr>对independent variable's increment</vt:lpstr>
      <vt:lpstr>Example. Prooffunction</vt:lpstr>
      <vt:lpstr>II. function's discontinuity point</vt:lpstr>
      <vt:lpstr>discontinuity point分 class :</vt:lpstr>
      <vt:lpstr>for example:</vt:lpstr>
      <vt:lpstr>PowerPoint 演示文稿</vt:lpstr>
      <vt:lpstr>Summary</vt:lpstr>
      <vt:lpstr>Think and Exercise</vt:lpstr>
      <vt:lpstr>备 use题 确定function</vt:lpstr>
      <vt:lpstr>Homework: 61页  2(1); 3(2),(4); 4</vt:lpstr>
    </vt:vector>
  </TitlesOfParts>
  <Company>CUMT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第六节  函数的连续与间断</dc:title>
  <dc:creator>MATH</dc:creator>
  <cp:lastModifiedBy>Rui Li</cp:lastModifiedBy>
  <cp:revision>89</cp:revision>
  <dcterms:created xsi:type="dcterms:W3CDTF">1999-07-31T00:57:36Z</dcterms:created>
  <dcterms:modified xsi:type="dcterms:W3CDTF">2026-09-02T05:32:20Z</dcterms:modified>
</cp:coreProperties>
</file>