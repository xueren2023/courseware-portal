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6" r:id="rId2"/>
    <p:sldId id="287" r:id="rId3"/>
    <p:sldId id="280" r:id="rId4"/>
    <p:sldId id="270" r:id="rId5"/>
    <p:sldId id="281" r:id="rId6"/>
    <p:sldId id="271" r:id="rId7"/>
    <p:sldId id="272" r:id="rId8"/>
    <p:sldId id="273" r:id="rId9"/>
    <p:sldId id="285" r:id="rId10"/>
    <p:sldId id="282" r:id="rId11"/>
    <p:sldId id="276" r:id="rId12"/>
    <p:sldId id="284" r:id="rId1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8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43" autoAdjust="0"/>
    <p:restoredTop sz="90603" autoAdjust="0"/>
  </p:normalViewPr>
  <p:slideViewPr>
    <p:cSldViewPr>
      <p:cViewPr varScale="1">
        <p:scale>
          <a:sx n="86" d="100"/>
          <a:sy n="86" d="100"/>
        </p:scale>
        <p:origin x="1440" y="192"/>
      </p:cViewPr>
      <p:guideLst>
        <p:guide orient="horz" pos="3408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08233-73C6-7AE7-9F35-7D27694D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CF1173-B5A0-EF5C-E0F1-4B6E91D9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D2926-E3B5-4BCC-12E6-39BD2C2E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7534D-6783-4349-A5C6-6C3878F5EF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8666463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A88AE-7E74-0D88-5DA2-9CCFBFDB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2FF96D-E7D3-5F44-B781-5BE84163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6DDEB1-9EA4-CB49-ADD6-E8ACE3CB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E9358-B20E-46DD-9058-06F0109EA6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3871540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CA667-C179-AADF-4038-A1F2DBF8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3810AC-DA92-65D1-CF09-8EA0D335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FDD611-9BA9-9F95-E11F-26249253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B84A8-8191-436C-B57A-BBC5EBEAB1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3641627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8AAC028-35CF-94FC-FC4E-03F722EF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D654C6F-10A3-6563-1E55-19ED7656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2183AA3-76E2-74D7-4B9C-B4DA422B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741F2-D68A-4A70-B35C-D8931419E8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9384518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163ACB5-FD3F-7A7A-9E7B-DF6E35ACF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3E2953A-B5B1-7150-2BA7-FDFFB4FF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4806BFFF-A078-7F0C-7434-D897D92A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43FA3-2DF4-4AB6-99CA-D8A819E78F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808114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6C8CC8E-3EEC-AB6A-C743-8BBE3189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DED1042-B650-723E-A219-508BDA7C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5CE3D9C0-2E81-2C3A-A65F-4CDA4EAB7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0A61F-9049-43CE-8767-5C383BF897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8508924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37DB3BD9-6E66-6525-AAC0-83414083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51C5ACA-AA1C-3A9C-D442-FAAB9C4B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5FC84AE-7E97-D8F3-49F5-89D71063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BCB8D-93D9-4367-8142-49EA6B8A2D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3026350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6BED41D-49A8-6195-E0C0-75D7F61C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67F647B-CB39-7905-8ECA-6AE5F685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F98B4AA-993B-B72D-686A-95321D02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ADB9D5-A4B9-4B16-A08C-79FC219A74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6723829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1039308-16F1-900A-9D31-DB69A846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0EAB23D-418D-45EF-0651-2E493B66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975ADEC-206B-81FE-C4C7-24757DE0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25986-9872-4DCB-9796-323C1FA1DD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970657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64A8B-2AAB-9643-E403-8F31EB38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135190-9BE2-FCD9-004D-7A92038A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498D54-CF1C-6ADF-83CE-ED484256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215D7-7CAB-4141-A81C-AC697C0B90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42331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E7345D-414E-C66A-070E-15E48A773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66E91-EBA1-96A1-79C2-EC5D5DB8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7B11D-F3AC-9BE3-8228-4731BF03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28E44-1A6B-4DF2-BC97-AFDD64D5E9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819407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79E6A252-D335-B5FD-CEA7-A93D99040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C0168694-208E-EA1F-2819-CD702913E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1BBA41-A736-9FA3-8C81-60423206B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62497-ADFB-8EF8-0466-9E2D6CCB7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54DCA-BF67-11AB-93A9-B3841E887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5861C1E-875F-49EA-9FAE-3B5A377A26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1" name="Group 7">
            <a:extLst>
              <a:ext uri="{FF2B5EF4-FFF2-40B4-BE49-F238E27FC236}">
                <a16:creationId xmlns:a16="http://schemas.microsoft.com/office/drawing/2014/main" id="{722587E1-1F7F-BC66-9594-116942D0B9B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8" y="6556375"/>
            <a:ext cx="9026525" cy="144463"/>
            <a:chOff x="45" y="4130"/>
            <a:chExt cx="5686" cy="91"/>
          </a:xfrm>
        </p:grpSpPr>
        <p:sp>
          <p:nvSpPr>
            <p:cNvPr id="1043" name="Line 8">
              <a:extLst>
                <a:ext uri="{FF2B5EF4-FFF2-40B4-BE49-F238E27FC236}">
                  <a16:creationId xmlns:a16="http://schemas.microsoft.com/office/drawing/2014/main" id="{6349BD99-A8DC-4653-E5D7-7A25D8960AF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" y="4198"/>
              <a:ext cx="3582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9">
              <a:extLst>
                <a:ext uri="{FF2B5EF4-FFF2-40B4-BE49-F238E27FC236}">
                  <a16:creationId xmlns:a16="http://schemas.microsoft.com/office/drawing/2014/main" id="{5D5573D6-86C6-C009-6E63-7513B70FDE6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" y="4221"/>
              <a:ext cx="3582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10">
              <a:extLst>
                <a:ext uri="{FF2B5EF4-FFF2-40B4-BE49-F238E27FC236}">
                  <a16:creationId xmlns:a16="http://schemas.microsoft.com/office/drawing/2014/main" id="{10E7AD0E-5E90-8BDF-AA5F-26E58D2902C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3618" y="4130"/>
              <a:ext cx="63" cy="63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11">
              <a:extLst>
                <a:ext uri="{FF2B5EF4-FFF2-40B4-BE49-F238E27FC236}">
                  <a16:creationId xmlns:a16="http://schemas.microsoft.com/office/drawing/2014/main" id="{6554C2B0-1158-8BF0-4537-B4DC338AA31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3613" y="4153"/>
              <a:ext cx="63" cy="63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Line 12">
              <a:extLst>
                <a:ext uri="{FF2B5EF4-FFF2-40B4-BE49-F238E27FC236}">
                  <a16:creationId xmlns:a16="http://schemas.microsoft.com/office/drawing/2014/main" id="{FEAF5D49-2D49-F78D-43D5-F544369F73C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72" y="4135"/>
              <a:ext cx="2040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Line 13">
              <a:extLst>
                <a:ext uri="{FF2B5EF4-FFF2-40B4-BE49-F238E27FC236}">
                  <a16:creationId xmlns:a16="http://schemas.microsoft.com/office/drawing/2014/main" id="{0CF54F89-0129-7574-BF18-716387FD20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68" y="4159"/>
              <a:ext cx="2063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" name="Group 24">
            <a:extLst>
              <a:ext uri="{FF2B5EF4-FFF2-40B4-BE49-F238E27FC236}">
                <a16:creationId xmlns:a16="http://schemas.microsoft.com/office/drawing/2014/main" id="{86A590C7-C556-7B40-E081-3B38247986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463" y="17463"/>
            <a:ext cx="2879725" cy="2339975"/>
            <a:chOff x="11" y="11"/>
            <a:chExt cx="1814" cy="1474"/>
          </a:xfrm>
        </p:grpSpPr>
        <p:grpSp>
          <p:nvGrpSpPr>
            <p:cNvPr id="1033" name="Group 14">
              <a:extLst>
                <a:ext uri="{FF2B5EF4-FFF2-40B4-BE49-F238E27FC236}">
                  <a16:creationId xmlns:a16="http://schemas.microsoft.com/office/drawing/2014/main" id="{5D4E7786-B7F9-D312-C62D-B0DEE5A9830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1" y="79"/>
              <a:ext cx="1814" cy="43"/>
              <a:chOff x="11" y="81"/>
              <a:chExt cx="1814" cy="43"/>
            </a:xfrm>
          </p:grpSpPr>
          <p:sp>
            <p:nvSpPr>
              <p:cNvPr id="1039" name="Line 15">
                <a:extLst>
                  <a:ext uri="{FF2B5EF4-FFF2-40B4-BE49-F238E27FC236}">
                    <a16:creationId xmlns:a16="http://schemas.microsoft.com/office/drawing/2014/main" id="{DCF5DE26-6E41-E7B7-DACF-7AE6EF1B5D3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81"/>
                <a:ext cx="1814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0" name="Line 16">
                <a:extLst>
                  <a:ext uri="{FF2B5EF4-FFF2-40B4-BE49-F238E27FC236}">
                    <a16:creationId xmlns:a16="http://schemas.microsoft.com/office/drawing/2014/main" id="{1E6F7653-D3C1-BDDF-D4AE-25E6283A265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95"/>
                <a:ext cx="1700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1" name="Line 17">
                <a:extLst>
                  <a:ext uri="{FF2B5EF4-FFF2-40B4-BE49-F238E27FC236}">
                    <a16:creationId xmlns:a16="http://schemas.microsoft.com/office/drawing/2014/main" id="{422818E9-0F6C-E6C9-DD74-142CDB69FC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124"/>
                <a:ext cx="1474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Line 18">
                <a:extLst>
                  <a:ext uri="{FF2B5EF4-FFF2-40B4-BE49-F238E27FC236}">
                    <a16:creationId xmlns:a16="http://schemas.microsoft.com/office/drawing/2014/main" id="{1D5018C1-01B3-446E-1242-FDD4276C010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108"/>
                <a:ext cx="1587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4" name="Group 19">
              <a:extLst>
                <a:ext uri="{FF2B5EF4-FFF2-40B4-BE49-F238E27FC236}">
                  <a16:creationId xmlns:a16="http://schemas.microsoft.com/office/drawing/2014/main" id="{B399FA20-9B29-2F9B-1135-3F0C7B49304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79" y="11"/>
              <a:ext cx="47" cy="1474"/>
              <a:chOff x="79" y="11"/>
              <a:chExt cx="47" cy="1474"/>
            </a:xfrm>
          </p:grpSpPr>
          <p:sp>
            <p:nvSpPr>
              <p:cNvPr id="1035" name="Line 20">
                <a:extLst>
                  <a:ext uri="{FF2B5EF4-FFF2-40B4-BE49-F238E27FC236}">
                    <a16:creationId xmlns:a16="http://schemas.microsoft.com/office/drawing/2014/main" id="{8B419370-8412-D226-3452-CB667DDBE3C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9" y="11"/>
                <a:ext cx="0" cy="1474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Line 21">
                <a:extLst>
                  <a:ext uri="{FF2B5EF4-FFF2-40B4-BE49-F238E27FC236}">
                    <a16:creationId xmlns:a16="http://schemas.microsoft.com/office/drawing/2014/main" id="{0CF66CEF-D165-C2D2-2C9B-3B600EBDD3E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5" y="11"/>
                <a:ext cx="0" cy="136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Line 22">
                <a:extLst>
                  <a:ext uri="{FF2B5EF4-FFF2-40B4-BE49-F238E27FC236}">
                    <a16:creationId xmlns:a16="http://schemas.microsoft.com/office/drawing/2014/main" id="{2696A545-7A6F-3919-8110-FA80279A796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1" y="11"/>
                <a:ext cx="0" cy="1247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Line 23">
                <a:extLst>
                  <a:ext uri="{FF2B5EF4-FFF2-40B4-BE49-F238E27FC236}">
                    <a16:creationId xmlns:a16="http://schemas.microsoft.com/office/drawing/2014/main" id="{D40BC6D5-7BC8-D88C-0F9D-85C2BC32AA6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26" y="11"/>
                <a:ext cx="0" cy="1134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5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8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3.e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emf"/><Relationship Id="rId18" Type="http://schemas.openxmlformats.org/officeDocument/2006/relationships/image" Target="../media/image26.emf"/><Relationship Id="rId26" Type="http://schemas.openxmlformats.org/officeDocument/2006/relationships/oleObject" Target="../embeddings/oleObject23.bin"/><Relationship Id="rId3" Type="http://schemas.openxmlformats.org/officeDocument/2006/relationships/image" Target="../media/image19.emf"/><Relationship Id="rId21" Type="http://schemas.openxmlformats.org/officeDocument/2006/relationships/image" Target="../media/image27.emf"/><Relationship Id="rId34" Type="http://schemas.openxmlformats.org/officeDocument/2006/relationships/image" Target="../media/image34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18.bin"/><Relationship Id="rId25" Type="http://schemas.openxmlformats.org/officeDocument/2006/relationships/image" Target="../media/image29.emf"/><Relationship Id="rId33" Type="http://schemas.openxmlformats.org/officeDocument/2006/relationships/oleObject" Target="../embeddings/oleObject26.bin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20.bin"/><Relationship Id="rId29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3.emf"/><Relationship Id="rId24" Type="http://schemas.openxmlformats.org/officeDocument/2006/relationships/oleObject" Target="../embeddings/oleObject22.bin"/><Relationship Id="rId32" Type="http://schemas.openxmlformats.org/officeDocument/2006/relationships/image" Target="../media/image33.emf"/><Relationship Id="rId5" Type="http://schemas.openxmlformats.org/officeDocument/2006/relationships/image" Target="../media/image20.emf"/><Relationship Id="rId15" Type="http://schemas.openxmlformats.org/officeDocument/2006/relationships/image" Target="../media/image25.emf"/><Relationship Id="rId23" Type="http://schemas.openxmlformats.org/officeDocument/2006/relationships/image" Target="../media/image28.emf"/><Relationship Id="rId28" Type="http://schemas.openxmlformats.org/officeDocument/2006/relationships/oleObject" Target="../embeddings/oleObject24.bin"/><Relationship Id="rId10" Type="http://schemas.openxmlformats.org/officeDocument/2006/relationships/oleObject" Target="../embeddings/oleObject14.bin"/><Relationship Id="rId19" Type="http://schemas.openxmlformats.org/officeDocument/2006/relationships/oleObject" Target="../embeddings/oleObject19.bin"/><Relationship Id="rId31" Type="http://schemas.openxmlformats.org/officeDocument/2006/relationships/image" Target="../media/image32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1.bin"/><Relationship Id="rId27" Type="http://schemas.openxmlformats.org/officeDocument/2006/relationships/image" Target="../media/image30.emf"/><Relationship Id="rId30" Type="http://schemas.openxmlformats.org/officeDocument/2006/relationships/image" Target="../media/image31.emf"/><Relationship Id="rId8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.bin"/><Relationship Id="rId18" Type="http://schemas.openxmlformats.org/officeDocument/2006/relationships/image" Target="../media/image42.emf"/><Relationship Id="rId26" Type="http://schemas.openxmlformats.org/officeDocument/2006/relationships/image" Target="../media/image46.emf"/><Relationship Id="rId21" Type="http://schemas.openxmlformats.org/officeDocument/2006/relationships/oleObject" Target="../embeddings/oleObject35.bin"/><Relationship Id="rId34" Type="http://schemas.openxmlformats.org/officeDocument/2006/relationships/image" Target="../media/image50.emf"/><Relationship Id="rId7" Type="http://schemas.openxmlformats.org/officeDocument/2006/relationships/image" Target="../media/image36.emf"/><Relationship Id="rId12" Type="http://schemas.openxmlformats.org/officeDocument/2006/relationships/image" Target="../media/image39.emf"/><Relationship Id="rId17" Type="http://schemas.openxmlformats.org/officeDocument/2006/relationships/oleObject" Target="../embeddings/oleObject33.bin"/><Relationship Id="rId25" Type="http://schemas.openxmlformats.org/officeDocument/2006/relationships/oleObject" Target="../embeddings/oleObject37.bin"/><Relationship Id="rId33" Type="http://schemas.openxmlformats.org/officeDocument/2006/relationships/oleObject" Target="../embeddings/oleObject41.bin"/><Relationship Id="rId38" Type="http://schemas.openxmlformats.org/officeDocument/2006/relationships/image" Target="../media/image52.emf"/><Relationship Id="rId2" Type="http://schemas.openxmlformats.org/officeDocument/2006/relationships/oleObject" Target="../embeddings/oleObject11.bin"/><Relationship Id="rId16" Type="http://schemas.openxmlformats.org/officeDocument/2006/relationships/image" Target="../media/image41.emf"/><Relationship Id="rId20" Type="http://schemas.openxmlformats.org/officeDocument/2006/relationships/image" Target="../media/image43.emf"/><Relationship Id="rId29" Type="http://schemas.openxmlformats.org/officeDocument/2006/relationships/oleObject" Target="../embeddings/oleObject3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.bin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45.emf"/><Relationship Id="rId32" Type="http://schemas.openxmlformats.org/officeDocument/2006/relationships/image" Target="../media/image49.emf"/><Relationship Id="rId37" Type="http://schemas.openxmlformats.org/officeDocument/2006/relationships/oleObject" Target="../embeddings/oleObject43.bin"/><Relationship Id="rId5" Type="http://schemas.openxmlformats.org/officeDocument/2006/relationships/image" Target="../media/image35.emf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28" Type="http://schemas.openxmlformats.org/officeDocument/2006/relationships/image" Target="../media/image47.emf"/><Relationship Id="rId36" Type="http://schemas.openxmlformats.org/officeDocument/2006/relationships/image" Target="../media/image51.emf"/><Relationship Id="rId10" Type="http://schemas.openxmlformats.org/officeDocument/2006/relationships/image" Target="../media/image38.emf"/><Relationship Id="rId19" Type="http://schemas.openxmlformats.org/officeDocument/2006/relationships/oleObject" Target="../embeddings/oleObject34.bin"/><Relationship Id="rId31" Type="http://schemas.openxmlformats.org/officeDocument/2006/relationships/oleObject" Target="../embeddings/oleObject4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7.emf"/><Relationship Id="rId14" Type="http://schemas.openxmlformats.org/officeDocument/2006/relationships/image" Target="../media/image40.emf"/><Relationship Id="rId22" Type="http://schemas.openxmlformats.org/officeDocument/2006/relationships/image" Target="../media/image44.emf"/><Relationship Id="rId27" Type="http://schemas.openxmlformats.org/officeDocument/2006/relationships/oleObject" Target="../embeddings/oleObject38.bin"/><Relationship Id="rId30" Type="http://schemas.openxmlformats.org/officeDocument/2006/relationships/image" Target="../media/image48.emf"/><Relationship Id="rId35" Type="http://schemas.openxmlformats.org/officeDocument/2006/relationships/oleObject" Target="../embeddings/oleObject42.bin"/><Relationship Id="rId8" Type="http://schemas.openxmlformats.org/officeDocument/2006/relationships/oleObject" Target="../embeddings/oleObject29.bin"/><Relationship Id="rId3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8.emf"/><Relationship Id="rId18" Type="http://schemas.openxmlformats.org/officeDocument/2006/relationships/image" Target="../media/image60.emf"/><Relationship Id="rId26" Type="http://schemas.openxmlformats.org/officeDocument/2006/relationships/image" Target="../media/image64.emf"/><Relationship Id="rId3" Type="http://schemas.openxmlformats.org/officeDocument/2006/relationships/image" Target="../media/image53.emf"/><Relationship Id="rId21" Type="http://schemas.openxmlformats.org/officeDocument/2006/relationships/oleObject" Target="../embeddings/oleObject54.bin"/><Relationship Id="rId7" Type="http://schemas.openxmlformats.org/officeDocument/2006/relationships/image" Target="../media/image55.emf"/><Relationship Id="rId12" Type="http://schemas.openxmlformats.org/officeDocument/2006/relationships/oleObject" Target="../embeddings/oleObject49.bin"/><Relationship Id="rId17" Type="http://schemas.openxmlformats.org/officeDocument/2006/relationships/oleObject" Target="../embeddings/oleObject52.bin"/><Relationship Id="rId25" Type="http://schemas.openxmlformats.org/officeDocument/2006/relationships/oleObject" Target="../embeddings/oleObject56.bin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20" Type="http://schemas.openxmlformats.org/officeDocument/2006/relationships/image" Target="../media/image61.emf"/><Relationship Id="rId29" Type="http://schemas.openxmlformats.org/officeDocument/2006/relationships/oleObject" Target="../embeddings/oleObject5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7.emf"/><Relationship Id="rId24" Type="http://schemas.openxmlformats.org/officeDocument/2006/relationships/image" Target="../media/image63.emf"/><Relationship Id="rId5" Type="http://schemas.openxmlformats.org/officeDocument/2006/relationships/image" Target="../media/image54.emf"/><Relationship Id="rId15" Type="http://schemas.openxmlformats.org/officeDocument/2006/relationships/image" Target="../media/image59.emf"/><Relationship Id="rId23" Type="http://schemas.openxmlformats.org/officeDocument/2006/relationships/oleObject" Target="../embeddings/oleObject55.bin"/><Relationship Id="rId28" Type="http://schemas.openxmlformats.org/officeDocument/2006/relationships/image" Target="../media/image65.emf"/><Relationship Id="rId10" Type="http://schemas.openxmlformats.org/officeDocument/2006/relationships/oleObject" Target="../embeddings/oleObject48.bin"/><Relationship Id="rId19" Type="http://schemas.openxmlformats.org/officeDocument/2006/relationships/oleObject" Target="../embeddings/oleObject53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6.emf"/><Relationship Id="rId14" Type="http://schemas.openxmlformats.org/officeDocument/2006/relationships/oleObject" Target="../embeddings/oleObject50.bin"/><Relationship Id="rId22" Type="http://schemas.openxmlformats.org/officeDocument/2006/relationships/image" Target="../media/image62.emf"/><Relationship Id="rId27" Type="http://schemas.openxmlformats.org/officeDocument/2006/relationships/oleObject" Target="../embeddings/oleObject57.bin"/><Relationship Id="rId30" Type="http://schemas.openxmlformats.org/officeDocument/2006/relationships/image" Target="../media/image6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74.emf"/><Relationship Id="rId26" Type="http://schemas.openxmlformats.org/officeDocument/2006/relationships/image" Target="../media/image78.emf"/><Relationship Id="rId3" Type="http://schemas.openxmlformats.org/officeDocument/2006/relationships/image" Target="../media/image67.emf"/><Relationship Id="rId21" Type="http://schemas.openxmlformats.org/officeDocument/2006/relationships/oleObject" Target="../embeddings/oleObject69.bin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64.bin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2" Type="http://schemas.openxmlformats.org/officeDocument/2006/relationships/oleObject" Target="../embeddings/oleObject59.bin"/><Relationship Id="rId16" Type="http://schemas.openxmlformats.org/officeDocument/2006/relationships/image" Target="../media/image73.emf"/><Relationship Id="rId20" Type="http://schemas.openxmlformats.org/officeDocument/2006/relationships/image" Target="../media/image75.emf"/><Relationship Id="rId29" Type="http://schemas.openxmlformats.org/officeDocument/2006/relationships/oleObject" Target="../embeddings/oleObject7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1.emf"/><Relationship Id="rId24" Type="http://schemas.openxmlformats.org/officeDocument/2006/relationships/image" Target="../media/image77.emf"/><Relationship Id="rId32" Type="http://schemas.openxmlformats.org/officeDocument/2006/relationships/image" Target="../media/image81.emf"/><Relationship Id="rId5" Type="http://schemas.openxmlformats.org/officeDocument/2006/relationships/image" Target="../media/image68.emf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28" Type="http://schemas.openxmlformats.org/officeDocument/2006/relationships/image" Target="../media/image79.emf"/><Relationship Id="rId10" Type="http://schemas.openxmlformats.org/officeDocument/2006/relationships/oleObject" Target="../embeddings/oleObject63.bin"/><Relationship Id="rId19" Type="http://schemas.openxmlformats.org/officeDocument/2006/relationships/oleObject" Target="../embeddings/oleObject68.bin"/><Relationship Id="rId31" Type="http://schemas.openxmlformats.org/officeDocument/2006/relationships/oleObject" Target="../embeddings/oleObject74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70.emf"/><Relationship Id="rId14" Type="http://schemas.openxmlformats.org/officeDocument/2006/relationships/image" Target="../media/image72.emf"/><Relationship Id="rId22" Type="http://schemas.openxmlformats.org/officeDocument/2006/relationships/image" Target="../media/image76.emf"/><Relationship Id="rId27" Type="http://schemas.openxmlformats.org/officeDocument/2006/relationships/oleObject" Target="../embeddings/oleObject72.bin"/><Relationship Id="rId30" Type="http://schemas.openxmlformats.org/officeDocument/2006/relationships/image" Target="../media/image8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7.emf"/><Relationship Id="rId18" Type="http://schemas.openxmlformats.org/officeDocument/2006/relationships/oleObject" Target="../embeddings/oleObject83.bin"/><Relationship Id="rId3" Type="http://schemas.openxmlformats.org/officeDocument/2006/relationships/image" Target="../media/image82.emf"/><Relationship Id="rId21" Type="http://schemas.openxmlformats.org/officeDocument/2006/relationships/image" Target="../media/image91.emf"/><Relationship Id="rId7" Type="http://schemas.openxmlformats.org/officeDocument/2006/relationships/image" Target="../media/image84.e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9.e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6.emf"/><Relationship Id="rId5" Type="http://schemas.openxmlformats.org/officeDocument/2006/relationships/image" Target="../media/image83.emf"/><Relationship Id="rId15" Type="http://schemas.openxmlformats.org/officeDocument/2006/relationships/image" Target="../media/image88.emf"/><Relationship Id="rId23" Type="http://schemas.openxmlformats.org/officeDocument/2006/relationships/image" Target="../media/image92.emf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90.e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5.e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8.emf"/><Relationship Id="rId18" Type="http://schemas.openxmlformats.org/officeDocument/2006/relationships/oleObject" Target="../embeddings/oleObject94.bin"/><Relationship Id="rId3" Type="http://schemas.openxmlformats.org/officeDocument/2006/relationships/image" Target="../media/image93.emf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100.emf"/><Relationship Id="rId2" Type="http://schemas.openxmlformats.org/officeDocument/2006/relationships/oleObject" Target="../embeddings/oleObject86.bin"/><Relationship Id="rId16" Type="http://schemas.openxmlformats.org/officeDocument/2006/relationships/oleObject" Target="../embeddings/oleObject9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97.emf"/><Relationship Id="rId5" Type="http://schemas.openxmlformats.org/officeDocument/2006/relationships/image" Target="../media/image94.emf"/><Relationship Id="rId15" Type="http://schemas.openxmlformats.org/officeDocument/2006/relationships/image" Target="../media/image99.e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101.e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6.emf"/><Relationship Id="rId14" Type="http://schemas.openxmlformats.org/officeDocument/2006/relationships/oleObject" Target="../embeddings/oleObject9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7.emf"/><Relationship Id="rId18" Type="http://schemas.openxmlformats.org/officeDocument/2006/relationships/oleObject" Target="../embeddings/oleObject103.bin"/><Relationship Id="rId3" Type="http://schemas.openxmlformats.org/officeDocument/2006/relationships/image" Target="../media/image102.emf"/><Relationship Id="rId21" Type="http://schemas.openxmlformats.org/officeDocument/2006/relationships/image" Target="../media/image111.emf"/><Relationship Id="rId7" Type="http://schemas.openxmlformats.org/officeDocument/2006/relationships/image" Target="../media/image104.e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9.e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6.emf"/><Relationship Id="rId5" Type="http://schemas.openxmlformats.org/officeDocument/2006/relationships/image" Target="../media/image103.emf"/><Relationship Id="rId15" Type="http://schemas.openxmlformats.org/officeDocument/2006/relationships/image" Target="../media/image108.e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10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5.emf"/><Relationship Id="rId14" Type="http://schemas.openxmlformats.org/officeDocument/2006/relationships/oleObject" Target="../embeddings/oleObject10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7.emf"/><Relationship Id="rId3" Type="http://schemas.openxmlformats.org/officeDocument/2006/relationships/image" Target="../media/image112.emf"/><Relationship Id="rId7" Type="http://schemas.openxmlformats.org/officeDocument/2006/relationships/image" Target="../media/image114.emf"/><Relationship Id="rId12" Type="http://schemas.openxmlformats.org/officeDocument/2006/relationships/oleObject" Target="../embeddings/oleObject110.bin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6.emf"/><Relationship Id="rId5" Type="http://schemas.openxmlformats.org/officeDocument/2006/relationships/image" Target="../media/image113.emf"/><Relationship Id="rId15" Type="http://schemas.openxmlformats.org/officeDocument/2006/relationships/image" Target="../media/image118.e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5.emf"/><Relationship Id="rId14" Type="http://schemas.openxmlformats.org/officeDocument/2006/relationships/oleObject" Target="../embeddings/oleObject11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oleObject" Target="../embeddings/oleObject118.bin"/><Relationship Id="rId18" Type="http://schemas.openxmlformats.org/officeDocument/2006/relationships/oleObject" Target="../embeddings/oleObject121.bin"/><Relationship Id="rId3" Type="http://schemas.openxmlformats.org/officeDocument/2006/relationships/image" Target="../media/image119.emf"/><Relationship Id="rId21" Type="http://schemas.openxmlformats.org/officeDocument/2006/relationships/image" Target="../media/image127.emf"/><Relationship Id="rId7" Type="http://schemas.openxmlformats.org/officeDocument/2006/relationships/image" Target="../media/image121.e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25.e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23.emf"/><Relationship Id="rId5" Type="http://schemas.openxmlformats.org/officeDocument/2006/relationships/image" Target="../media/image120.emf"/><Relationship Id="rId15" Type="http://schemas.openxmlformats.org/officeDocument/2006/relationships/image" Target="../media/image124.e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126.e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22.emf"/><Relationship Id="rId14" Type="http://schemas.openxmlformats.org/officeDocument/2006/relationships/oleObject" Target="../embeddings/oleObject1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2">
            <a:extLst>
              <a:ext uri="{FF2B5EF4-FFF2-40B4-BE49-F238E27FC236}">
                <a16:creationId xmlns:a16="http://schemas.microsoft.com/office/drawing/2014/main" id="{E434E184-02FF-E3EF-A393-83213752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0525"/>
            <a:ext cx="2592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7</a:t>
            </a:r>
            <a:endParaRPr lang="zh-CN" altLang="en-US" sz="6000">
              <a:latin typeface="Calibri" panose="020F0502020204030204" pitchFamily="34" charset="0"/>
            </a:endParaRPr>
          </a:p>
        </p:txBody>
      </p:sp>
      <p:sp>
        <p:nvSpPr>
          <p:cNvPr id="13314" name="矩形 3">
            <a:extLst>
              <a:ext uri="{FF2B5EF4-FFF2-40B4-BE49-F238E27FC236}">
                <a16:creationId xmlns:a16="http://schemas.microsoft.com/office/drawing/2014/main" id="{B91172FA-9370-6688-07FB-032FCC635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881313"/>
            <a:ext cx="592021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infinitesimal's compare</a:t>
            </a:r>
            <a:r>
              <a:rPr lang="zh-CN" altLang="en-US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较</a:t>
            </a:r>
          </a:p>
        </p:txBody>
      </p:sp>
      <p:sp>
        <p:nvSpPr>
          <p:cNvPr id="13315" name="矩形 4">
            <a:extLst>
              <a:ext uri="{FF2B5EF4-FFF2-40B4-BE49-F238E27FC236}">
                <a16:creationId xmlns:a16="http://schemas.microsoft.com/office/drawing/2014/main" id="{0101D82D-D2C8-2525-CE29-556AD339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13995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3316" name="矩形 6">
            <a:extLst>
              <a:ext uri="{FF2B5EF4-FFF2-40B4-BE49-F238E27FC236}">
                <a16:creationId xmlns:a16="http://schemas.microsoft.com/office/drawing/2014/main" id="{E1BC8ED9-157B-89E0-0349-C4A215B3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2973388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3317" name="矩形 7">
            <a:extLst>
              <a:ext uri="{FF2B5EF4-FFF2-40B4-BE49-F238E27FC236}">
                <a16:creationId xmlns:a16="http://schemas.microsoft.com/office/drawing/2014/main" id="{60714A1D-53FD-09FF-C25B-623D47E56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19" y="390525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Calibri" panose="020F0502020204030204" pitchFamily="34" charset="0"/>
              </a:rPr>
              <a:t>Chapter 1</a:t>
            </a:r>
            <a:endParaRPr lang="zh-CN" altLang="en-US" sz="18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13318" name="图片 8" descr="卡通人物&#10;&#10;描述已自动生成">
            <a:extLst>
              <a:ext uri="{FF2B5EF4-FFF2-40B4-BE49-F238E27FC236}">
                <a16:creationId xmlns:a16="http://schemas.microsoft.com/office/drawing/2014/main" id="{A7C33E31-5E96-A7A5-F1BE-7819A0D02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700588"/>
            <a:ext cx="19431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矩形 21">
            <a:extLst>
              <a:ext uri="{FF2B5EF4-FFF2-40B4-BE49-F238E27FC236}">
                <a16:creationId xmlns:a16="http://schemas.microsoft.com/office/drawing/2014/main" id="{DADE5588-3FEB-43D6-C1B4-7E52BE9C9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13995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24578" name="矩形 22">
            <a:extLst>
              <a:ext uri="{FF2B5EF4-FFF2-40B4-BE49-F238E27FC236}">
                <a16:creationId xmlns:a16="http://schemas.microsoft.com/office/drawing/2014/main" id="{F39BCF21-46C1-4812-5D04-6032C3545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2973388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6A83CE0A-5EBF-276A-473D-B0492EBE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16113"/>
            <a:ext cx="10080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</a:rPr>
              <a:t>引</a:t>
            </a:r>
            <a:r>
              <a:rPr lang="en-US" altLang="zh-CN" sz="2400" b="1">
                <a:solidFill>
                  <a:schemeClr val="tx2"/>
                </a:solidFill>
              </a:rPr>
              <a:t>Example .</a:t>
            </a:r>
          </a:p>
        </p:txBody>
      </p:sp>
      <p:pic>
        <p:nvPicPr>
          <p:cNvPr id="24580" name="图片 26">
            <a:extLst>
              <a:ext uri="{FF2B5EF4-FFF2-40B4-BE49-F238E27FC236}">
                <a16:creationId xmlns:a16="http://schemas.microsoft.com/office/drawing/2014/main" id="{6FC381A2-4E4C-305C-F465-21D089B83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238" y="1916113"/>
            <a:ext cx="1268412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图片 27">
            <a:extLst>
              <a:ext uri="{FF2B5EF4-FFF2-40B4-BE49-F238E27FC236}">
                <a16:creationId xmlns:a16="http://schemas.microsoft.com/office/drawing/2014/main" id="{B72087E5-34A3-505A-C7BE-581FDFFE7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688" y="1844675"/>
            <a:ext cx="19050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82" name="Text Box 7">
            <a:extLst>
              <a:ext uri="{FF2B5EF4-FFF2-40B4-BE49-F238E27FC236}">
                <a16:creationId xmlns:a16="http://schemas.microsoft.com/office/drawing/2014/main" id="{B34CE342-DB7F-9259-E6B4-20A92CB8F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88" y="1916113"/>
            <a:ext cx="23987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all is infinitesimal, but</a:t>
            </a:r>
          </a:p>
        </p:txBody>
      </p:sp>
      <p:pic>
        <p:nvPicPr>
          <p:cNvPr id="24583" name="图片 29">
            <a:extLst>
              <a:ext uri="{FF2B5EF4-FFF2-40B4-BE49-F238E27FC236}">
                <a16:creationId xmlns:a16="http://schemas.microsoft.com/office/drawing/2014/main" id="{60C6B882-C884-58A3-9FE9-D76AF9B8F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88" y="2708275"/>
            <a:ext cx="10668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84" name="图片 30">
            <a:extLst>
              <a:ext uri="{FF2B5EF4-FFF2-40B4-BE49-F238E27FC236}">
                <a16:creationId xmlns:a16="http://schemas.microsoft.com/office/drawing/2014/main" id="{570A8DE2-7AE2-E31C-4226-A1FDB7277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3068638"/>
            <a:ext cx="595312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5" name="图片 31">
            <a:extLst>
              <a:ext uri="{FF2B5EF4-FFF2-40B4-BE49-F238E27FC236}">
                <a16:creationId xmlns:a16="http://schemas.microsoft.com/office/drawing/2014/main" id="{475380A5-1986-7E9A-A9A4-C35E87D93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0" y="2794000"/>
            <a:ext cx="1346200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86" name="图片 32">
            <a:extLst>
              <a:ext uri="{FF2B5EF4-FFF2-40B4-BE49-F238E27FC236}">
                <a16:creationId xmlns:a16="http://schemas.microsoft.com/office/drawing/2014/main" id="{B0255980-0128-F29A-DF3E-307BE3CB6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775" y="2852738"/>
            <a:ext cx="750888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7" name="图片 33">
            <a:extLst>
              <a:ext uri="{FF2B5EF4-FFF2-40B4-BE49-F238E27FC236}">
                <a16:creationId xmlns:a16="http://schemas.microsoft.com/office/drawing/2014/main" id="{603E1EC7-FF26-853A-772E-ABBBC58EE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275" y="4005263"/>
            <a:ext cx="13335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88" name="图片 34">
            <a:extLst>
              <a:ext uri="{FF2B5EF4-FFF2-40B4-BE49-F238E27FC236}">
                <a16:creationId xmlns:a16="http://schemas.microsoft.com/office/drawing/2014/main" id="{F71410BC-027B-9CED-1549-8636E5C3C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262438"/>
            <a:ext cx="661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75">
            <a:extLst>
              <a:ext uri="{FF2B5EF4-FFF2-40B4-BE49-F238E27FC236}">
                <a16:creationId xmlns:a16="http://schemas.microsoft.com/office/drawing/2014/main" id="{85851622-1014-D52A-96CA-0F21F329B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0388" y="5403850"/>
            <a:ext cx="6253635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can</a:t>
            </a:r>
            <a:r>
              <a:rPr lang="zh-CN" altLang="en-US" sz="2400">
                <a:latin typeface="+mn-ea"/>
                <a:ea typeface="+mn-ea"/>
              </a:rPr>
              <a:t>见</a:t>
            </a:r>
            <a:r>
              <a:rPr lang="en-US" altLang="zh-CN" sz="2400">
                <a:latin typeface="+mn-ea"/>
                <a:ea typeface="+mn-ea"/>
              </a:rPr>
              <a:t>infinitesimaltends to 0 's rate is varied's .</a:t>
            </a:r>
            <a:endParaRPr lang="en-US" altLang="zh-CN" sz="2400" dirty="0">
              <a:latin typeface="+mn-ea"/>
              <a:ea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02" name="Object 50">
            <a:extLst>
              <a:ext uri="{FF2B5EF4-FFF2-40B4-BE49-F238E27FC236}">
                <a16:creationId xmlns:a16="http://schemas.microsoft.com/office/drawing/2014/main" id="{ED3EEEA8-A69D-8A5E-E4A4-D17B50E09A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213" y="4005263"/>
          <a:ext cx="2298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4005263"/>
                        <a:ext cx="22987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7">
            <a:extLst>
              <a:ext uri="{FF2B5EF4-FFF2-40B4-BE49-F238E27FC236}">
                <a16:creationId xmlns:a16="http://schemas.microsoft.com/office/drawing/2014/main" id="{33936C05-5333-F3CA-6627-4F040DBB4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93675"/>
            <a:ext cx="885825" cy="6445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Definition.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49164" name="Object 12">
            <a:extLst>
              <a:ext uri="{FF2B5EF4-FFF2-40B4-BE49-F238E27FC236}">
                <a16:creationId xmlns:a16="http://schemas.microsoft.com/office/drawing/2014/main" id="{C57E70A2-F7F3-9E7A-7191-5CB4C181E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213" y="901700"/>
          <a:ext cx="1511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901700"/>
                        <a:ext cx="1511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Text Box 13">
            <a:extLst>
              <a:ext uri="{FF2B5EF4-FFF2-40B4-BE49-F238E27FC236}">
                <a16:creationId xmlns:a16="http://schemas.microsoft.com/office/drawing/2014/main" id="{0C49E23B-430D-18F4-AEB3-EB05D228C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1022350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sp>
        <p:nvSpPr>
          <p:cNvPr id="49167" name="Text Box 15">
            <a:extLst>
              <a:ext uri="{FF2B5EF4-FFF2-40B4-BE49-F238E27FC236}">
                <a16:creationId xmlns:a16="http://schemas.microsoft.com/office/drawing/2014/main" id="{3E04ECBE-669B-DB3A-6B4A-0168736BC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022350"/>
            <a:ext cx="47656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then</a:t>
            </a:r>
            <a:r>
              <a:rPr lang="zh-CN" altLang="en-US" sz="2400">
                <a:latin typeface="+mn-ea"/>
                <a:ea typeface="+mn-ea"/>
              </a:rPr>
              <a:t>称  </a:t>
            </a:r>
            <a:r>
              <a:rPr lang="en-US" altLang="zh-CN" sz="2400">
                <a:latin typeface="+mn-ea"/>
                <a:ea typeface="+mn-ea"/>
              </a:rPr>
              <a:t>is compare  </a:t>
            </a:r>
            <a:r>
              <a:rPr lang="zh-CN" altLang="en-US" sz="2400">
                <a:latin typeface="+mn-ea"/>
                <a:ea typeface="+mn-ea"/>
              </a:rPr>
              <a:t>高</a:t>
            </a:r>
            <a:r>
              <a:rPr lang="en-US" altLang="zh-CN" sz="2400">
                <a:latin typeface="+mn-ea"/>
                <a:ea typeface="+mn-ea"/>
              </a:rPr>
              <a:t>order's infinitesimal,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49170" name="Object 18">
            <a:extLst>
              <a:ext uri="{FF2B5EF4-FFF2-40B4-BE49-F238E27FC236}">
                <a16:creationId xmlns:a16="http://schemas.microsoft.com/office/drawing/2014/main" id="{501C84AE-C8DB-AADD-6584-A01A660FC9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1238" y="1073150"/>
          <a:ext cx="13430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1238" y="1073150"/>
                        <a:ext cx="13430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1" name="Object 19">
            <a:extLst>
              <a:ext uri="{FF2B5EF4-FFF2-40B4-BE49-F238E27FC236}">
                <a16:creationId xmlns:a16="http://schemas.microsoft.com/office/drawing/2014/main" id="{23B98627-B1B3-25A3-A127-FAE19DE562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213" y="1844675"/>
          <a:ext cx="1600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1844675"/>
                        <a:ext cx="1600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2" name="Text Box 20">
            <a:extLst>
              <a:ext uri="{FF2B5EF4-FFF2-40B4-BE49-F238E27FC236}">
                <a16:creationId xmlns:a16="http://schemas.microsoft.com/office/drawing/2014/main" id="{C313168E-8B0E-E6CC-9B09-647598F1C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2008188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sp>
        <p:nvSpPr>
          <p:cNvPr id="49177" name="Text Box 25">
            <a:extLst>
              <a:ext uri="{FF2B5EF4-FFF2-40B4-BE49-F238E27FC236}">
                <a16:creationId xmlns:a16="http://schemas.microsoft.com/office/drawing/2014/main" id="{91A53FDD-F80D-18C1-4812-6A962FB0A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302101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sp>
        <p:nvSpPr>
          <p:cNvPr id="49182" name="Text Box 30">
            <a:extLst>
              <a:ext uri="{FF2B5EF4-FFF2-40B4-BE49-F238E27FC236}">
                <a16:creationId xmlns:a16="http://schemas.microsoft.com/office/drawing/2014/main" id="{93CB58A4-C471-461D-41F9-A48C9A8A0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4175125"/>
            <a:ext cx="838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49193" name="Object 41">
            <a:extLst>
              <a:ext uri="{FF2B5EF4-FFF2-40B4-BE49-F238E27FC236}">
                <a16:creationId xmlns:a16="http://schemas.microsoft.com/office/drawing/2014/main" id="{9E6CD4CD-77C9-8AE7-1F31-EAE697C7E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213" y="5013325"/>
          <a:ext cx="1447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5013325"/>
                        <a:ext cx="1447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4" name="Text Box 42">
            <a:extLst>
              <a:ext uri="{FF2B5EF4-FFF2-40B4-BE49-F238E27FC236}">
                <a16:creationId xmlns:a16="http://schemas.microsoft.com/office/drawing/2014/main" id="{3CC38B39-3830-5F93-57CE-974C31304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5160963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49199" name="Object 47">
            <a:extLst>
              <a:ext uri="{FF2B5EF4-FFF2-40B4-BE49-F238E27FC236}">
                <a16:creationId xmlns:a16="http://schemas.microsoft.com/office/drawing/2014/main" id="{2177764D-B1BB-6195-5DA1-498CC03F5C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9788" y="5724525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9788" y="5724525"/>
                        <a:ext cx="901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0" name="Object 48">
            <a:extLst>
              <a:ext uri="{FF2B5EF4-FFF2-40B4-BE49-F238E27FC236}">
                <a16:creationId xmlns:a16="http://schemas.microsoft.com/office/drawing/2014/main" id="{D71FE132-8783-43AC-7DAC-004C85F558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0" y="5184775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5184775"/>
                        <a:ext cx="901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01" name="Object 49">
            <a:extLst>
              <a:ext uri="{FF2B5EF4-FFF2-40B4-BE49-F238E27FC236}">
                <a16:creationId xmlns:a16="http://schemas.microsoft.com/office/drawing/2014/main" id="{E1BDA896-2BFC-7DBB-424D-112557626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213" y="2852738"/>
          <a:ext cx="2133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2852738"/>
                        <a:ext cx="2133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03" name="Text Box 51">
            <a:extLst>
              <a:ext uri="{FF2B5EF4-FFF2-40B4-BE49-F238E27FC236}">
                <a16:creationId xmlns:a16="http://schemas.microsoft.com/office/drawing/2014/main" id="{1843A6B4-A4E5-1D0D-C74E-03C46272F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5711825"/>
            <a:ext cx="465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or</a:t>
            </a:r>
            <a:endParaRPr lang="zh-CN" altLang="en-US" sz="2400"/>
          </a:p>
        </p:txBody>
      </p:sp>
      <p:grpSp>
        <p:nvGrpSpPr>
          <p:cNvPr id="49206" name="Group 54">
            <a:extLst>
              <a:ext uri="{FF2B5EF4-FFF2-40B4-BE49-F238E27FC236}">
                <a16:creationId xmlns:a16="http://schemas.microsoft.com/office/drawing/2014/main" id="{08E43A1E-7137-47BD-92F5-4BBA741C8D8B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65113"/>
            <a:ext cx="9783763" cy="550862"/>
            <a:chOff x="912" y="129"/>
            <a:chExt cx="6163" cy="347"/>
          </a:xfrm>
        </p:grpSpPr>
        <p:graphicFrame>
          <p:nvGraphicFramePr>
            <p:cNvPr id="14360" name="Object 11">
              <a:extLst>
                <a:ext uri="{FF2B5EF4-FFF2-40B4-BE49-F238E27FC236}">
                  <a16:creationId xmlns:a16="http://schemas.microsoft.com/office/drawing/2014/main" id="{967CE20F-1656-74FE-7CD0-7DA9031D86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8" y="144"/>
            <a:ext cx="55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8" y="144"/>
                          <a:ext cx="55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1" name="Text Box 52">
              <a:extLst>
                <a:ext uri="{FF2B5EF4-FFF2-40B4-BE49-F238E27FC236}">
                  <a16:creationId xmlns:a16="http://schemas.microsoft.com/office/drawing/2014/main" id="{873C4C72-62AB-151E-2004-55D0FA00B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29"/>
              <a:ext cx="3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/>
                <a:t>Let</a:t>
              </a:r>
              <a:endParaRPr lang="zh-CN" altLang="en-US" sz="2400"/>
            </a:p>
          </p:txBody>
        </p:sp>
        <p:sp>
          <p:nvSpPr>
            <p:cNvPr id="49205" name="Text Box 53">
              <a:extLst>
                <a:ext uri="{FF2B5EF4-FFF2-40B4-BE49-F238E27FC236}">
                  <a16:creationId xmlns:a16="http://schemas.microsoft.com/office/drawing/2014/main" id="{1578F771-B57B-3C2B-F399-AE3E9D5A5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8" y="138"/>
              <a:ext cx="5367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altLang="zh-CN" sz="2400">
                  <a:latin typeface="+mn-ea"/>
                  <a:ea typeface="+mn-ea"/>
                </a:rPr>
                <a:t>is independent variable same limiting process in 's infinitesimal,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</p:grpSp>
      <p:sp>
        <p:nvSpPr>
          <p:cNvPr id="49207" name="Text Box 55">
            <a:extLst>
              <a:ext uri="{FF2B5EF4-FFF2-40B4-BE49-F238E27FC236}">
                <a16:creationId xmlns:a16="http://schemas.microsoft.com/office/drawing/2014/main" id="{913F7A14-DDD8-868B-2CEC-ABAD10B50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975" y="1022350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denoted by</a:t>
            </a:r>
            <a:endParaRPr lang="zh-CN" altLang="en-US" sz="2400"/>
          </a:p>
        </p:txBody>
      </p:sp>
      <p:sp>
        <p:nvSpPr>
          <p:cNvPr id="49209" name="Text Box 57">
            <a:extLst>
              <a:ext uri="{FF2B5EF4-FFF2-40B4-BE49-F238E27FC236}">
                <a16:creationId xmlns:a16="http://schemas.microsoft.com/office/drawing/2014/main" id="{B8F76E0D-EA88-BE53-E307-C8B85DCB5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075" y="2009775"/>
            <a:ext cx="476567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then</a:t>
            </a:r>
            <a:r>
              <a:rPr lang="zh-CN" altLang="en-US" sz="2400">
                <a:latin typeface="+mn-ea"/>
                <a:ea typeface="+mn-ea"/>
              </a:rPr>
              <a:t>称  </a:t>
            </a:r>
            <a:r>
              <a:rPr lang="en-US" altLang="zh-CN" sz="2400">
                <a:latin typeface="+mn-ea"/>
                <a:ea typeface="+mn-ea"/>
              </a:rPr>
              <a:t>is compare  </a:t>
            </a:r>
            <a:r>
              <a:rPr lang="zh-CN" altLang="en-US" sz="2400">
                <a:latin typeface="+mn-ea"/>
                <a:ea typeface="+mn-ea"/>
              </a:rPr>
              <a:t>低</a:t>
            </a:r>
            <a:r>
              <a:rPr lang="en-US" altLang="zh-CN" sz="2400">
                <a:latin typeface="+mn-ea"/>
                <a:ea typeface="+mn-ea"/>
              </a:rPr>
              <a:t>order's infinitesimal;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9210" name="Text Box 58">
            <a:extLst>
              <a:ext uri="{FF2B5EF4-FFF2-40B4-BE49-F238E27FC236}">
                <a16:creationId xmlns:a16="http://schemas.microsoft.com/office/drawing/2014/main" id="{0EB4945B-EDB0-D4CD-1512-8E21341F7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075" y="3017838"/>
            <a:ext cx="4765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r>
              <a:rPr lang="zh-CN" altLang="en-US" sz="2400"/>
              <a:t>称  </a:t>
            </a:r>
            <a:r>
              <a:rPr lang="en-US" altLang="zh-CN" sz="2400"/>
              <a:t>is  's </a:t>
            </a:r>
            <a:r>
              <a:rPr lang="zh-CN" altLang="en-US" sz="2400"/>
              <a:t>同</a:t>
            </a:r>
            <a:r>
              <a:rPr lang="en-US" altLang="zh-CN" sz="2400"/>
              <a:t>orderinfinitesimal;</a:t>
            </a:r>
          </a:p>
        </p:txBody>
      </p:sp>
      <p:sp>
        <p:nvSpPr>
          <p:cNvPr id="49211" name="Text Box 59">
            <a:extLst>
              <a:ext uri="{FF2B5EF4-FFF2-40B4-BE49-F238E27FC236}">
                <a16:creationId xmlns:a16="http://schemas.microsoft.com/office/drawing/2014/main" id="{D26D774F-4ACE-B0DC-0FE4-FA2CBC5C9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725" y="4157663"/>
            <a:ext cx="5070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r>
              <a:rPr lang="zh-CN" altLang="en-US" sz="2400"/>
              <a:t>称  </a:t>
            </a:r>
            <a:r>
              <a:rPr lang="en-US" altLang="zh-CN" sz="2400"/>
              <a:t>is </a:t>
            </a:r>
            <a:r>
              <a:rPr lang="zh-CN" altLang="en-US" sz="2400"/>
              <a:t>关于  </a:t>
            </a:r>
            <a:r>
              <a:rPr lang="en-US" altLang="zh-CN" sz="2400"/>
              <a:t>'s k orderinfinitesimal;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9212" name="Text Box 60">
            <a:extLst>
              <a:ext uri="{FF2B5EF4-FFF2-40B4-BE49-F238E27FC236}">
                <a16:creationId xmlns:a16="http://schemas.microsoft.com/office/drawing/2014/main" id="{57D82F80-D4C5-88CC-6A20-B14861723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3" y="5151438"/>
            <a:ext cx="449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2400"/>
              <a:t>then</a:t>
            </a:r>
            <a:r>
              <a:rPr lang="zh-CN" altLang="en-US" sz="2400"/>
              <a:t>称  </a:t>
            </a:r>
            <a:r>
              <a:rPr lang="en-US" altLang="zh-CN" sz="2400"/>
              <a:t>is  's equivalentinfinitesimal,</a:t>
            </a:r>
          </a:p>
        </p:txBody>
      </p:sp>
      <p:sp>
        <p:nvSpPr>
          <p:cNvPr id="49213" name="Text Box 61">
            <a:extLst>
              <a:ext uri="{FF2B5EF4-FFF2-40B4-BE49-F238E27FC236}">
                <a16:creationId xmlns:a16="http://schemas.microsoft.com/office/drawing/2014/main" id="{7E06BD2E-2499-84C8-B040-B21308AE8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5183188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denoted by</a:t>
            </a:r>
            <a:endParaRPr lang="zh-CN" alt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9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9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9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5" grpId="0" autoUpdateAnimBg="0"/>
      <p:bldP spid="49167" grpId="0" build="p" autoUpdateAnimBg="0"/>
      <p:bldP spid="49172" grpId="0" autoUpdateAnimBg="0"/>
      <p:bldP spid="49177" grpId="0" autoUpdateAnimBg="0"/>
      <p:bldP spid="49182" grpId="0" autoUpdateAnimBg="0"/>
      <p:bldP spid="49194" grpId="0" autoUpdateAnimBg="0"/>
      <p:bldP spid="49203" grpId="0" build="p" autoUpdateAnimBg="0"/>
      <p:bldP spid="49207" grpId="0" build="p" autoUpdateAnimBg="0"/>
      <p:bldP spid="49209" grpId="0" build="p" autoUpdateAnimBg="0"/>
      <p:bldP spid="49210" grpId="0" build="p" autoUpdateAnimBg="0"/>
      <p:bldP spid="49211" grpId="0" build="p" autoUpdateAnimBg="0"/>
      <p:bldP spid="49212" grpId="0" build="p" autoUpdateAnimBg="0"/>
      <p:bldP spid="4921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067">
            <a:extLst>
              <a:ext uri="{FF2B5EF4-FFF2-40B4-BE49-F238E27FC236}">
                <a16:creationId xmlns:a16="http://schemas.microsoft.com/office/drawing/2014/main" id="{3A1E8AD0-400C-644A-943B-7A6714624BF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8788" y="517525"/>
            <a:ext cx="1670050" cy="5334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for example , </a:t>
            </a:r>
            <a:r>
              <a:rPr lang="zh-CN" altLang="en-US" sz="2400" b="1">
                <a:ea typeface="楷体_GB2312" pitchFamily="49" charset="-122"/>
              </a:rPr>
              <a:t>当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24587" name="Object 1035">
            <a:extLst>
              <a:ext uri="{FF2B5EF4-FFF2-40B4-BE49-F238E27FC236}">
                <a16:creationId xmlns:a16="http://schemas.microsoft.com/office/drawing/2014/main" id="{D849044C-711C-DE53-57EE-04CF15391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0" y="1376363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376363"/>
                        <a:ext cx="139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1029">
            <a:extLst>
              <a:ext uri="{FF2B5EF4-FFF2-40B4-BE49-F238E27FC236}">
                <a16:creationId xmlns:a16="http://schemas.microsoft.com/office/drawing/2014/main" id="{F0DFBDB3-AC1B-D1E4-9167-725A1D0E1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279525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ea typeface="仿宋_GB2312" pitchFamily="49" charset="-122"/>
              </a:rPr>
              <a:t>～</a:t>
            </a:r>
          </a:p>
        </p:txBody>
      </p:sp>
      <p:graphicFrame>
        <p:nvGraphicFramePr>
          <p:cNvPr id="15364" name="Object 1028">
            <a:extLst>
              <a:ext uri="{FF2B5EF4-FFF2-40B4-BE49-F238E27FC236}">
                <a16:creationId xmlns:a16="http://schemas.microsoft.com/office/drawing/2014/main" id="{A165007C-2933-CF32-6C0A-B1064E5A88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1975" y="592138"/>
          <a:ext cx="9032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592138"/>
                        <a:ext cx="9032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1031">
            <a:extLst>
              <a:ext uri="{FF2B5EF4-FFF2-40B4-BE49-F238E27FC236}">
                <a16:creationId xmlns:a16="http://schemas.microsoft.com/office/drawing/2014/main" id="{8FC6568B-7DBA-BEB3-9D95-FA5A51044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3" y="530225"/>
            <a:ext cx="685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</a:t>
            </a:r>
            <a:endParaRPr lang="zh-CN" altLang="en-US" sz="2400"/>
          </a:p>
        </p:txBody>
      </p:sp>
      <p:graphicFrame>
        <p:nvGraphicFramePr>
          <p:cNvPr id="24585" name="Object 1033">
            <a:extLst>
              <a:ext uri="{FF2B5EF4-FFF2-40B4-BE49-F238E27FC236}">
                <a16:creationId xmlns:a16="http://schemas.microsoft.com/office/drawing/2014/main" id="{58436A96-3536-46D7-DC77-CB4ED0EA8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5288" y="1260475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1260475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34">
            <a:extLst>
              <a:ext uri="{FF2B5EF4-FFF2-40B4-BE49-F238E27FC236}">
                <a16:creationId xmlns:a16="http://schemas.microsoft.com/office/drawing/2014/main" id="{26F04E76-A4BD-7B6D-E71A-4D5714D8B0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7800" y="1295400"/>
          <a:ext cx="55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1295400"/>
                        <a:ext cx="558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036">
            <a:extLst>
              <a:ext uri="{FF2B5EF4-FFF2-40B4-BE49-F238E27FC236}">
                <a16:creationId xmlns:a16="http://schemas.microsoft.com/office/drawing/2014/main" id="{D3EC38A4-A7CE-C02A-F3BB-E135D36FAD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6313" y="1362075"/>
          <a:ext cx="113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1362075"/>
                        <a:ext cx="1130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037">
            <a:extLst>
              <a:ext uri="{FF2B5EF4-FFF2-40B4-BE49-F238E27FC236}">
                <a16:creationId xmlns:a16="http://schemas.microsoft.com/office/drawing/2014/main" id="{9D11A7D5-E029-861A-267D-0901570C8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1431925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431925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038">
            <a:extLst>
              <a:ext uri="{FF2B5EF4-FFF2-40B4-BE49-F238E27FC236}">
                <a16:creationId xmlns:a16="http://schemas.microsoft.com/office/drawing/2014/main" id="{41EABB6F-E375-C6D6-CF80-C811D6DD61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7663" y="1420813"/>
          <a:ext cx="1168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7663" y="1420813"/>
                        <a:ext cx="1168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Text Box 1039">
            <a:extLst>
              <a:ext uri="{FF2B5EF4-FFF2-40B4-BE49-F238E27FC236}">
                <a16:creationId xmlns:a16="http://schemas.microsoft.com/office/drawing/2014/main" id="{84370A01-1898-6878-4808-43E6CC81A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279525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ea typeface="仿宋_GB2312" pitchFamily="49" charset="-122"/>
              </a:rPr>
              <a:t>～</a:t>
            </a:r>
          </a:p>
        </p:txBody>
      </p:sp>
      <p:graphicFrame>
        <p:nvGraphicFramePr>
          <p:cNvPr id="24592" name="Object 1040">
            <a:extLst>
              <a:ext uri="{FF2B5EF4-FFF2-40B4-BE49-F238E27FC236}">
                <a16:creationId xmlns:a16="http://schemas.microsoft.com/office/drawing/2014/main" id="{92B0507B-7334-AA4F-708F-BB3A6B8A3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1458913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458913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1041">
            <a:extLst>
              <a:ext uri="{FF2B5EF4-FFF2-40B4-BE49-F238E27FC236}">
                <a16:creationId xmlns:a16="http://schemas.microsoft.com/office/drawing/2014/main" id="{B8D91641-58AF-9EEF-B816-5AA70D5CC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965325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65325"/>
                        <a:ext cx="1143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Text Box 1042">
            <a:extLst>
              <a:ext uri="{FF2B5EF4-FFF2-40B4-BE49-F238E27FC236}">
                <a16:creationId xmlns:a16="http://schemas.microsoft.com/office/drawing/2014/main" id="{159AC53B-1707-50F3-BBB2-AB6F4386B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858963"/>
            <a:ext cx="838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ea typeface="仿宋_GB2312" pitchFamily="49" charset="-122"/>
              </a:rPr>
              <a:t>～</a:t>
            </a:r>
          </a:p>
        </p:txBody>
      </p:sp>
      <p:graphicFrame>
        <p:nvGraphicFramePr>
          <p:cNvPr id="24595" name="Object 1043">
            <a:extLst>
              <a:ext uri="{FF2B5EF4-FFF2-40B4-BE49-F238E27FC236}">
                <a16:creationId xmlns:a16="http://schemas.microsoft.com/office/drawing/2014/main" id="{B372A1EF-79DC-96FE-6EB1-3C95AE580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06375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063750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6" name="Object 1044">
            <a:extLst>
              <a:ext uri="{FF2B5EF4-FFF2-40B4-BE49-F238E27FC236}">
                <a16:creationId xmlns:a16="http://schemas.microsoft.com/office/drawing/2014/main" id="{837D3AE8-14CC-D92B-D753-3DC4F052A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1000" y="2884488"/>
          <a:ext cx="1778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2884488"/>
                        <a:ext cx="17780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8" name="Object 1046">
            <a:extLst>
              <a:ext uri="{FF2B5EF4-FFF2-40B4-BE49-F238E27FC236}">
                <a16:creationId xmlns:a16="http://schemas.microsoft.com/office/drawing/2014/main" id="{D2842357-8558-13F4-F613-038B9EF95A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3613" y="2801938"/>
          <a:ext cx="19431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2801938"/>
                        <a:ext cx="19431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Text Box 1047">
            <a:extLst>
              <a:ext uri="{FF2B5EF4-FFF2-40B4-BE49-F238E27FC236}">
                <a16:creationId xmlns:a16="http://schemas.microsoft.com/office/drawing/2014/main" id="{5BBC65B3-6756-400A-EA37-A10995BC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05088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</a:rPr>
              <a:t>又 </a:t>
            </a:r>
            <a:r>
              <a:rPr lang="en-US" altLang="zh-CN" sz="2400" b="1">
                <a:solidFill>
                  <a:schemeClr val="tx2"/>
                </a:solidFill>
              </a:rPr>
              <a:t>such as ,</a:t>
            </a:r>
            <a:endParaRPr lang="zh-CN" altLang="en-US" sz="2400">
              <a:solidFill>
                <a:schemeClr val="tx2"/>
              </a:solidFill>
            </a:endParaRPr>
          </a:p>
        </p:txBody>
      </p:sp>
      <p:graphicFrame>
        <p:nvGraphicFramePr>
          <p:cNvPr id="24601" name="Object 1049">
            <a:extLst>
              <a:ext uri="{FF2B5EF4-FFF2-40B4-BE49-F238E27FC236}">
                <a16:creationId xmlns:a16="http://schemas.microsoft.com/office/drawing/2014/main" id="{898EF07A-568E-13AC-C6AC-23770A2ED2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436938"/>
          <a:ext cx="787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436938"/>
                        <a:ext cx="7874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3" name="Object 1051">
            <a:extLst>
              <a:ext uri="{FF2B5EF4-FFF2-40B4-BE49-F238E27FC236}">
                <a16:creationId xmlns:a16="http://schemas.microsoft.com/office/drawing/2014/main" id="{6CF9CE97-A170-F64A-8A1D-D96156D6CB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1975" y="2879725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5" y="2879725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2" name="Text Box 1050">
            <a:extLst>
              <a:ext uri="{FF2B5EF4-FFF2-40B4-BE49-F238E27FC236}">
                <a16:creationId xmlns:a16="http://schemas.microsoft.com/office/drawing/2014/main" id="{67771809-7B93-EF05-E0CC-D0B0FCE59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4305300"/>
            <a:ext cx="83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24604" name="Object 1052">
            <a:extLst>
              <a:ext uri="{FF2B5EF4-FFF2-40B4-BE49-F238E27FC236}">
                <a16:creationId xmlns:a16="http://schemas.microsoft.com/office/drawing/2014/main" id="{212B06E1-6248-FD52-9A57-59B2C6965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213" y="4351338"/>
          <a:ext cx="914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4351338"/>
                        <a:ext cx="914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5" name="Text Box 1053">
            <a:extLst>
              <a:ext uri="{FF2B5EF4-FFF2-40B4-BE49-F238E27FC236}">
                <a16:creationId xmlns:a16="http://schemas.microsoft.com/office/drawing/2014/main" id="{2FA45047-0195-2AB2-CCCF-820095361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013" y="4305300"/>
            <a:ext cx="83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</a:t>
            </a:r>
            <a:endParaRPr lang="zh-CN" altLang="en-US" sz="2400"/>
          </a:p>
        </p:txBody>
      </p:sp>
      <p:graphicFrame>
        <p:nvGraphicFramePr>
          <p:cNvPr id="24606" name="Object 1054">
            <a:extLst>
              <a:ext uri="{FF2B5EF4-FFF2-40B4-BE49-F238E27FC236}">
                <a16:creationId xmlns:a16="http://schemas.microsoft.com/office/drawing/2014/main" id="{D0AB0DCB-5BEB-4A22-18C2-561B2D61C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383088"/>
          <a:ext cx="1193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383088"/>
                        <a:ext cx="1193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7" name="Text Box 1055">
            <a:extLst>
              <a:ext uri="{FF2B5EF4-FFF2-40B4-BE49-F238E27FC236}">
                <a16:creationId xmlns:a16="http://schemas.microsoft.com/office/drawing/2014/main" id="{637345B1-F632-A932-9F28-206759E21F0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751734" y="4339523"/>
            <a:ext cx="3484562" cy="461665"/>
          </a:xfrm>
          <a:prstGeom prst="rect">
            <a:avLst/>
          </a:prstGeom>
          <a:blipFill>
            <a:blip r:embed="rId31"/>
            <a:stretch>
              <a:fillRect l="-2545" t="-10526" b="-23684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24620" name="Group 1068">
            <a:extLst>
              <a:ext uri="{FF2B5EF4-FFF2-40B4-BE49-F238E27FC236}">
                <a16:creationId xmlns:a16="http://schemas.microsoft.com/office/drawing/2014/main" id="{E7DD7DE5-6981-A24C-F4A8-95E9317A4B44}"/>
              </a:ext>
            </a:extLst>
          </p:cNvPr>
          <p:cNvGrpSpPr>
            <a:grpSpLocks/>
          </p:cNvGrpSpPr>
          <p:nvPr/>
        </p:nvGrpSpPr>
        <p:grpSpPr bwMode="auto">
          <a:xfrm>
            <a:off x="2360613" y="5029200"/>
            <a:ext cx="2211387" cy="579438"/>
            <a:chOff x="1271" y="3360"/>
            <a:chExt cx="1393" cy="365"/>
          </a:xfrm>
        </p:grpSpPr>
        <p:graphicFrame>
          <p:nvGraphicFramePr>
            <p:cNvPr id="15388" name="Object 1059">
              <a:extLst>
                <a:ext uri="{FF2B5EF4-FFF2-40B4-BE49-F238E27FC236}">
                  <a16:creationId xmlns:a16="http://schemas.microsoft.com/office/drawing/2014/main" id="{AF122707-BF8D-CB33-60CB-EC6591E5FA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1" y="3446"/>
            <a:ext cx="7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0" imgH="0" progId="Equation.3">
                    <p:embed/>
                  </p:oleObj>
                </mc:Choice>
                <mc:Fallback>
                  <p:oleObj name="Equation" r:id="rId29" imgW="0" imgH="0" progId="Equation.3">
                    <p:embed/>
                    <p:pic>
                      <p:nvPicPr>
                        <p:cNvPr id="0" name="Object 1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1" y="3446"/>
                          <a:ext cx="7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9" name="Object 1060">
              <a:extLst>
                <a:ext uri="{FF2B5EF4-FFF2-40B4-BE49-F238E27FC236}">
                  <a16:creationId xmlns:a16="http://schemas.microsoft.com/office/drawing/2014/main" id="{3BB35522-CC6E-1A6E-748B-554C1FB65F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3360"/>
            <a:ext cx="36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0" imgH="0" progId="Equation.3">
                    <p:embed/>
                  </p:oleObj>
                </mc:Choice>
                <mc:Fallback>
                  <p:oleObj name="Equation" r:id="rId33" imgW="0" imgH="0" progId="Equation.3">
                    <p:embed/>
                    <p:pic>
                      <p:nvPicPr>
                        <p:cNvPr id="0" name="Object 1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360"/>
                          <a:ext cx="36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Text Box 1061">
              <a:extLst>
                <a:ext uri="{FF2B5EF4-FFF2-40B4-BE49-F238E27FC236}">
                  <a16:creationId xmlns:a16="http://schemas.microsoft.com/office/drawing/2014/main" id="{466E82E0-F9D3-4613-DB87-CE6361B53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360"/>
              <a:ext cx="5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>
                  <a:ea typeface="仿宋_GB2312" pitchFamily="49" charset="-122"/>
                </a:rPr>
                <a:t>～</a:t>
              </a:r>
            </a:p>
          </p:txBody>
        </p:sp>
      </p:grpSp>
      <p:sp>
        <p:nvSpPr>
          <p:cNvPr id="24618" name="Text Box 1066">
            <a:extLst>
              <a:ext uri="{FF2B5EF4-FFF2-40B4-BE49-F238E27FC236}">
                <a16:creationId xmlns:a16="http://schemas.microsoft.com/office/drawing/2014/main" id="{7E25D208-4B84-688C-D395-AC96062CA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00" y="4324350"/>
            <a:ext cx="6848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and</a:t>
            </a:r>
            <a:endParaRPr lang="zh-CN" alt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utoUpdateAnimBg="0"/>
      <p:bldP spid="24591" grpId="0" autoUpdateAnimBg="0"/>
      <p:bldP spid="24594" grpId="0" autoUpdateAnimBg="0"/>
      <p:bldP spid="24599" grpId="0" autoUpdateAnimBg="0"/>
      <p:bldP spid="24602" grpId="0" autoUpdateAnimBg="0"/>
      <p:bldP spid="24605" grpId="0" autoUpdateAnimBg="0"/>
      <p:bldP spid="2461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B900AEE-3C6D-9682-EACC-A3F451D7B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34963"/>
            <a:ext cx="2514600" cy="6858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Example1. Proof: </a:t>
            </a:r>
            <a:r>
              <a:rPr lang="zh-CN" altLang="en-US" sz="2400" b="1">
                <a:ea typeface="楷体_GB2312" pitchFamily="49" charset="-122"/>
              </a:rPr>
              <a:t>当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16386" name="Object 4">
            <a:extLst>
              <a:ext uri="{FF2B5EF4-FFF2-40B4-BE49-F238E27FC236}">
                <a16:creationId xmlns:a16="http://schemas.microsoft.com/office/drawing/2014/main" id="{29D640AF-8103-B1FF-47DC-BFC8CB5F24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488950"/>
          <a:ext cx="914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88950"/>
                        <a:ext cx="914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Text Box 5">
            <a:extLst>
              <a:ext uri="{FF2B5EF4-FFF2-40B4-BE49-F238E27FC236}">
                <a16:creationId xmlns:a16="http://schemas.microsoft.com/office/drawing/2014/main" id="{21CE4EC7-6273-9DD0-80E3-6E09D5002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323850"/>
            <a:ext cx="1050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when ,</a:t>
            </a:r>
            <a:endParaRPr lang="en-US" altLang="zh-CN" sz="3200"/>
          </a:p>
        </p:txBody>
      </p:sp>
      <p:graphicFrame>
        <p:nvGraphicFramePr>
          <p:cNvPr id="54278" name="Object 6">
            <a:extLst>
              <a:ext uri="{FF2B5EF4-FFF2-40B4-BE49-F238E27FC236}">
                <a16:creationId xmlns:a16="http://schemas.microsoft.com/office/drawing/2014/main" id="{123452C0-07EC-3C23-3BAC-E25B146B6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013" y="444500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444500"/>
                        <a:ext cx="1371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>
            <a:extLst>
              <a:ext uri="{FF2B5EF4-FFF2-40B4-BE49-F238E27FC236}">
                <a16:creationId xmlns:a16="http://schemas.microsoft.com/office/drawing/2014/main" id="{24D89A6B-F4F3-C288-C01D-A6BF16B0E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225" y="38258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/>
              <a:t>～</a:t>
            </a:r>
          </a:p>
        </p:txBody>
      </p:sp>
      <p:graphicFrame>
        <p:nvGraphicFramePr>
          <p:cNvPr id="54280" name="Object 8">
            <a:extLst>
              <a:ext uri="{FF2B5EF4-FFF2-40B4-BE49-F238E27FC236}">
                <a16:creationId xmlns:a16="http://schemas.microsoft.com/office/drawing/2014/main" id="{03E72207-B64D-1037-17D5-C783B0208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28600"/>
          <a:ext cx="482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28600"/>
                        <a:ext cx="482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2" name="Text Box 10">
            <a:extLst>
              <a:ext uri="{FF2B5EF4-FFF2-40B4-BE49-F238E27FC236}">
                <a16:creationId xmlns:a16="http://schemas.microsoft.com/office/drawing/2014/main" id="{89927A56-F4A8-DB98-02B8-3EBA391A5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1455738"/>
            <a:ext cx="10262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Proof:</a:t>
            </a:r>
          </a:p>
        </p:txBody>
      </p:sp>
      <p:graphicFrame>
        <p:nvGraphicFramePr>
          <p:cNvPr id="54283" name="Object 11">
            <a:extLst>
              <a:ext uri="{FF2B5EF4-FFF2-40B4-BE49-F238E27FC236}">
                <a16:creationId xmlns:a16="http://schemas.microsoft.com/office/drawing/2014/main" id="{384DCCD9-7732-4C90-2EF8-003C7360E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1282700"/>
          <a:ext cx="1930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1282700"/>
                        <a:ext cx="1930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>
            <a:extLst>
              <a:ext uri="{FF2B5EF4-FFF2-40B4-BE49-F238E27FC236}">
                <a16:creationId xmlns:a16="http://schemas.microsoft.com/office/drawing/2014/main" id="{B7E01E06-922F-5F3C-5074-5F222547B3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282700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82700"/>
                        <a:ext cx="1371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5" name="Object 13">
            <a:extLst>
              <a:ext uri="{FF2B5EF4-FFF2-40B4-BE49-F238E27FC236}">
                <a16:creationId xmlns:a16="http://schemas.microsoft.com/office/drawing/2014/main" id="{F45EECF8-9459-B2D5-3DDB-D581660FE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1752600"/>
          <a:ext cx="43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2600"/>
                        <a:ext cx="431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6" name="Object 14">
            <a:extLst>
              <a:ext uri="{FF2B5EF4-FFF2-40B4-BE49-F238E27FC236}">
                <a16:creationId xmlns:a16="http://schemas.microsoft.com/office/drawing/2014/main" id="{C0D4EEC6-AAA4-C305-9D4F-243B37DD4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657600"/>
          <a:ext cx="838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57600"/>
                        <a:ext cx="838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7" name="Object 15">
            <a:extLst>
              <a:ext uri="{FF2B5EF4-FFF2-40B4-BE49-F238E27FC236}">
                <a16:creationId xmlns:a16="http://schemas.microsoft.com/office/drawing/2014/main" id="{26818B59-DDFE-8A70-B7B5-362CD385FA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5700" y="3352800"/>
          <a:ext cx="1930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3352800"/>
                        <a:ext cx="1930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8" name="Object 16">
            <a:extLst>
              <a:ext uri="{FF2B5EF4-FFF2-40B4-BE49-F238E27FC236}">
                <a16:creationId xmlns:a16="http://schemas.microsoft.com/office/drawing/2014/main" id="{8E100408-9B66-A79B-D377-F666096D0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975100"/>
          <a:ext cx="43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975100"/>
                        <a:ext cx="431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9" name="Object 17">
            <a:extLst>
              <a:ext uri="{FF2B5EF4-FFF2-40B4-BE49-F238E27FC236}">
                <a16:creationId xmlns:a16="http://schemas.microsoft.com/office/drawing/2014/main" id="{49FE2231-D07B-F024-385C-31AB697FE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4150" y="3962400"/>
          <a:ext cx="1854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3962400"/>
                        <a:ext cx="1854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1" name="Object 19">
            <a:extLst>
              <a:ext uri="{FF2B5EF4-FFF2-40B4-BE49-F238E27FC236}">
                <a16:creationId xmlns:a16="http://schemas.microsoft.com/office/drawing/2014/main" id="{8CF5C29A-9053-D58E-F77B-61A39BB90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9150" y="3962400"/>
          <a:ext cx="2006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3962400"/>
                        <a:ext cx="2006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20">
            <a:extLst>
              <a:ext uri="{FF2B5EF4-FFF2-40B4-BE49-F238E27FC236}">
                <a16:creationId xmlns:a16="http://schemas.microsoft.com/office/drawing/2014/main" id="{826F0142-DC37-AC75-A043-C8F58E31A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6550" y="4006850"/>
          <a:ext cx="1231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4006850"/>
                        <a:ext cx="1231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3" name="Line 21">
            <a:extLst>
              <a:ext uri="{FF2B5EF4-FFF2-40B4-BE49-F238E27FC236}">
                <a16:creationId xmlns:a16="http://schemas.microsoft.com/office/drawing/2014/main" id="{89832971-B9F1-502D-DE89-FF2242D3C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85445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4294" name="Object 22">
            <a:extLst>
              <a:ext uri="{FF2B5EF4-FFF2-40B4-BE49-F238E27FC236}">
                <a16:creationId xmlns:a16="http://schemas.microsoft.com/office/drawing/2014/main" id="{2625AC95-6944-193F-DB09-6B9FF62BC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7244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724400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5" name="Object 23">
            <a:extLst>
              <a:ext uri="{FF2B5EF4-FFF2-40B4-BE49-F238E27FC236}">
                <a16:creationId xmlns:a16="http://schemas.microsoft.com/office/drawing/2014/main" id="{99D027F4-2D85-6D09-0A31-8B3E24C26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467350"/>
          <a:ext cx="21923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67350"/>
                        <a:ext cx="21923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7" name="Object 25">
            <a:extLst>
              <a:ext uri="{FF2B5EF4-FFF2-40B4-BE49-F238E27FC236}">
                <a16:creationId xmlns:a16="http://schemas.microsoft.com/office/drawing/2014/main" id="{DB327E66-6F10-20B0-1E95-E11A8E4AA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3650" y="5486400"/>
          <a:ext cx="138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5486400"/>
                        <a:ext cx="1384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8" name="Text Box 26">
            <a:extLst>
              <a:ext uri="{FF2B5EF4-FFF2-40B4-BE49-F238E27FC236}">
                <a16:creationId xmlns:a16="http://schemas.microsoft.com/office/drawing/2014/main" id="{A16A979C-DAE6-C6EC-A4B5-1A77D9454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53063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/>
              <a:t>～</a:t>
            </a:r>
          </a:p>
        </p:txBody>
      </p:sp>
      <p:graphicFrame>
        <p:nvGraphicFramePr>
          <p:cNvPr id="54299" name="Object 27">
            <a:extLst>
              <a:ext uri="{FF2B5EF4-FFF2-40B4-BE49-F238E27FC236}">
                <a16:creationId xmlns:a16="http://schemas.microsoft.com/office/drawing/2014/main" id="{4657290A-BC13-8ED7-1172-36FDCD175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5334000"/>
          <a:ext cx="482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334000"/>
                        <a:ext cx="482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0" name="Object 28">
            <a:extLst>
              <a:ext uri="{FF2B5EF4-FFF2-40B4-BE49-F238E27FC236}">
                <a16:creationId xmlns:a16="http://schemas.microsoft.com/office/drawing/2014/main" id="{C615A5BC-9A06-24E4-924B-F7EC8D4A4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6100" y="2552700"/>
          <a:ext cx="138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2552700"/>
                        <a:ext cx="1384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1" name="Object 29">
            <a:extLst>
              <a:ext uri="{FF2B5EF4-FFF2-40B4-BE49-F238E27FC236}">
                <a16:creationId xmlns:a16="http://schemas.microsoft.com/office/drawing/2014/main" id="{C9995945-B1D3-0BAC-ACA1-DFFEEA0E6B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2000" y="26416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641600"/>
                        <a:ext cx="990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2" name="Object 30">
            <a:extLst>
              <a:ext uri="{FF2B5EF4-FFF2-40B4-BE49-F238E27FC236}">
                <a16:creationId xmlns:a16="http://schemas.microsoft.com/office/drawing/2014/main" id="{B961FBBA-A264-7855-F692-4EF7717C9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6425" y="2527300"/>
          <a:ext cx="749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527300"/>
                        <a:ext cx="749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3" name="Object 31">
            <a:extLst>
              <a:ext uri="{FF2B5EF4-FFF2-40B4-BE49-F238E27FC236}">
                <a16:creationId xmlns:a16="http://schemas.microsoft.com/office/drawing/2014/main" id="{EB1AD680-FC7C-BBAB-0CBF-74EFBE99F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533650"/>
          <a:ext cx="111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533650"/>
                        <a:ext cx="1117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4" name="Object 32">
            <a:extLst>
              <a:ext uri="{FF2B5EF4-FFF2-40B4-BE49-F238E27FC236}">
                <a16:creationId xmlns:a16="http://schemas.microsoft.com/office/drawing/2014/main" id="{94332B0D-CD61-3B85-5F57-FE9BFA3E0B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3500" y="2527300"/>
          <a:ext cx="1676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2527300"/>
                        <a:ext cx="1676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5" name="Line 33">
            <a:extLst>
              <a:ext uri="{FF2B5EF4-FFF2-40B4-BE49-F238E27FC236}">
                <a16:creationId xmlns:a16="http://schemas.microsoft.com/office/drawing/2014/main" id="{1B8FE60E-1E6A-7826-6D14-7DDFB30CB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2098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4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9" grpId="0" build="p" autoUpdateAnimBg="0" advAuto="0"/>
      <p:bldP spid="54282" grpId="0" build="p" autoUpdateAnimBg="0"/>
      <p:bldP spid="54298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5">
            <a:extLst>
              <a:ext uri="{FF2B5EF4-FFF2-40B4-BE49-F238E27FC236}">
                <a16:creationId xmlns:a16="http://schemas.microsoft.com/office/drawing/2014/main" id="{A08B4D40-4403-D5DD-E259-799D4DFEC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512763"/>
            <a:ext cx="91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ea typeface="仿宋_GB2312" pitchFamily="49" charset="-122"/>
              </a:rPr>
              <a:t>～</a:t>
            </a:r>
          </a:p>
        </p:txBody>
      </p:sp>
      <p:sp>
        <p:nvSpPr>
          <p:cNvPr id="25616" name="Text Box 16">
            <a:extLst>
              <a:ext uri="{FF2B5EF4-FFF2-40B4-BE49-F238E27FC236}">
                <a16:creationId xmlns:a16="http://schemas.microsoft.com/office/drawing/2014/main" id="{4FD42B8E-303D-36F9-2DE6-637EBD32C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350963"/>
            <a:ext cx="685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/>
              <a:t>～</a:t>
            </a: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6C6705A-2A9A-1464-B36C-42A1E6D2B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61975"/>
            <a:ext cx="167640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Theorem1.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A92FA5CD-33B2-CD74-E7BF-35210F7150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200" y="615950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615950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Line 6">
            <a:extLst>
              <a:ext uri="{FF2B5EF4-FFF2-40B4-BE49-F238E27FC236}">
                <a16:creationId xmlns:a16="http://schemas.microsoft.com/office/drawing/2014/main" id="{37039F94-3B84-DC7C-A1D1-774F3403A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4800" y="769938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4" name="Line 7">
            <a:extLst>
              <a:ext uri="{FF2B5EF4-FFF2-40B4-BE49-F238E27FC236}">
                <a16:creationId xmlns:a16="http://schemas.microsoft.com/office/drawing/2014/main" id="{9A0390E4-0B4C-D389-5D94-B66DFCB5F7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863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15" name="Object 8">
            <a:extLst>
              <a:ext uri="{FF2B5EF4-FFF2-40B4-BE49-F238E27FC236}">
                <a16:creationId xmlns:a16="http://schemas.microsoft.com/office/drawing/2014/main" id="{385BD122-1FE7-0060-7393-F5C88182E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3200" y="609600"/>
          <a:ext cx="1930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609600"/>
                        <a:ext cx="1930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Text Box 11">
            <a:extLst>
              <a:ext uri="{FF2B5EF4-FFF2-40B4-BE49-F238E27FC236}">
                <a16:creationId xmlns:a16="http://schemas.microsoft.com/office/drawing/2014/main" id="{331ABBF3-A73D-E6DD-3506-DA84580D7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06525"/>
            <a:ext cx="91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</a:p>
        </p:txBody>
      </p:sp>
      <p:sp>
        <p:nvSpPr>
          <p:cNvPr id="25612" name="Line 12">
            <a:extLst>
              <a:ext uri="{FF2B5EF4-FFF2-40B4-BE49-F238E27FC236}">
                <a16:creationId xmlns:a16="http://schemas.microsoft.com/office/drawing/2014/main" id="{10705CE5-9889-363E-BF17-1B20E4526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5875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15" name="Object 15">
            <a:extLst>
              <a:ext uri="{FF2B5EF4-FFF2-40B4-BE49-F238E27FC236}">
                <a16:creationId xmlns:a16="http://schemas.microsoft.com/office/drawing/2014/main" id="{957CEE6F-B0CB-740C-05E9-ACBB9EE170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524000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524000"/>
                        <a:ext cx="266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1">
            <a:extLst>
              <a:ext uri="{FF2B5EF4-FFF2-40B4-BE49-F238E27FC236}">
                <a16:creationId xmlns:a16="http://schemas.microsoft.com/office/drawing/2014/main" id="{C2A3B936-C552-AF0C-136F-575DC7E7D5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4400" y="1206500"/>
          <a:ext cx="1346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1206500"/>
                        <a:ext cx="1346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>
            <a:extLst>
              <a:ext uri="{FF2B5EF4-FFF2-40B4-BE49-F238E27FC236}">
                <a16:creationId xmlns:a16="http://schemas.microsoft.com/office/drawing/2014/main" id="{5B7AC88D-013A-2A73-B952-254AC845D3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2209800"/>
          <a:ext cx="22209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09800"/>
                        <a:ext cx="22209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3" name="Object 23">
            <a:extLst>
              <a:ext uri="{FF2B5EF4-FFF2-40B4-BE49-F238E27FC236}">
                <a16:creationId xmlns:a16="http://schemas.microsoft.com/office/drawing/2014/main" id="{E56818D3-6EE4-CA27-8866-DC62617D9D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1100" y="2209800"/>
          <a:ext cx="1968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2209800"/>
                        <a:ext cx="1968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5" name="Text Box 25">
            <a:extLst>
              <a:ext uri="{FF2B5EF4-FFF2-40B4-BE49-F238E27FC236}">
                <a16:creationId xmlns:a16="http://schemas.microsoft.com/office/drawing/2014/main" id="{EA3D0A25-3661-F8F7-A0A8-E909DE306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401888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25626" name="Object 26">
            <a:extLst>
              <a:ext uri="{FF2B5EF4-FFF2-40B4-BE49-F238E27FC236}">
                <a16:creationId xmlns:a16="http://schemas.microsoft.com/office/drawing/2014/main" id="{82C400D1-6B26-9D3C-3F2E-7EA781FC1A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1700" y="3402013"/>
          <a:ext cx="20447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3402013"/>
                        <a:ext cx="20447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Text Box 27">
            <a:extLst>
              <a:ext uri="{FF2B5EF4-FFF2-40B4-BE49-F238E27FC236}">
                <a16:creationId xmlns:a16="http://schemas.microsoft.com/office/drawing/2014/main" id="{6766E79C-1891-D6CE-4824-7C03AF76D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367088"/>
            <a:ext cx="99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25628" name="Object 28">
            <a:extLst>
              <a:ext uri="{FF2B5EF4-FFF2-40B4-BE49-F238E27FC236}">
                <a16:creationId xmlns:a16="http://schemas.microsoft.com/office/drawing/2014/main" id="{DEFE9E00-73CA-6C71-758F-82484E779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4400" y="3429000"/>
          <a:ext cx="1930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3429000"/>
                        <a:ext cx="1930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3" name="Text Box 43">
            <a:extLst>
              <a:ext uri="{FF2B5EF4-FFF2-40B4-BE49-F238E27FC236}">
                <a16:creationId xmlns:a16="http://schemas.microsoft.com/office/drawing/2014/main" id="{631469F0-04EA-6A26-A779-D8A94D970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357688"/>
            <a:ext cx="1143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for example,</a:t>
            </a:r>
            <a:endParaRPr lang="en-US" altLang="zh-CN" sz="2400"/>
          </a:p>
        </p:txBody>
      </p:sp>
      <p:graphicFrame>
        <p:nvGraphicFramePr>
          <p:cNvPr id="25644" name="Object 44">
            <a:extLst>
              <a:ext uri="{FF2B5EF4-FFF2-40B4-BE49-F238E27FC236}">
                <a16:creationId xmlns:a16="http://schemas.microsoft.com/office/drawing/2014/main" id="{27447EB7-A1DA-E53D-ACE0-75A1D9EED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4400550"/>
          <a:ext cx="144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400550"/>
                        <a:ext cx="144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8" name="Object 48">
            <a:extLst>
              <a:ext uri="{FF2B5EF4-FFF2-40B4-BE49-F238E27FC236}">
                <a16:creationId xmlns:a16="http://schemas.microsoft.com/office/drawing/2014/main" id="{F1776A79-0AB9-CB52-C845-BF4C078AFA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4850" y="4419600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4419600"/>
                        <a:ext cx="1435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9" name="Text Box 49">
            <a:extLst>
              <a:ext uri="{FF2B5EF4-FFF2-40B4-BE49-F238E27FC236}">
                <a16:creationId xmlns:a16="http://schemas.microsoft.com/office/drawing/2014/main" id="{6F05764C-C7BD-19ED-66B8-D38EEF441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4325938"/>
            <a:ext cx="758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3200"/>
              <a:t>～</a:t>
            </a:r>
          </a:p>
        </p:txBody>
      </p:sp>
      <p:graphicFrame>
        <p:nvGraphicFramePr>
          <p:cNvPr id="25650" name="Object 50">
            <a:extLst>
              <a:ext uri="{FF2B5EF4-FFF2-40B4-BE49-F238E27FC236}">
                <a16:creationId xmlns:a16="http://schemas.microsoft.com/office/drawing/2014/main" id="{FC1BF541-60DA-0738-BB41-12B3969431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476750"/>
          <a:ext cx="1473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476750"/>
                        <a:ext cx="1473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51" name="Text Box 51">
            <a:extLst>
              <a:ext uri="{FF2B5EF4-FFF2-40B4-BE49-F238E27FC236}">
                <a16:creationId xmlns:a16="http://schemas.microsoft.com/office/drawing/2014/main" id="{196B445F-BCBC-DAE2-4D00-7C04C9833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988" y="4325938"/>
            <a:ext cx="91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3200"/>
              <a:t>～</a:t>
            </a:r>
          </a:p>
        </p:txBody>
      </p:sp>
      <p:sp>
        <p:nvSpPr>
          <p:cNvPr id="25655" name="Text Box 55">
            <a:extLst>
              <a:ext uri="{FF2B5EF4-FFF2-40B4-BE49-F238E27FC236}">
                <a16:creationId xmlns:a16="http://schemas.microsoft.com/office/drawing/2014/main" id="{26CB1654-1514-2F23-E5BF-C7AC57FF1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4400550"/>
            <a:ext cx="1143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25657" name="Object 57">
            <a:extLst>
              <a:ext uri="{FF2B5EF4-FFF2-40B4-BE49-F238E27FC236}">
                <a16:creationId xmlns:a16="http://schemas.microsoft.com/office/drawing/2014/main" id="{343DB130-4F07-894A-5956-6467FB175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5181600"/>
          <a:ext cx="144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181600"/>
                        <a:ext cx="144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9" name="Object 59">
            <a:extLst>
              <a:ext uri="{FF2B5EF4-FFF2-40B4-BE49-F238E27FC236}">
                <a16:creationId xmlns:a16="http://schemas.microsoft.com/office/drawing/2014/main" id="{7039264F-18E8-5254-4ECC-6F122E954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5181600"/>
          <a:ext cx="236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181600"/>
                        <a:ext cx="236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1" name="Object 61">
            <a:extLst>
              <a:ext uri="{FF2B5EF4-FFF2-40B4-BE49-F238E27FC236}">
                <a16:creationId xmlns:a16="http://schemas.microsoft.com/office/drawing/2014/main" id="{942B7A26-661C-0CE4-5362-24F357B5B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7700" y="5181600"/>
          <a:ext cx="227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5181600"/>
                        <a:ext cx="2273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71" name="Line 71">
            <a:extLst>
              <a:ext uri="{FF2B5EF4-FFF2-40B4-BE49-F238E27FC236}">
                <a16:creationId xmlns:a16="http://schemas.microsoft.com/office/drawing/2014/main" id="{8302A597-59AF-EE8B-C33D-8874DE17F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701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72" name="Line 72">
            <a:extLst>
              <a:ext uri="{FF2B5EF4-FFF2-40B4-BE49-F238E27FC236}">
                <a16:creationId xmlns:a16="http://schemas.microsoft.com/office/drawing/2014/main" id="{A926B723-1149-A381-5F26-93F3E5CD1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5781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73" name="Line 73">
            <a:extLst>
              <a:ext uri="{FF2B5EF4-FFF2-40B4-BE49-F238E27FC236}">
                <a16:creationId xmlns:a16="http://schemas.microsoft.com/office/drawing/2014/main" id="{6869ED8B-D8D0-8DD4-36A6-E48F59067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692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74" name="Line 74">
            <a:extLst>
              <a:ext uri="{FF2B5EF4-FFF2-40B4-BE49-F238E27FC236}">
                <a16:creationId xmlns:a16="http://schemas.microsoft.com/office/drawing/2014/main" id="{3D29589F-8EDC-B2D4-98EF-2A29758D4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568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75" name="Line 75">
            <a:extLst>
              <a:ext uri="{FF2B5EF4-FFF2-40B4-BE49-F238E27FC236}">
                <a16:creationId xmlns:a16="http://schemas.microsoft.com/office/drawing/2014/main" id="{2DBE77C8-B293-5EFE-3D8F-6EA215875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683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76" name="Object 76">
            <a:extLst>
              <a:ext uri="{FF2B5EF4-FFF2-40B4-BE49-F238E27FC236}">
                <a16:creationId xmlns:a16="http://schemas.microsoft.com/office/drawing/2014/main" id="{48D9B686-6151-5C3B-507D-935949AF8C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1454150"/>
          <a:ext cx="29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54150"/>
                        <a:ext cx="29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5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5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6" grpId="0" autoUpdateAnimBg="0"/>
      <p:bldP spid="25611" grpId="0" autoUpdateAnimBg="0"/>
      <p:bldP spid="25625" grpId="0" autoUpdateAnimBg="0"/>
      <p:bldP spid="25627" grpId="0" autoUpdateAnimBg="0"/>
      <p:bldP spid="25643" grpId="0" autoUpdateAnimBg="0"/>
      <p:bldP spid="25649" grpId="0" autoUpdateAnimBg="0"/>
      <p:bldP spid="25651" grpId="0" autoUpdateAnimBg="0"/>
      <p:bldP spid="2565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E5BF328-6AD0-D0AE-42B1-6894255AA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57213"/>
            <a:ext cx="1898650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Theorem2 . Let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FE57E311-9CF7-C4A8-93F0-28ECE6270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2488" y="614363"/>
          <a:ext cx="109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614363"/>
                        <a:ext cx="1092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>
            <a:extLst>
              <a:ext uri="{FF2B5EF4-FFF2-40B4-BE49-F238E27FC236}">
                <a16:creationId xmlns:a16="http://schemas.microsoft.com/office/drawing/2014/main" id="{702A5AB1-5B68-62B2-A998-D2A7754CF5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3588" y="614363"/>
          <a:ext cx="1104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614363"/>
                        <a:ext cx="1104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Text Box 10">
            <a:extLst>
              <a:ext uri="{FF2B5EF4-FFF2-40B4-BE49-F238E27FC236}">
                <a16:creationId xmlns:a16="http://schemas.microsoft.com/office/drawing/2014/main" id="{303008E6-9A4D-2EDA-CC7E-9629BF438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388" y="55403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71894A8C-179A-89E8-BC70-D05EE581B1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5863" y="368300"/>
          <a:ext cx="939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63" y="368300"/>
                        <a:ext cx="939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Text Box 12">
            <a:extLst>
              <a:ext uri="{FF2B5EF4-FFF2-40B4-BE49-F238E27FC236}">
                <a16:creationId xmlns:a16="http://schemas.microsoft.com/office/drawing/2014/main" id="{5D5C13EC-CCFE-46AC-3B33-9B4ECA928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8" y="563563"/>
            <a:ext cx="1828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existence , then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6639" name="Object 15">
            <a:extLst>
              <a:ext uri="{FF2B5EF4-FFF2-40B4-BE49-F238E27FC236}">
                <a16:creationId xmlns:a16="http://schemas.microsoft.com/office/drawing/2014/main" id="{4FF3070E-AEE6-504B-27A4-C4C809D10F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2375" y="1206500"/>
          <a:ext cx="850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1206500"/>
                        <a:ext cx="850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Object 16">
            <a:extLst>
              <a:ext uri="{FF2B5EF4-FFF2-40B4-BE49-F238E27FC236}">
                <a16:creationId xmlns:a16="http://schemas.microsoft.com/office/drawing/2014/main" id="{2E77F423-7B52-5763-BA35-21F2107661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1206500"/>
          <a:ext cx="1231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1206500"/>
                        <a:ext cx="1231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1" name="Text Box 17">
            <a:extLst>
              <a:ext uri="{FF2B5EF4-FFF2-40B4-BE49-F238E27FC236}">
                <a16:creationId xmlns:a16="http://schemas.microsoft.com/office/drawing/2014/main" id="{02B3492B-361D-F6BB-28E5-146C4D759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2544763"/>
            <a:ext cx="83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</a:p>
        </p:txBody>
      </p:sp>
      <p:graphicFrame>
        <p:nvGraphicFramePr>
          <p:cNvPr id="26642" name="Object 18">
            <a:extLst>
              <a:ext uri="{FF2B5EF4-FFF2-40B4-BE49-F238E27FC236}">
                <a16:creationId xmlns:a16="http://schemas.microsoft.com/office/drawing/2014/main" id="{9A339576-2B41-52AD-F5E4-618BCECCE2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7338" y="2349500"/>
          <a:ext cx="850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338" y="2349500"/>
                        <a:ext cx="850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3" name="Object 19">
            <a:extLst>
              <a:ext uri="{FF2B5EF4-FFF2-40B4-BE49-F238E27FC236}">
                <a16:creationId xmlns:a16="http://schemas.microsoft.com/office/drawing/2014/main" id="{5227919D-F00F-C369-A943-BD2F4F8008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3500" y="2286000"/>
          <a:ext cx="2654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2286000"/>
                        <a:ext cx="2654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4" name="Object 20">
            <a:extLst>
              <a:ext uri="{FF2B5EF4-FFF2-40B4-BE49-F238E27FC236}">
                <a16:creationId xmlns:a16="http://schemas.microsoft.com/office/drawing/2014/main" id="{A4FE4A41-F679-F354-C63F-6A37FEF5F4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349500"/>
          <a:ext cx="406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349500"/>
                        <a:ext cx="406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5" name="Object 21">
            <a:extLst>
              <a:ext uri="{FF2B5EF4-FFF2-40B4-BE49-F238E27FC236}">
                <a16:creationId xmlns:a16="http://schemas.microsoft.com/office/drawing/2014/main" id="{2A5C8BFC-ED54-493F-76BB-91ACAEC685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2349500"/>
          <a:ext cx="381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349500"/>
                        <a:ext cx="381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6" name="Object 22">
            <a:extLst>
              <a:ext uri="{FF2B5EF4-FFF2-40B4-BE49-F238E27FC236}">
                <a16:creationId xmlns:a16="http://schemas.microsoft.com/office/drawing/2014/main" id="{E226129F-5DFD-7F03-AAC6-EB7F5AB833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8100" y="3416300"/>
          <a:ext cx="1231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3416300"/>
                        <a:ext cx="1231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0" name="Object 26">
            <a:extLst>
              <a:ext uri="{FF2B5EF4-FFF2-40B4-BE49-F238E27FC236}">
                <a16:creationId xmlns:a16="http://schemas.microsoft.com/office/drawing/2014/main" id="{7293F1D7-EDC3-440D-96DD-D1E8115ED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3429000"/>
          <a:ext cx="939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0" imgH="0" progId="Equation.3">
                  <p:embed/>
                </p:oleObj>
              </mc:Choice>
              <mc:Fallback>
                <p:oleObj name="Equation" r:id="rId21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429000"/>
                        <a:ext cx="939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1" name="Object 27">
            <a:extLst>
              <a:ext uri="{FF2B5EF4-FFF2-40B4-BE49-F238E27FC236}">
                <a16:creationId xmlns:a16="http://schemas.microsoft.com/office/drawing/2014/main" id="{14B0F4E7-EE2F-F084-193D-2ECE771432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429000"/>
          <a:ext cx="91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429000"/>
                        <a:ext cx="914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2" name="Object 28">
            <a:extLst>
              <a:ext uri="{FF2B5EF4-FFF2-40B4-BE49-F238E27FC236}">
                <a16:creationId xmlns:a16="http://schemas.microsoft.com/office/drawing/2014/main" id="{FF5770A7-D747-CF17-135C-49E8A0C95D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3416300"/>
          <a:ext cx="1231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416300"/>
                        <a:ext cx="1231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3" name="Text Box 29">
            <a:extLst>
              <a:ext uri="{FF2B5EF4-FFF2-40B4-BE49-F238E27FC236}">
                <a16:creationId xmlns:a16="http://schemas.microsoft.com/office/drawing/2014/main" id="{1911EBAB-D8E0-44E3-2135-64BA7ED4F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4983163"/>
            <a:ext cx="12192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for example,</a:t>
            </a:r>
            <a:endParaRPr lang="en-US" altLang="zh-CN" sz="24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26662" name="Object 38">
            <a:extLst>
              <a:ext uri="{FF2B5EF4-FFF2-40B4-BE49-F238E27FC236}">
                <a16:creationId xmlns:a16="http://schemas.microsoft.com/office/drawing/2014/main" id="{80FCB065-2919-CCF2-423C-04EE909B7C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000" y="4800600"/>
          <a:ext cx="1574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4800600"/>
                        <a:ext cx="1574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3" name="Object 39">
            <a:extLst>
              <a:ext uri="{FF2B5EF4-FFF2-40B4-BE49-F238E27FC236}">
                <a16:creationId xmlns:a16="http://schemas.microsoft.com/office/drawing/2014/main" id="{F006EC37-25C9-3ABA-EE84-50180850F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4787900"/>
          <a:ext cx="1346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787900"/>
                        <a:ext cx="1346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4" name="Object 40">
            <a:extLst>
              <a:ext uri="{FF2B5EF4-FFF2-40B4-BE49-F238E27FC236}">
                <a16:creationId xmlns:a16="http://schemas.microsoft.com/office/drawing/2014/main" id="{6BC97961-7040-24BE-4E2E-9E1E667DBC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787900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787900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4" grpId="0" autoUpdateAnimBg="0"/>
      <p:bldP spid="26636" grpId="0" autoUpdateAnimBg="0"/>
      <p:bldP spid="26641" grpId="0" autoUpdateAnimBg="0"/>
      <p:bldP spid="2665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4" name="Text Box 50">
            <a:extLst>
              <a:ext uri="{FF2B5EF4-FFF2-40B4-BE49-F238E27FC236}">
                <a16:creationId xmlns:a16="http://schemas.microsoft.com/office/drawing/2014/main" id="{96E3AE89-DD2D-4687-C640-C6BBEACC9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"/>
            <a:ext cx="464101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altLang="zh-CN" sz="2400">
                <a:latin typeface="+mn-ea"/>
                <a:ea typeface="+mn-ea"/>
              </a:rPr>
              <a:t>Let for the same limiting process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1795" name="Text Box 51">
            <a:extLst>
              <a:ext uri="{FF2B5EF4-FFF2-40B4-BE49-F238E27FC236}">
                <a16:creationId xmlns:a16="http://schemas.microsoft.com/office/drawing/2014/main" id="{5705646E-A754-D34D-85B6-39DDAC3E6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381000"/>
            <a:ext cx="287129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 ,  is infinitesimal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DBD0701-955E-D077-CB31-604F274AD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304800"/>
            <a:ext cx="1060450" cy="595313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Note:</a:t>
            </a:r>
          </a:p>
        </p:txBody>
      </p:sp>
      <p:sp>
        <p:nvSpPr>
          <p:cNvPr id="31791" name="Text Box 47">
            <a:extLst>
              <a:ext uri="{FF2B5EF4-FFF2-40B4-BE49-F238E27FC236}">
                <a16:creationId xmlns:a16="http://schemas.microsoft.com/office/drawing/2014/main" id="{4B2067D7-1CBB-9B5B-19F7-EDB3C4553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900113"/>
            <a:ext cx="3239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infinitesimal's property,</a:t>
            </a:r>
          </a:p>
        </p:txBody>
      </p:sp>
      <p:sp>
        <p:nvSpPr>
          <p:cNvPr id="31796" name="Text Box 52">
            <a:extLst>
              <a:ext uri="{FF2B5EF4-FFF2-40B4-BE49-F238E27FC236}">
                <a16:creationId xmlns:a16="http://schemas.microsoft.com/office/drawing/2014/main" id="{F6D82433-FA34-EA61-2A97-D0EE959E7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00200"/>
            <a:ext cx="45768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solidFill>
                  <a:schemeClr val="tx2"/>
                </a:solidFill>
              </a:rPr>
              <a:t>(1) and </a:t>
            </a:r>
            <a:r>
              <a:rPr lang="zh-CN" altLang="en-GB" sz="2400" b="1">
                <a:solidFill>
                  <a:schemeClr val="tx2"/>
                </a:solidFill>
              </a:rPr>
              <a:t>差 </a:t>
            </a:r>
            <a:r>
              <a:rPr lang="en-GB" altLang="zh-CN" sz="2400" b="1">
                <a:solidFill>
                  <a:schemeClr val="tx2"/>
                </a:solidFill>
              </a:rPr>
              <a:t>take large-scalethen: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sp>
        <p:nvSpPr>
          <p:cNvPr id="31797" name="Text Box 53">
            <a:extLst>
              <a:ext uri="{FF2B5EF4-FFF2-40B4-BE49-F238E27FC236}">
                <a16:creationId xmlns:a16="http://schemas.microsoft.com/office/drawing/2014/main" id="{185F726B-991C-169A-9D9A-2910DDCEA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392113"/>
            <a:ext cx="21820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fromequivalent</a:t>
            </a:r>
            <a:endParaRPr lang="zh-CN" altLang="en-US" sz="2400"/>
          </a:p>
        </p:txBody>
      </p:sp>
      <p:sp>
        <p:nvSpPr>
          <p:cNvPr id="31798" name="Text Box 54">
            <a:extLst>
              <a:ext uri="{FF2B5EF4-FFF2-40B4-BE49-F238E27FC236}">
                <a16:creationId xmlns:a16="http://schemas.microsoft.com/office/drawing/2014/main" id="{2AA909CA-5106-334D-7146-75D09E563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887413"/>
            <a:ext cx="8196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can get simplifycertainlimitoperation's under stated rulethen.</a:t>
            </a:r>
            <a:endParaRPr lang="en-US" altLang="zh-CN" sz="2400"/>
          </a:p>
        </p:txBody>
      </p:sp>
      <p:sp>
        <p:nvSpPr>
          <p:cNvPr id="31799" name="Text Box 55">
            <a:extLst>
              <a:ext uri="{FF2B5EF4-FFF2-40B4-BE49-F238E27FC236}">
                <a16:creationId xmlns:a16="http://schemas.microsoft.com/office/drawing/2014/main" id="{9FCA7D53-F2F2-70DE-2475-93B7A6292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1585913"/>
            <a:ext cx="19287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if  = o() ,</a:t>
            </a:r>
          </a:p>
        </p:txBody>
      </p:sp>
      <p:sp>
        <p:nvSpPr>
          <p:cNvPr id="31803" name="Text Box 59">
            <a:extLst>
              <a:ext uri="{FF2B5EF4-FFF2-40B4-BE49-F238E27FC236}">
                <a16:creationId xmlns:a16="http://schemas.microsoft.com/office/drawing/2014/main" id="{966949D2-2E1C-7338-6522-5E1EFEC06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290888"/>
            <a:ext cx="58833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(2) and difference-replacement rulethen:</a:t>
            </a:r>
          </a:p>
        </p:txBody>
      </p:sp>
      <p:graphicFrame>
        <p:nvGraphicFramePr>
          <p:cNvPr id="31814" name="Object 70">
            <a:extLst>
              <a:ext uri="{FF2B5EF4-FFF2-40B4-BE49-F238E27FC236}">
                <a16:creationId xmlns:a16="http://schemas.microsoft.com/office/drawing/2014/main" id="{7109FC3B-7721-8FAF-FADE-5915A8CC3C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1513" y="3294063"/>
          <a:ext cx="50625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3294063"/>
                        <a:ext cx="50625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15" name="Object 71">
            <a:extLst>
              <a:ext uri="{FF2B5EF4-FFF2-40B4-BE49-F238E27FC236}">
                <a16:creationId xmlns:a16="http://schemas.microsoft.com/office/drawing/2014/main" id="{FED79A23-B7B8-F0DF-53C6-30B54F6012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4022725"/>
          <a:ext cx="25352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022725"/>
                        <a:ext cx="253523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18" name="Text Box 74">
            <a:extLst>
              <a:ext uri="{FF2B5EF4-FFF2-40B4-BE49-F238E27FC236}">
                <a16:creationId xmlns:a16="http://schemas.microsoft.com/office/drawing/2014/main" id="{BAB44B61-CE92-925B-40A4-54CCA56B8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2225" y="2446338"/>
            <a:ext cx="182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</a:rPr>
              <a:t>for example,</a:t>
            </a:r>
          </a:p>
        </p:txBody>
      </p:sp>
      <p:graphicFrame>
        <p:nvGraphicFramePr>
          <p:cNvPr id="31819" name="Object 75">
            <a:extLst>
              <a:ext uri="{FF2B5EF4-FFF2-40B4-BE49-F238E27FC236}">
                <a16:creationId xmlns:a16="http://schemas.microsoft.com/office/drawing/2014/main" id="{795D4422-46CB-87BA-096E-5C34B5F48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209800"/>
          <a:ext cx="1752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209800"/>
                        <a:ext cx="1752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20" name="Object 76">
            <a:extLst>
              <a:ext uri="{FF2B5EF4-FFF2-40B4-BE49-F238E27FC236}">
                <a16:creationId xmlns:a16="http://schemas.microsoft.com/office/drawing/2014/main" id="{E1322EF3-DB64-572D-F647-4937F9A9B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5600" y="2197100"/>
          <a:ext cx="1320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2197100"/>
                        <a:ext cx="1320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21" name="Object 77">
            <a:extLst>
              <a:ext uri="{FF2B5EF4-FFF2-40B4-BE49-F238E27FC236}">
                <a16:creationId xmlns:a16="http://schemas.microsoft.com/office/drawing/2014/main" id="{AD6DCC3C-DA70-B024-B829-A3FAE799F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2189163"/>
          <a:ext cx="508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189163"/>
                        <a:ext cx="508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53" name="Object 109">
            <a:extLst>
              <a:ext uri="{FF2B5EF4-FFF2-40B4-BE49-F238E27FC236}">
                <a16:creationId xmlns:a16="http://schemas.microsoft.com/office/drawing/2014/main" id="{024F7F7F-17AF-DAD4-BEEA-FF5CB7F42B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5875" y="1617663"/>
          <a:ext cx="1866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1617663"/>
                        <a:ext cx="1866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54" name="Object 110">
            <a:extLst>
              <a:ext uri="{FF2B5EF4-FFF2-40B4-BE49-F238E27FC236}">
                <a16:creationId xmlns:a16="http://schemas.microsoft.com/office/drawing/2014/main" id="{080F5126-3811-8EB2-390E-378E4CA76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8738" y="3848100"/>
          <a:ext cx="3567112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3848100"/>
                        <a:ext cx="3567112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55" name="Object 111">
            <a:extLst>
              <a:ext uri="{FF2B5EF4-FFF2-40B4-BE49-F238E27FC236}">
                <a16:creationId xmlns:a16="http://schemas.microsoft.com/office/drawing/2014/main" id="{65664356-A20E-E782-0376-ACA4B5237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1725" y="5805488"/>
          <a:ext cx="42672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5805488"/>
                        <a:ext cx="42672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56" name="Text Box 112">
            <a:extLst>
              <a:ext uri="{FF2B5EF4-FFF2-40B4-BE49-F238E27FC236}">
                <a16:creationId xmlns:a16="http://schemas.microsoft.com/office/drawing/2014/main" id="{DDC54562-EFC6-29CA-28E7-7C3AB2DA9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41888"/>
            <a:ext cx="182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</a:rPr>
              <a:t>for example,</a:t>
            </a:r>
          </a:p>
        </p:txBody>
      </p:sp>
      <p:graphicFrame>
        <p:nvGraphicFramePr>
          <p:cNvPr id="31857" name="Object 113">
            <a:extLst>
              <a:ext uri="{FF2B5EF4-FFF2-40B4-BE49-F238E27FC236}">
                <a16:creationId xmlns:a16="http://schemas.microsoft.com/office/drawing/2014/main" id="{331BA52E-4C78-0951-616B-E970404F1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724400"/>
          <a:ext cx="2603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724400"/>
                        <a:ext cx="2603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58" name="Object 114">
            <a:extLst>
              <a:ext uri="{FF2B5EF4-FFF2-40B4-BE49-F238E27FC236}">
                <a16:creationId xmlns:a16="http://schemas.microsoft.com/office/drawing/2014/main" id="{48EB67DA-06E1-69D4-77AB-412720061A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4724400"/>
          <a:ext cx="1892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724400"/>
                        <a:ext cx="1892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59" name="Object 115">
            <a:extLst>
              <a:ext uri="{FF2B5EF4-FFF2-40B4-BE49-F238E27FC236}">
                <a16:creationId xmlns:a16="http://schemas.microsoft.com/office/drawing/2014/main" id="{5F70B9A9-B877-2ACF-C633-CC4EA6DEF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5013325"/>
          <a:ext cx="50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013325"/>
                        <a:ext cx="508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5" grpId="0" build="p" autoUpdateAnimBg="0"/>
      <p:bldP spid="31791" grpId="0" build="p" autoUpdateAnimBg="0" advAuto="0"/>
      <p:bldP spid="31796" grpId="0" build="p" autoUpdateAnimBg="0"/>
      <p:bldP spid="31797" grpId="0" build="p" autoUpdateAnimBg="0"/>
      <p:bldP spid="31798" grpId="0" build="p" autoUpdateAnimBg="0"/>
      <p:bldP spid="31799" grpId="0" build="p" autoUpdateAnimBg="0"/>
      <p:bldP spid="31803" grpId="0" build="p" autoUpdateAnimBg="0"/>
      <p:bldP spid="31818" grpId="0" build="p" autoUpdateAnimBg="0"/>
      <p:bldP spid="31856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4">
            <a:extLst>
              <a:ext uri="{FF2B5EF4-FFF2-40B4-BE49-F238E27FC236}">
                <a16:creationId xmlns:a16="http://schemas.microsoft.com/office/drawing/2014/main" id="{A3015CDE-D572-F7E4-A5F4-99DDDE465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5950" y="533400"/>
            <a:ext cx="3498850" cy="685800"/>
          </a:xfrm>
        </p:spPr>
        <p:txBody>
          <a:bodyPr/>
          <a:lstStyle/>
          <a:p>
            <a:pPr eaLnBrk="1" hangingPunct="1"/>
            <a:r>
              <a:rPr lang="en-GB" altLang="zh-CN" sz="2400" b="1">
                <a:ea typeface="楷体_GB2312" pitchFamily="49" charset="-122"/>
              </a:rPr>
              <a:t>(3) </a:t>
            </a:r>
            <a:r>
              <a:rPr lang="zh-CN" altLang="en-GB" sz="2400" b="1">
                <a:ea typeface="楷体_GB2312" pitchFamily="49" charset="-122"/>
              </a:rPr>
              <a:t>因 </a:t>
            </a:r>
            <a:r>
              <a:rPr lang="en-GB" altLang="zh-CN" sz="2400" b="1">
                <a:ea typeface="楷体_GB2312" pitchFamily="49" charset="-122"/>
              </a:rPr>
              <a:t>formula replacement rulethen:</a:t>
            </a:r>
            <a:endParaRPr lang="en-US" altLang="zh-CN" sz="2400" b="1">
              <a:ea typeface="楷体_GB2312" pitchFamily="49" charset="-122"/>
            </a:endParaRPr>
          </a:p>
        </p:txBody>
      </p:sp>
      <p:graphicFrame>
        <p:nvGraphicFramePr>
          <p:cNvPr id="61461" name="Object 21">
            <a:extLst>
              <a:ext uri="{FF2B5EF4-FFF2-40B4-BE49-F238E27FC236}">
                <a16:creationId xmlns:a16="http://schemas.microsoft.com/office/drawing/2014/main" id="{EBFF7699-6D58-369F-526A-8FCD45FB66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0563" y="623888"/>
          <a:ext cx="4889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623888"/>
                        <a:ext cx="4889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3" name="Text Box 23">
            <a:extLst>
              <a:ext uri="{FF2B5EF4-FFF2-40B4-BE49-F238E27FC236}">
                <a16:creationId xmlns:a16="http://schemas.microsoft.com/office/drawing/2014/main" id="{0807A908-9D51-413B-850F-6E575A845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5" y="1325563"/>
            <a:ext cx="1371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界</a:t>
            </a:r>
            <a:r>
              <a:rPr lang="en-US" altLang="zh-CN" sz="2400"/>
              <a:t>, then</a:t>
            </a:r>
            <a:endParaRPr lang="zh-CN" altLang="en-US" sz="2400"/>
          </a:p>
        </p:txBody>
      </p:sp>
      <p:graphicFrame>
        <p:nvGraphicFramePr>
          <p:cNvPr id="61464" name="Object 24">
            <a:extLst>
              <a:ext uri="{FF2B5EF4-FFF2-40B4-BE49-F238E27FC236}">
                <a16:creationId xmlns:a16="http://schemas.microsoft.com/office/drawing/2014/main" id="{841FF70E-048D-6015-07A7-F767D5965F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1100" y="1371600"/>
          <a:ext cx="1562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371600"/>
                        <a:ext cx="1562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5" name="Object 25">
            <a:extLst>
              <a:ext uri="{FF2B5EF4-FFF2-40B4-BE49-F238E27FC236}">
                <a16:creationId xmlns:a16="http://schemas.microsoft.com/office/drawing/2014/main" id="{49C8968B-A71D-F4A6-3A4A-3E4F73999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1371600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371600"/>
                        <a:ext cx="1866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6" name="Text Box 26">
            <a:extLst>
              <a:ext uri="{FF2B5EF4-FFF2-40B4-BE49-F238E27FC236}">
                <a16:creationId xmlns:a16="http://schemas.microsoft.com/office/drawing/2014/main" id="{DA94BF3F-3674-238E-A8A1-2E24E550C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425" y="2124075"/>
            <a:ext cx="182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tx2"/>
                </a:solidFill>
              </a:rPr>
              <a:t>for example,</a:t>
            </a:r>
          </a:p>
        </p:txBody>
      </p:sp>
      <p:graphicFrame>
        <p:nvGraphicFramePr>
          <p:cNvPr id="61470" name="Object 30">
            <a:extLst>
              <a:ext uri="{FF2B5EF4-FFF2-40B4-BE49-F238E27FC236}">
                <a16:creationId xmlns:a16="http://schemas.microsoft.com/office/drawing/2014/main" id="{3FEBB38A-0015-CDEE-B7E3-0F8165B12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3009900"/>
          <a:ext cx="2438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009900"/>
                        <a:ext cx="2438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2" name="Object 32">
            <a:extLst>
              <a:ext uri="{FF2B5EF4-FFF2-40B4-BE49-F238E27FC236}">
                <a16:creationId xmlns:a16="http://schemas.microsoft.com/office/drawing/2014/main" id="{5B15AF1B-B6C9-3EE8-CF28-602F62A726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9838" y="4073525"/>
          <a:ext cx="244316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838" y="4073525"/>
                        <a:ext cx="244316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5" name="Object 35">
            <a:extLst>
              <a:ext uri="{FF2B5EF4-FFF2-40B4-BE49-F238E27FC236}">
                <a16:creationId xmlns:a16="http://schemas.microsoft.com/office/drawing/2014/main" id="{F1070C9F-5ADF-7907-4261-7B8C90B5F8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9663" y="3978275"/>
          <a:ext cx="3136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3" y="3978275"/>
                        <a:ext cx="3136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6" name="Object 36">
            <a:extLst>
              <a:ext uri="{FF2B5EF4-FFF2-40B4-BE49-F238E27FC236}">
                <a16:creationId xmlns:a16="http://schemas.microsoft.com/office/drawing/2014/main" id="{644A51D5-AB81-1644-E383-5A35D39BFB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8025" y="5229225"/>
          <a:ext cx="533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5229225"/>
                        <a:ext cx="533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6" name="Object 46">
            <a:extLst>
              <a:ext uri="{FF2B5EF4-FFF2-40B4-BE49-F238E27FC236}">
                <a16:creationId xmlns:a16="http://schemas.microsoft.com/office/drawing/2014/main" id="{9EE910C4-0555-9D84-BCD1-8BF266E421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75" y="5083175"/>
          <a:ext cx="1930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5083175"/>
                        <a:ext cx="1930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48">
            <a:extLst>
              <a:ext uri="{FF2B5EF4-FFF2-40B4-BE49-F238E27FC236}">
                <a16:creationId xmlns:a16="http://schemas.microsoft.com/office/drawing/2014/main" id="{DBD49B75-79A0-6D1A-EFB4-E567F7080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1224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ym typeface="Webdings" panose="05030102010509060703" pitchFamily="18" charset="2"/>
              </a:rPr>
              <a:t></a:t>
            </a:r>
            <a:endParaRPr lang="en-US" altLang="zh-CN"/>
          </a:p>
        </p:txBody>
      </p:sp>
      <p:sp>
        <p:nvSpPr>
          <p:cNvPr id="61489" name="Text Box 49">
            <a:extLst>
              <a:ext uri="{FF2B5EF4-FFF2-40B4-BE49-F238E27FC236}">
                <a16:creationId xmlns:a16="http://schemas.microsoft.com/office/drawing/2014/main" id="{CC47A64F-D32C-E284-7AC8-98EEBEFA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3152775"/>
            <a:ext cx="22413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Example1. find</a:t>
            </a:r>
            <a:endParaRPr lang="zh-CN" altLang="en-US" sz="2400"/>
          </a:p>
        </p:txBody>
      </p:sp>
      <p:graphicFrame>
        <p:nvGraphicFramePr>
          <p:cNvPr id="61490" name="Object 50">
            <a:extLst>
              <a:ext uri="{FF2B5EF4-FFF2-40B4-BE49-F238E27FC236}">
                <a16:creationId xmlns:a16="http://schemas.microsoft.com/office/drawing/2014/main" id="{0F7B1D5D-6DB0-0427-E6F3-2C1995500A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5500" y="1892300"/>
          <a:ext cx="5105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1892300"/>
                        <a:ext cx="5105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1" name="Text Box 51">
            <a:extLst>
              <a:ext uri="{FF2B5EF4-FFF2-40B4-BE49-F238E27FC236}">
                <a16:creationId xmlns:a16="http://schemas.microsoft.com/office/drawing/2014/main" id="{23EA6751-4527-5B7E-34B4-F12B45028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191000"/>
            <a:ext cx="1425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Solution:</a:t>
            </a:r>
          </a:p>
        </p:txBody>
      </p:sp>
      <p:sp>
        <p:nvSpPr>
          <p:cNvPr id="61492" name="Text Box 52">
            <a:extLst>
              <a:ext uri="{FF2B5EF4-FFF2-40B4-BE49-F238E27FC236}">
                <a16:creationId xmlns:a16="http://schemas.microsoft.com/office/drawing/2014/main" id="{E9D0138F-C325-6E36-F934-3070D4550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181475"/>
            <a:ext cx="16017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  <p:grpSp>
        <p:nvGrpSpPr>
          <p:cNvPr id="61498" name="Group 58">
            <a:extLst>
              <a:ext uri="{FF2B5EF4-FFF2-40B4-BE49-F238E27FC236}">
                <a16:creationId xmlns:a16="http://schemas.microsoft.com/office/drawing/2014/main" id="{907FD13A-4680-E222-76FF-D43655F340E4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4114800"/>
            <a:ext cx="306388" cy="763588"/>
            <a:chOff x="4464" y="2592"/>
            <a:chExt cx="193" cy="481"/>
          </a:xfrm>
        </p:grpSpPr>
        <p:sp>
          <p:nvSpPr>
            <p:cNvPr id="20498" name="Line 56">
              <a:extLst>
                <a:ext uri="{FF2B5EF4-FFF2-40B4-BE49-F238E27FC236}">
                  <a16:creationId xmlns:a16="http://schemas.microsoft.com/office/drawing/2014/main" id="{DC26CA98-3D3E-6CAB-4F15-56E877C441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2592"/>
              <a:ext cx="192" cy="48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Line 57">
              <a:extLst>
                <a:ext uri="{FF2B5EF4-FFF2-40B4-BE49-F238E27FC236}">
                  <a16:creationId xmlns:a16="http://schemas.microsoft.com/office/drawing/2014/main" id="{82F5E03E-1268-12AC-8BE8-B9D9FE79E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592"/>
              <a:ext cx="193" cy="48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3" grpId="0" build="p" autoUpdateAnimBg="0" advAuto="0"/>
      <p:bldP spid="61466" grpId="0" build="p" autoUpdateAnimBg="0"/>
      <p:bldP spid="61489" grpId="0" build="p" autoUpdateAnimBg="0"/>
      <p:bldP spid="61491" grpId="0" build="p" autoUpdateAnimBg="0"/>
      <p:bldP spid="61492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53" name="Object 33">
            <a:extLst>
              <a:ext uri="{FF2B5EF4-FFF2-40B4-BE49-F238E27FC236}">
                <a16:creationId xmlns:a16="http://schemas.microsoft.com/office/drawing/2014/main" id="{2A9CAE34-88B4-9721-91D7-DF82175B3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7800" y="4025900"/>
          <a:ext cx="584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4025900"/>
                        <a:ext cx="584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4" name="Object 34">
            <a:extLst>
              <a:ext uri="{FF2B5EF4-FFF2-40B4-BE49-F238E27FC236}">
                <a16:creationId xmlns:a16="http://schemas.microsoft.com/office/drawing/2014/main" id="{5826851B-FA27-2F89-23E3-E719DCC2B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4660900"/>
          <a:ext cx="86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660900"/>
                        <a:ext cx="863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Rectangle 2">
            <a:extLst>
              <a:ext uri="{FF2B5EF4-FFF2-40B4-BE49-F238E27FC236}">
                <a16:creationId xmlns:a16="http://schemas.microsoft.com/office/drawing/2014/main" id="{C6630EB0-CF94-824A-0D8C-BFE8FB04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12763"/>
            <a:ext cx="1371600" cy="6858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Example2. find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21508" name="Object 3">
            <a:extLst>
              <a:ext uri="{FF2B5EF4-FFF2-40B4-BE49-F238E27FC236}">
                <a16:creationId xmlns:a16="http://schemas.microsoft.com/office/drawing/2014/main" id="{405F0282-8FBC-4119-AAE3-183FA81281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65100"/>
          <a:ext cx="2514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65100"/>
                        <a:ext cx="25146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1" name="Text Box 21">
            <a:extLst>
              <a:ext uri="{FF2B5EF4-FFF2-40B4-BE49-F238E27FC236}">
                <a16:creationId xmlns:a16="http://schemas.microsoft.com/office/drawing/2014/main" id="{2FF53225-C9E8-22E2-6B5A-8D9858A7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3" y="1524000"/>
            <a:ext cx="1425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Solution:</a:t>
            </a:r>
          </a:p>
        </p:txBody>
      </p:sp>
      <p:graphicFrame>
        <p:nvGraphicFramePr>
          <p:cNvPr id="56342" name="Object 22">
            <a:extLst>
              <a:ext uri="{FF2B5EF4-FFF2-40B4-BE49-F238E27FC236}">
                <a16:creationId xmlns:a16="http://schemas.microsoft.com/office/drawing/2014/main" id="{20630F66-BA1C-DFEB-0044-E8DF820287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524000"/>
          <a:ext cx="175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1752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3" name="Object 23">
            <a:extLst>
              <a:ext uri="{FF2B5EF4-FFF2-40B4-BE49-F238E27FC236}">
                <a16:creationId xmlns:a16="http://schemas.microsoft.com/office/drawing/2014/main" id="{60FA4493-3A40-D37B-D1C6-49BC2EDFDF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800" y="2133600"/>
          <a:ext cx="2032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2133600"/>
                        <a:ext cx="2032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5" name="Object 25">
            <a:extLst>
              <a:ext uri="{FF2B5EF4-FFF2-40B4-BE49-F238E27FC236}">
                <a16:creationId xmlns:a16="http://schemas.microsoft.com/office/drawing/2014/main" id="{2A8A67B6-680F-48FD-1053-5B3698167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0050" y="2101850"/>
          <a:ext cx="596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2101850"/>
                        <a:ext cx="596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6" name="Object 26">
            <a:extLst>
              <a:ext uri="{FF2B5EF4-FFF2-40B4-BE49-F238E27FC236}">
                <a16:creationId xmlns:a16="http://schemas.microsoft.com/office/drawing/2014/main" id="{23914B31-E853-259A-FD9C-B8B95E3C72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282950"/>
          <a:ext cx="1498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82950"/>
                        <a:ext cx="1498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8" name="Object 28">
            <a:extLst>
              <a:ext uri="{FF2B5EF4-FFF2-40B4-BE49-F238E27FC236}">
                <a16:creationId xmlns:a16="http://schemas.microsoft.com/office/drawing/2014/main" id="{5A1F139A-D271-50BF-6082-DC17704C28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3035300"/>
          <a:ext cx="901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035300"/>
                        <a:ext cx="901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9" name="Object 29">
            <a:extLst>
              <a:ext uri="{FF2B5EF4-FFF2-40B4-BE49-F238E27FC236}">
                <a16:creationId xmlns:a16="http://schemas.microsoft.com/office/drawing/2014/main" id="{3F19C317-B4E7-788F-9FC7-2007834F2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8100" y="4379913"/>
          <a:ext cx="23241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4379913"/>
                        <a:ext cx="232410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0" name="Line 30">
            <a:extLst>
              <a:ext uri="{FF2B5EF4-FFF2-40B4-BE49-F238E27FC236}">
                <a16:creationId xmlns:a16="http://schemas.microsoft.com/office/drawing/2014/main" id="{8E6E0664-68E9-0000-BDEC-D789F3461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0" y="465296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355" name="Object 35">
            <a:extLst>
              <a:ext uri="{FF2B5EF4-FFF2-40B4-BE49-F238E27FC236}">
                <a16:creationId xmlns:a16="http://schemas.microsoft.com/office/drawing/2014/main" id="{63A2D84C-2B31-431E-61EA-5A41ADB1FB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191000"/>
          <a:ext cx="787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191000"/>
                        <a:ext cx="787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4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3A81C011-8638-6030-BDCF-11F3A9162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287338"/>
            <a:ext cx="2124075" cy="719137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Summary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37893" name="Object 5">
            <a:extLst>
              <a:ext uri="{FF2B5EF4-FFF2-40B4-BE49-F238E27FC236}">
                <a16:creationId xmlns:a16="http://schemas.microsoft.com/office/drawing/2014/main" id="{DCE0F627-5993-372E-4CE4-ED33054FE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7200" y="1776413"/>
          <a:ext cx="9556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1776413"/>
                        <a:ext cx="9556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>
            <a:extLst>
              <a:ext uri="{FF2B5EF4-FFF2-40B4-BE49-F238E27FC236}">
                <a16:creationId xmlns:a16="http://schemas.microsoft.com/office/drawing/2014/main" id="{5049347B-DC2E-E378-4372-79A9B1C11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3650" y="3348038"/>
          <a:ext cx="11747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348038"/>
                        <a:ext cx="1174750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0BFD93F4-F381-EE3B-E03C-99C770368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6088" y="2609850"/>
          <a:ext cx="36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2609850"/>
                        <a:ext cx="368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>
            <a:extLst>
              <a:ext uri="{FF2B5EF4-FFF2-40B4-BE49-F238E27FC236}">
                <a16:creationId xmlns:a16="http://schemas.microsoft.com/office/drawing/2014/main" id="{4BE349BB-4B1F-3F09-D95D-ED40F013DF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3363913"/>
          <a:ext cx="457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3363913"/>
                        <a:ext cx="457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4" name="Object 16">
            <a:extLst>
              <a:ext uri="{FF2B5EF4-FFF2-40B4-BE49-F238E27FC236}">
                <a16:creationId xmlns:a16="http://schemas.microsoft.com/office/drawing/2014/main" id="{741EF2AA-12EE-27A0-88B0-1E518DE04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4800" y="3921125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3921125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0">
            <a:extLst>
              <a:ext uri="{FF2B5EF4-FFF2-40B4-BE49-F238E27FC236}">
                <a16:creationId xmlns:a16="http://schemas.microsoft.com/office/drawing/2014/main" id="{45EFF178-8DAF-82D6-D005-804DF6293D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25" y="4537075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4537075"/>
                        <a:ext cx="317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24">
            <a:extLst>
              <a:ext uri="{FF2B5EF4-FFF2-40B4-BE49-F238E27FC236}">
                <a16:creationId xmlns:a16="http://schemas.microsoft.com/office/drawing/2014/main" id="{53E18140-B5E0-CE82-67DD-71B8BFDE4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1900" y="5270500"/>
          <a:ext cx="2425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5270500"/>
                        <a:ext cx="24257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8" name="Text Box 50">
            <a:extLst>
              <a:ext uri="{FF2B5EF4-FFF2-40B4-BE49-F238E27FC236}">
                <a16:creationId xmlns:a16="http://schemas.microsoft.com/office/drawing/2014/main" id="{28D82EB7-647B-2DAB-6F05-3F009BE34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233488"/>
            <a:ext cx="38250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1. infinitesimal's compare</a:t>
            </a:r>
            <a:r>
              <a:rPr lang="zh-CN" altLang="en-US" sz="2400"/>
              <a:t>较</a:t>
            </a:r>
          </a:p>
        </p:txBody>
      </p:sp>
      <p:sp>
        <p:nvSpPr>
          <p:cNvPr id="37939" name="Text Box 51">
            <a:extLst>
              <a:ext uri="{FF2B5EF4-FFF2-40B4-BE49-F238E27FC236}">
                <a16:creationId xmlns:a16="http://schemas.microsoft.com/office/drawing/2014/main" id="{18D80731-F662-6DC2-20F0-1CEDE8A6D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1828800"/>
            <a:ext cx="1025954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Let  ,  </a:t>
            </a:r>
            <a:r>
              <a:rPr lang="zh-CN" altLang="en-US" sz="2400">
                <a:latin typeface="+mn-ea"/>
                <a:ea typeface="+mn-ea"/>
              </a:rPr>
              <a:t>对同一</a:t>
            </a:r>
            <a:r>
              <a:rPr lang="en-US" altLang="zh-CN" sz="2400">
                <a:latin typeface="+mn-ea"/>
                <a:ea typeface="+mn-ea"/>
              </a:rPr>
              <a:t>independent variable's limiting process is infinitesimal, and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7940" name="Text Box 52">
            <a:extLst>
              <a:ext uri="{FF2B5EF4-FFF2-40B4-BE49-F238E27FC236}">
                <a16:creationId xmlns:a16="http://schemas.microsoft.com/office/drawing/2014/main" id="{68EBA066-4371-4FF6-B267-6944D3F4B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2514600"/>
            <a:ext cx="387317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 is  's </a:t>
            </a:r>
            <a:r>
              <a:rPr lang="zh-CN" altLang="en-US" sz="2400" i="1">
                <a:latin typeface="+mn-ea"/>
                <a:ea typeface="+mn-ea"/>
                <a:sym typeface="Symbol" pitchFamily="2" charset="2"/>
              </a:rPr>
              <a:t>高</a:t>
            </a: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orderinfinitesimal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7941" name="Text Box 53">
            <a:extLst>
              <a:ext uri="{FF2B5EF4-FFF2-40B4-BE49-F238E27FC236}">
                <a16:creationId xmlns:a16="http://schemas.microsoft.com/office/drawing/2014/main" id="{D7324EF3-C5A8-D426-AA34-FF0790CB3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3165475"/>
            <a:ext cx="387317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 is  's </a:t>
            </a:r>
            <a:r>
              <a:rPr lang="zh-CN" altLang="en-US" sz="2400" i="1">
                <a:latin typeface="+mn-ea"/>
                <a:ea typeface="+mn-ea"/>
                <a:sym typeface="Symbol" pitchFamily="2" charset="2"/>
              </a:rPr>
              <a:t>低</a:t>
            </a: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orderinfinitesimal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7942" name="Text Box 54">
            <a:extLst>
              <a:ext uri="{FF2B5EF4-FFF2-40B4-BE49-F238E27FC236}">
                <a16:creationId xmlns:a16="http://schemas.microsoft.com/office/drawing/2014/main" id="{4D907E5C-3752-2B88-1A09-281748861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3810000"/>
            <a:ext cx="387317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 is  's </a:t>
            </a:r>
            <a:r>
              <a:rPr lang="zh-CN" altLang="en-US" sz="2400" i="1">
                <a:latin typeface="+mn-ea"/>
                <a:ea typeface="+mn-ea"/>
                <a:sym typeface="Symbol" pitchFamily="2" charset="2"/>
              </a:rPr>
              <a:t>同</a:t>
            </a: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orderinfinitesimal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7943" name="Text Box 55">
            <a:extLst>
              <a:ext uri="{FF2B5EF4-FFF2-40B4-BE49-F238E27FC236}">
                <a16:creationId xmlns:a16="http://schemas.microsoft.com/office/drawing/2014/main" id="{ACC9018B-6C3F-DE78-8F56-0668D9717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4433888"/>
            <a:ext cx="4211409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i="1">
                <a:latin typeface="+mn-ea"/>
                <a:ea typeface="+mn-ea"/>
                <a:sym typeface="Symbol" pitchFamily="2" charset="2"/>
              </a:rPr>
              <a:t> is  's equivalentinfinitesimal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7944" name="Text Box 56">
            <a:extLst>
              <a:ext uri="{FF2B5EF4-FFF2-40B4-BE49-F238E27FC236}">
                <a16:creationId xmlns:a16="http://schemas.microsoft.com/office/drawing/2014/main" id="{D3288B23-CDD0-53D3-E710-AD76D3F8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8" y="5392738"/>
            <a:ext cx="379462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i="1">
                <a:sym typeface="Symbol" panose="05050102010706020507" pitchFamily="18" charset="2"/>
              </a:rPr>
              <a:t> is  's k orderinfinitesimal</a:t>
            </a:r>
            <a:endParaRPr lang="zh-CN" altLang="en-US" sz="2400"/>
          </a:p>
        </p:txBody>
      </p:sp>
      <p:sp>
        <p:nvSpPr>
          <p:cNvPr id="37949" name="AutoShape 61">
            <a:extLst>
              <a:ext uri="{FF2B5EF4-FFF2-40B4-BE49-F238E27FC236}">
                <a16:creationId xmlns:a16="http://schemas.microsoft.com/office/drawing/2014/main" id="{2D9BA687-AE1D-D889-5045-34476DB5E13C}"/>
              </a:ext>
            </a:extLst>
          </p:cNvPr>
          <p:cNvSpPr>
            <a:spLocks/>
          </p:cNvSpPr>
          <p:nvPr/>
        </p:nvSpPr>
        <p:spPr bwMode="auto">
          <a:xfrm>
            <a:off x="2590800" y="2590800"/>
            <a:ext cx="152400" cy="2362200"/>
          </a:xfrm>
          <a:prstGeom prst="leftBrace">
            <a:avLst>
              <a:gd name="adj1" fmla="val 1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38" grpId="0" build="p" autoUpdateAnimBg="0"/>
      <p:bldP spid="37939" grpId="0" build="p" autoUpdateAnimBg="0"/>
      <p:bldP spid="37940" grpId="0" build="p" autoUpdateAnimBg="0"/>
      <p:bldP spid="37941" grpId="0" build="p" autoUpdateAnimBg="0"/>
      <p:bldP spid="37942" grpId="0" build="p" autoUpdateAnimBg="0"/>
      <p:bldP spid="37943" grpId="0" build="p" autoUpdateAnimBg="0"/>
      <p:bldP spid="37944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3ADB6C4-E6B5-C8F1-D1F2-AB175A563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2665413"/>
            <a:ext cx="4114800" cy="609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2400">
                <a:ea typeface="楷体_GB2312" pitchFamily="49" charset="-122"/>
              </a:rPr>
              <a:t>2. equivalent-infinitesimal replacementTheorem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60427" name="Object 11">
            <a:extLst>
              <a:ext uri="{FF2B5EF4-FFF2-40B4-BE49-F238E27FC236}">
                <a16:creationId xmlns:a16="http://schemas.microsoft.com/office/drawing/2014/main" id="{EA17A41D-D379-201B-971C-06AF0ABC6C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863" y="465138"/>
          <a:ext cx="1895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465138"/>
                        <a:ext cx="18954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>
            <a:extLst>
              <a:ext uri="{FF2B5EF4-FFF2-40B4-BE49-F238E27FC236}">
                <a16:creationId xmlns:a16="http://schemas.microsoft.com/office/drawing/2014/main" id="{9A8A95A2-92EA-361F-D0B1-308417B1AF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252538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52538"/>
                        <a:ext cx="69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9" name="Text Box 13">
            <a:extLst>
              <a:ext uri="{FF2B5EF4-FFF2-40B4-BE49-F238E27FC236}">
                <a16:creationId xmlns:a16="http://schemas.microsoft.com/office/drawing/2014/main" id="{72D9582A-C51B-A078-545A-8C6FE8498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11430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/>
              <a:t>～</a:t>
            </a:r>
          </a:p>
        </p:txBody>
      </p:sp>
      <p:graphicFrame>
        <p:nvGraphicFramePr>
          <p:cNvPr id="60430" name="Object 14">
            <a:extLst>
              <a:ext uri="{FF2B5EF4-FFF2-40B4-BE49-F238E27FC236}">
                <a16:creationId xmlns:a16="http://schemas.microsoft.com/office/drawing/2014/main" id="{C1702630-CD70-3563-A718-C1CF9D33EF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1323975"/>
          <a:ext cx="736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323975"/>
                        <a:ext cx="7366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1" name="Text Box 15">
            <a:extLst>
              <a:ext uri="{FF2B5EF4-FFF2-40B4-BE49-F238E27FC236}">
                <a16:creationId xmlns:a16="http://schemas.microsoft.com/office/drawing/2014/main" id="{5187D6AF-7A89-9845-A8F3-8ADAC2E1A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600" y="1143000"/>
            <a:ext cx="711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/>
              <a:t>～</a:t>
            </a:r>
          </a:p>
        </p:txBody>
      </p:sp>
      <p:graphicFrame>
        <p:nvGraphicFramePr>
          <p:cNvPr id="60432" name="Object 16">
            <a:extLst>
              <a:ext uri="{FF2B5EF4-FFF2-40B4-BE49-F238E27FC236}">
                <a16:creationId xmlns:a16="http://schemas.microsoft.com/office/drawing/2014/main" id="{968299D7-47FB-FD11-281E-05EA633FB7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6100" y="1273175"/>
          <a:ext cx="1155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1273175"/>
                        <a:ext cx="1155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3" name="Text Box 17">
            <a:extLst>
              <a:ext uri="{FF2B5EF4-FFF2-40B4-BE49-F238E27FC236}">
                <a16:creationId xmlns:a16="http://schemas.microsoft.com/office/drawing/2014/main" id="{5C3007D9-8CD9-DD16-DA30-C44FD1267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1143000"/>
            <a:ext cx="836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/>
              <a:t>～</a:t>
            </a:r>
          </a:p>
        </p:txBody>
      </p:sp>
      <p:graphicFrame>
        <p:nvGraphicFramePr>
          <p:cNvPr id="60436" name="Object 20">
            <a:extLst>
              <a:ext uri="{FF2B5EF4-FFF2-40B4-BE49-F238E27FC236}">
                <a16:creationId xmlns:a16="http://schemas.microsoft.com/office/drawing/2014/main" id="{9D45A007-1211-2188-1890-F2680E9C8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3589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3589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7" name="Object 21">
            <a:extLst>
              <a:ext uri="{FF2B5EF4-FFF2-40B4-BE49-F238E27FC236}">
                <a16:creationId xmlns:a16="http://schemas.microsoft.com/office/drawing/2014/main" id="{C23D5F81-318D-C5B6-CE27-9AF1444453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3589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3589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8" name="Object 22">
            <a:extLst>
              <a:ext uri="{FF2B5EF4-FFF2-40B4-BE49-F238E27FC236}">
                <a16:creationId xmlns:a16="http://schemas.microsoft.com/office/drawing/2014/main" id="{8E95DB69-0F13-529C-9052-BF6B15094D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13589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3589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4" name="Object 18">
            <a:extLst>
              <a:ext uri="{FF2B5EF4-FFF2-40B4-BE49-F238E27FC236}">
                <a16:creationId xmlns:a16="http://schemas.microsoft.com/office/drawing/2014/main" id="{7921AE6F-6BC3-AC42-7AD2-A61BD1834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6700" y="1962150"/>
          <a:ext cx="1206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1962150"/>
                        <a:ext cx="1206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5" name="Text Box 19">
            <a:extLst>
              <a:ext uri="{FF2B5EF4-FFF2-40B4-BE49-F238E27FC236}">
                <a16:creationId xmlns:a16="http://schemas.microsoft.com/office/drawing/2014/main" id="{8CA5401C-1100-3D3F-2369-8D079EF8E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1858963"/>
            <a:ext cx="838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/>
              <a:t>～</a:t>
            </a:r>
          </a:p>
        </p:txBody>
      </p:sp>
      <p:graphicFrame>
        <p:nvGraphicFramePr>
          <p:cNvPr id="60439" name="Object 23">
            <a:extLst>
              <a:ext uri="{FF2B5EF4-FFF2-40B4-BE49-F238E27FC236}">
                <a16:creationId xmlns:a16="http://schemas.microsoft.com/office/drawing/2014/main" id="{58A010A6-8DF8-5158-4A0A-075C1FAF7E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2300" y="1841500"/>
          <a:ext cx="723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1841500"/>
                        <a:ext cx="723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7" name="Object 31">
            <a:extLst>
              <a:ext uri="{FF2B5EF4-FFF2-40B4-BE49-F238E27FC236}">
                <a16:creationId xmlns:a16="http://schemas.microsoft.com/office/drawing/2014/main" id="{33ADD3A0-0C6F-CE99-3FC6-F4DD107DE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1700" y="1930400"/>
          <a:ext cx="138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1930400"/>
                        <a:ext cx="1384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8" name="Text Box 32">
            <a:extLst>
              <a:ext uri="{FF2B5EF4-FFF2-40B4-BE49-F238E27FC236}">
                <a16:creationId xmlns:a16="http://schemas.microsoft.com/office/drawing/2014/main" id="{E3980775-8462-102F-EDB6-572044D92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113" y="1889125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/>
              <a:t>～</a:t>
            </a:r>
          </a:p>
        </p:txBody>
      </p:sp>
      <p:graphicFrame>
        <p:nvGraphicFramePr>
          <p:cNvPr id="60449" name="Object 33">
            <a:extLst>
              <a:ext uri="{FF2B5EF4-FFF2-40B4-BE49-F238E27FC236}">
                <a16:creationId xmlns:a16="http://schemas.microsoft.com/office/drawing/2014/main" id="{0AFEE74D-A7E6-C329-C3BE-E246F3F0EA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1920875"/>
          <a:ext cx="444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20875"/>
                        <a:ext cx="444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54" name="Text Box 38">
            <a:extLst>
              <a:ext uri="{FF2B5EF4-FFF2-40B4-BE49-F238E27FC236}">
                <a16:creationId xmlns:a16="http://schemas.microsoft.com/office/drawing/2014/main" id="{09DD77F8-EECD-462C-6683-BCC597ECF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113" y="4591050"/>
            <a:ext cx="4852610" cy="107721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3200" b="1">
                <a:solidFill>
                  <a:schemeClr val="tx2"/>
                </a:solidFill>
              </a:rPr>
              <a:t>Homework</a:t>
            </a:r>
          </a:p>
          <a:p>
            <a:pPr eaLnBrk="1" hangingPunct="1"/>
            <a:r>
              <a:rPr lang="en-GB" altLang="zh-CN" sz="3200" b="1">
                <a:solidFill>
                  <a:schemeClr val="tx2"/>
                </a:solidFill>
              </a:rPr>
              <a:t>P55-56 5 (1), (2) , (3) , (4)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23571" name="Text Box 40">
            <a:extLst>
              <a:ext uri="{FF2B5EF4-FFF2-40B4-BE49-F238E27FC236}">
                <a16:creationId xmlns:a16="http://schemas.microsoft.com/office/drawing/2014/main" id="{2D49B680-52AC-7948-AF67-5824FA104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479425"/>
            <a:ext cx="41200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常 </a:t>
            </a:r>
            <a:r>
              <a:rPr lang="en-US" altLang="zh-CN" sz="2400"/>
              <a:t>useequivalentinfinitesimal :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build="p" autoUpdateAnimBg="0"/>
      <p:bldP spid="60429" grpId="0" autoUpdateAnimBg="0"/>
      <p:bldP spid="60431" grpId="0" autoUpdateAnimBg="0"/>
      <p:bldP spid="60433" grpId="0" autoUpdateAnimBg="0"/>
      <p:bldP spid="60435" grpId="0" autoUpdateAnimBg="0"/>
      <p:bldP spid="60448" grpId="0" autoUpdateAnimBg="0"/>
      <p:bldP spid="60454" grpId="0" animBg="1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2368</TotalTime>
  <Words>321</Words>
  <Application>Microsoft Office PowerPoint</Application>
  <PresentationFormat>全屏显示(4:3)</PresentationFormat>
  <Paragraphs>94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等线</vt:lpstr>
      <vt:lpstr>Arial</vt:lpstr>
      <vt:lpstr>DengXian Light</vt:lpstr>
      <vt:lpstr>华文行楷</vt:lpstr>
      <vt:lpstr>Calibri</vt:lpstr>
      <vt:lpstr>Symbol</vt:lpstr>
      <vt:lpstr>楷体_GB2312</vt:lpstr>
      <vt:lpstr>仿宋_GB2312</vt:lpstr>
      <vt:lpstr>Webdings</vt:lpstr>
      <vt:lpstr>Office 主题​​</vt:lpstr>
      <vt:lpstr>Microsoft 公式 3.0</vt:lpstr>
      <vt:lpstr>PowerPoint 演示文稿</vt:lpstr>
      <vt:lpstr>PowerPoint 演示文稿</vt:lpstr>
      <vt:lpstr>Definition.</vt:lpstr>
      <vt:lpstr>for example , 当</vt:lpstr>
      <vt:lpstr>Example1. Proof: 当</vt:lpstr>
      <vt:lpstr>Theorem1.</vt:lpstr>
      <vt:lpstr>Theorem2 . Let</vt:lpstr>
      <vt:lpstr>Note:</vt:lpstr>
      <vt:lpstr>(3) 因 formula replacement rulethen:</vt:lpstr>
      <vt:lpstr>Example2. find</vt:lpstr>
      <vt:lpstr>Summary</vt:lpstr>
      <vt:lpstr>2. equivalent-infinitesimal replacementTheorem</vt:lpstr>
    </vt:vector>
  </TitlesOfParts>
  <Company>CUMT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第五节  两个重要极限及无穷小的比较</dc:title>
  <dc:creator>MATH</dc:creator>
  <cp:lastModifiedBy>Rui Li</cp:lastModifiedBy>
  <cp:revision>102</cp:revision>
  <dcterms:created xsi:type="dcterms:W3CDTF">1999-07-29T02:26:14Z</dcterms:created>
  <dcterms:modified xsi:type="dcterms:W3CDTF">2026-09-02T05:32:13Z</dcterms:modified>
</cp:coreProperties>
</file>