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04" r:id="rId1"/>
  </p:sldMasterIdLst>
  <p:sldIdLst>
    <p:sldId id="292" r:id="rId2"/>
    <p:sldId id="293" r:id="rId3"/>
    <p:sldId id="294" r:id="rId4"/>
    <p:sldId id="295" r:id="rId5"/>
    <p:sldId id="296" r:id="rId6"/>
    <p:sldId id="297" r:id="rId7"/>
    <p:sldId id="298" r:id="rId8"/>
    <p:sldId id="300" r:id="rId9"/>
    <p:sldId id="301" r:id="rId10"/>
    <p:sldId id="302" r:id="rId11"/>
    <p:sldId id="303" r:id="rId12"/>
    <p:sldId id="304" r:id="rId13"/>
    <p:sldId id="305" r:id="rId14"/>
    <p:sldId id="306" r:id="rId15"/>
    <p:sldId id="307" r:id="rId16"/>
    <p:sldId id="308" r:id="rId17"/>
  </p:sldIdLst>
  <p:sldSz cx="9144000" cy="6858000" type="screen4x3"/>
  <p:notesSz cx="6858000" cy="9144000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showAnimation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0118" autoAdjust="0"/>
    <p:restoredTop sz="90929"/>
  </p:normalViewPr>
  <p:slideViewPr>
    <p:cSldViewPr>
      <p:cViewPr varScale="1">
        <p:scale>
          <a:sx n="96" d="100"/>
          <a:sy n="96" d="100"/>
        </p:scale>
        <p:origin x="800" y="1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205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68236B-793F-6EE7-8D3D-45E44049B9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2745A9-2050-E577-BBE3-8275A10AF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5CAA0F-CB4C-464C-290D-9A6CD76FB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8024EA-1398-42BB-8032-64BCC20B81C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415125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B07449-B844-2029-35BD-D3DB7F97A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957B42-0CFC-931C-FCDA-A78C27B44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2D68C8-96C7-C1B4-4517-519B3D71A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D1EC15-B256-4470-BAEE-48538AB7947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691439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41B8EC-2C94-2682-206C-12A8CBC375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18C766-84BD-2E17-1939-F122187B8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EF33DF-17E8-C887-1833-D6CAD942F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217C6A-F06F-4E7F-A520-12C0B29191A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180991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45FF0AA-5CB7-560F-DCF4-29DFB1B8F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D3FC1FC-4C9D-D4AE-274F-29D575297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8490B34-08F9-6184-2628-07ECE4431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38154B-4242-426E-B01B-2037525CC5A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253863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CCC894D6-C4C3-6A0D-2A48-CED81EE715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C4C9DD87-EAA4-EFEC-60CE-2D5ADEF84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49FCA68-1EEC-D823-1002-5A34B46CE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A1AA83-7C41-4A68-BE71-007E568C6E7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654852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B82A22A8-4E48-5185-3737-61E01E788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5BC309A0-2297-6FE4-9957-62006C17A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94BDB87-8013-3024-2E91-83A3EF105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A10ED8-B1DE-4560-99DD-171020F7755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06528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37F36CFF-6809-15A7-D280-37A316BC5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BAFDA3F4-5C53-107F-8694-4781ADBC4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0F1E5E8-6A98-3ABB-5259-EF86AFD37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5A88C4-1C90-4F2A-8EB5-D1FC25B8CB5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950795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7503FFF-9A26-E19E-DD07-AA40178A5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4DAF578-E804-C8F6-E73C-F153A2A93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FF23A32-2070-0D0D-5AD1-771A6EF8B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07C5B9-922F-4F0C-87B6-AF5A29421AA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18528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25F942AA-98D4-EC24-E343-E4A5D9D80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874ADD7-3336-91BB-B05D-962D564D7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A6CB1316-3926-1D36-4C2E-92F4C9C02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371454-F1D4-49BE-AF87-EAE5A622EC7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472385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05E7E8-1787-D416-69FF-330F5DE6DE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86999A-C455-E569-DD79-77B495D53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7536BB-2832-1A1E-7103-FBD827153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E41B8D-37CB-44A3-812E-072E7A3A597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654845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A1A2C2-E658-6884-FD90-378CCB940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8E62E0-7307-7380-E7A6-1E21D8E0E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2FA57A-85DC-6CEF-3CBF-0A8A398B8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16D28A-816C-40C7-96D3-06E31AB929D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17839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7585F13A-9271-6177-8175-BC11884646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9D0591FB-F44E-D1CB-5B13-219EA3E005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9EAE40-0306-EBF3-C8D2-225DB085F8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6E6BF4-31FC-E838-E059-9A8C3C4430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7CD5A2-36D7-4B80-D770-E20AAB6F04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72AD243E-1EC1-403D-B440-7BAE7A68465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emf"/><Relationship Id="rId13" Type="http://schemas.openxmlformats.org/officeDocument/2006/relationships/oleObject" Target="../embeddings/oleObject6.bin"/><Relationship Id="rId18" Type="http://schemas.openxmlformats.org/officeDocument/2006/relationships/image" Target="../media/image10.emf"/><Relationship Id="rId3" Type="http://schemas.openxmlformats.org/officeDocument/2006/relationships/image" Target="../media/image2.emf"/><Relationship Id="rId7" Type="http://schemas.openxmlformats.org/officeDocument/2006/relationships/oleObject" Target="../embeddings/oleObject3.bin"/><Relationship Id="rId12" Type="http://schemas.openxmlformats.org/officeDocument/2006/relationships/image" Target="../media/image7.emf"/><Relationship Id="rId17" Type="http://schemas.openxmlformats.org/officeDocument/2006/relationships/oleObject" Target="../embeddings/oleObject8.bin"/><Relationship Id="rId2" Type="http://schemas.openxmlformats.org/officeDocument/2006/relationships/oleObject" Target="../embeddings/oleObject1.bin"/><Relationship Id="rId16" Type="http://schemas.openxmlformats.org/officeDocument/2006/relationships/image" Target="../media/image9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e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10" Type="http://schemas.openxmlformats.org/officeDocument/2006/relationships/image" Target="../media/image6.emf"/><Relationship Id="rId4" Type="http://schemas.openxmlformats.org/officeDocument/2006/relationships/image" Target="../media/image3.png"/><Relationship Id="rId9" Type="http://schemas.openxmlformats.org/officeDocument/2006/relationships/oleObject" Target="../embeddings/oleObject4.bin"/><Relationship Id="rId14" Type="http://schemas.openxmlformats.org/officeDocument/2006/relationships/image" Target="../media/image8.e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mf"/><Relationship Id="rId13" Type="http://schemas.openxmlformats.org/officeDocument/2006/relationships/image" Target="../media/image22.wmf"/><Relationship Id="rId18" Type="http://schemas.openxmlformats.org/officeDocument/2006/relationships/image" Target="../media/image27.wmf"/><Relationship Id="rId3" Type="http://schemas.openxmlformats.org/officeDocument/2006/relationships/image" Target="../media/image12.wmf"/><Relationship Id="rId21" Type="http://schemas.openxmlformats.org/officeDocument/2006/relationships/image" Target="../media/image30.wmf"/><Relationship Id="rId7" Type="http://schemas.openxmlformats.org/officeDocument/2006/relationships/image" Target="../media/image16.wmf"/><Relationship Id="rId12" Type="http://schemas.openxmlformats.org/officeDocument/2006/relationships/image" Target="../media/image21.wmf"/><Relationship Id="rId17" Type="http://schemas.openxmlformats.org/officeDocument/2006/relationships/image" Target="../media/image26.wmf"/><Relationship Id="rId2" Type="http://schemas.openxmlformats.org/officeDocument/2006/relationships/image" Target="../media/image11.wmf"/><Relationship Id="rId16" Type="http://schemas.openxmlformats.org/officeDocument/2006/relationships/image" Target="../media/image25.wmf"/><Relationship Id="rId20" Type="http://schemas.openxmlformats.org/officeDocument/2006/relationships/image" Target="../media/image29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wmf"/><Relationship Id="rId11" Type="http://schemas.openxmlformats.org/officeDocument/2006/relationships/image" Target="../media/image20.wmf"/><Relationship Id="rId24" Type="http://schemas.openxmlformats.org/officeDocument/2006/relationships/image" Target="../media/image33.png"/><Relationship Id="rId5" Type="http://schemas.openxmlformats.org/officeDocument/2006/relationships/image" Target="../media/image14.wmf"/><Relationship Id="rId15" Type="http://schemas.openxmlformats.org/officeDocument/2006/relationships/image" Target="../media/image24.wmf"/><Relationship Id="rId23" Type="http://schemas.openxmlformats.org/officeDocument/2006/relationships/image" Target="../media/image32.wmf"/><Relationship Id="rId10" Type="http://schemas.openxmlformats.org/officeDocument/2006/relationships/image" Target="../media/image19.wmf"/><Relationship Id="rId19" Type="http://schemas.openxmlformats.org/officeDocument/2006/relationships/image" Target="../media/image28.wmf"/><Relationship Id="rId4" Type="http://schemas.openxmlformats.org/officeDocument/2006/relationships/image" Target="../media/image13.wmf"/><Relationship Id="rId9" Type="http://schemas.openxmlformats.org/officeDocument/2006/relationships/image" Target="../media/image18.wmf"/><Relationship Id="rId14" Type="http://schemas.openxmlformats.org/officeDocument/2006/relationships/image" Target="../media/image23.wmf"/><Relationship Id="rId22" Type="http://schemas.openxmlformats.org/officeDocument/2006/relationships/image" Target="../media/image31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.bin"/><Relationship Id="rId13" Type="http://schemas.openxmlformats.org/officeDocument/2006/relationships/image" Target="../media/image39.emf"/><Relationship Id="rId18" Type="http://schemas.openxmlformats.org/officeDocument/2006/relationships/oleObject" Target="../embeddings/oleObject17.bin"/><Relationship Id="rId3" Type="http://schemas.openxmlformats.org/officeDocument/2006/relationships/image" Target="../media/image34.emf"/><Relationship Id="rId7" Type="http://schemas.openxmlformats.org/officeDocument/2006/relationships/image" Target="../media/image36.emf"/><Relationship Id="rId12" Type="http://schemas.openxmlformats.org/officeDocument/2006/relationships/oleObject" Target="../embeddings/oleObject14.bin"/><Relationship Id="rId17" Type="http://schemas.openxmlformats.org/officeDocument/2006/relationships/image" Target="../media/image41.emf"/><Relationship Id="rId2" Type="http://schemas.openxmlformats.org/officeDocument/2006/relationships/oleObject" Target="../embeddings/oleObject9.bin"/><Relationship Id="rId16" Type="http://schemas.openxmlformats.org/officeDocument/2006/relationships/oleObject" Target="../embeddings/oleObject16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1.bin"/><Relationship Id="rId11" Type="http://schemas.openxmlformats.org/officeDocument/2006/relationships/image" Target="../media/image38.emf"/><Relationship Id="rId5" Type="http://schemas.openxmlformats.org/officeDocument/2006/relationships/image" Target="../media/image35.emf"/><Relationship Id="rId15" Type="http://schemas.openxmlformats.org/officeDocument/2006/relationships/image" Target="../media/image40.emf"/><Relationship Id="rId10" Type="http://schemas.openxmlformats.org/officeDocument/2006/relationships/oleObject" Target="../embeddings/oleObject13.bin"/><Relationship Id="rId19" Type="http://schemas.openxmlformats.org/officeDocument/2006/relationships/image" Target="../media/image42.emf"/><Relationship Id="rId4" Type="http://schemas.openxmlformats.org/officeDocument/2006/relationships/oleObject" Target="../embeddings/oleObject10.bin"/><Relationship Id="rId9" Type="http://schemas.openxmlformats.org/officeDocument/2006/relationships/image" Target="../media/image37.emf"/><Relationship Id="rId14" Type="http://schemas.openxmlformats.org/officeDocument/2006/relationships/oleObject" Target="../embeddings/oleObject15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.bin"/><Relationship Id="rId13" Type="http://schemas.openxmlformats.org/officeDocument/2006/relationships/image" Target="../media/image48.emf"/><Relationship Id="rId18" Type="http://schemas.openxmlformats.org/officeDocument/2006/relationships/oleObject" Target="../embeddings/oleObject26.bin"/><Relationship Id="rId3" Type="http://schemas.openxmlformats.org/officeDocument/2006/relationships/image" Target="../media/image43.emf"/><Relationship Id="rId21" Type="http://schemas.openxmlformats.org/officeDocument/2006/relationships/image" Target="../media/image52.emf"/><Relationship Id="rId7" Type="http://schemas.openxmlformats.org/officeDocument/2006/relationships/image" Target="../media/image45.emf"/><Relationship Id="rId12" Type="http://schemas.openxmlformats.org/officeDocument/2006/relationships/oleObject" Target="../embeddings/oleObject23.bin"/><Relationship Id="rId17" Type="http://schemas.openxmlformats.org/officeDocument/2006/relationships/image" Target="../media/image50.emf"/><Relationship Id="rId2" Type="http://schemas.openxmlformats.org/officeDocument/2006/relationships/oleObject" Target="../embeddings/oleObject18.bin"/><Relationship Id="rId16" Type="http://schemas.openxmlformats.org/officeDocument/2006/relationships/oleObject" Target="../embeddings/oleObject25.bin"/><Relationship Id="rId20" Type="http://schemas.openxmlformats.org/officeDocument/2006/relationships/oleObject" Target="../embeddings/oleObject27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0.bin"/><Relationship Id="rId11" Type="http://schemas.openxmlformats.org/officeDocument/2006/relationships/image" Target="../media/image47.emf"/><Relationship Id="rId5" Type="http://schemas.openxmlformats.org/officeDocument/2006/relationships/image" Target="../media/image44.emf"/><Relationship Id="rId15" Type="http://schemas.openxmlformats.org/officeDocument/2006/relationships/image" Target="../media/image49.emf"/><Relationship Id="rId23" Type="http://schemas.openxmlformats.org/officeDocument/2006/relationships/image" Target="../media/image53.emf"/><Relationship Id="rId10" Type="http://schemas.openxmlformats.org/officeDocument/2006/relationships/oleObject" Target="../embeddings/oleObject22.bin"/><Relationship Id="rId19" Type="http://schemas.openxmlformats.org/officeDocument/2006/relationships/image" Target="../media/image51.emf"/><Relationship Id="rId4" Type="http://schemas.openxmlformats.org/officeDocument/2006/relationships/oleObject" Target="../embeddings/oleObject19.bin"/><Relationship Id="rId9" Type="http://schemas.openxmlformats.org/officeDocument/2006/relationships/image" Target="../media/image46.emf"/><Relationship Id="rId14" Type="http://schemas.openxmlformats.org/officeDocument/2006/relationships/oleObject" Target="../embeddings/oleObject24.bin"/><Relationship Id="rId22" Type="http://schemas.openxmlformats.org/officeDocument/2006/relationships/oleObject" Target="../embeddings/oleObject28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1.bin"/><Relationship Id="rId13" Type="http://schemas.openxmlformats.org/officeDocument/2006/relationships/image" Target="../media/image57.emf"/><Relationship Id="rId18" Type="http://schemas.openxmlformats.org/officeDocument/2006/relationships/oleObject" Target="../embeddings/oleObject35.bin"/><Relationship Id="rId3" Type="http://schemas.openxmlformats.org/officeDocument/2006/relationships/image" Target="../media/image54.emf"/><Relationship Id="rId21" Type="http://schemas.openxmlformats.org/officeDocument/2006/relationships/image" Target="../media/image61.emf"/><Relationship Id="rId7" Type="http://schemas.openxmlformats.org/officeDocument/2006/relationships/image" Target="../media/image55.emf"/><Relationship Id="rId12" Type="http://schemas.openxmlformats.org/officeDocument/2006/relationships/oleObject" Target="../embeddings/oleObject32.bin"/><Relationship Id="rId17" Type="http://schemas.openxmlformats.org/officeDocument/2006/relationships/image" Target="../media/image59.emf"/><Relationship Id="rId2" Type="http://schemas.openxmlformats.org/officeDocument/2006/relationships/oleObject" Target="../embeddings/oleObject29.bin"/><Relationship Id="rId16" Type="http://schemas.openxmlformats.org/officeDocument/2006/relationships/oleObject" Target="../embeddings/oleObject34.bin"/><Relationship Id="rId20" Type="http://schemas.openxmlformats.org/officeDocument/2006/relationships/oleObject" Target="../embeddings/oleObject36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0.bin"/><Relationship Id="rId11" Type="http://schemas.openxmlformats.org/officeDocument/2006/relationships/image" Target="../media/image38.emf"/><Relationship Id="rId5" Type="http://schemas.openxmlformats.org/officeDocument/2006/relationships/image" Target="../media/image35.emf"/><Relationship Id="rId15" Type="http://schemas.openxmlformats.org/officeDocument/2006/relationships/image" Target="../media/image58.emf"/><Relationship Id="rId10" Type="http://schemas.openxmlformats.org/officeDocument/2006/relationships/oleObject" Target="../embeddings/oleObject13.bin"/><Relationship Id="rId19" Type="http://schemas.openxmlformats.org/officeDocument/2006/relationships/image" Target="../media/image60.emf"/><Relationship Id="rId4" Type="http://schemas.openxmlformats.org/officeDocument/2006/relationships/oleObject" Target="../embeddings/oleObject10.bin"/><Relationship Id="rId9" Type="http://schemas.openxmlformats.org/officeDocument/2006/relationships/image" Target="../media/image56.emf"/><Relationship Id="rId14" Type="http://schemas.openxmlformats.org/officeDocument/2006/relationships/oleObject" Target="../embeddings/oleObject33.bin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7.emf"/><Relationship Id="rId18" Type="http://schemas.openxmlformats.org/officeDocument/2006/relationships/oleObject" Target="../embeddings/oleObject45.bin"/><Relationship Id="rId26" Type="http://schemas.openxmlformats.org/officeDocument/2006/relationships/oleObject" Target="../embeddings/oleObject49.bin"/><Relationship Id="rId39" Type="http://schemas.openxmlformats.org/officeDocument/2006/relationships/image" Target="../media/image80.emf"/><Relationship Id="rId21" Type="http://schemas.openxmlformats.org/officeDocument/2006/relationships/image" Target="../media/image71.emf"/><Relationship Id="rId34" Type="http://schemas.openxmlformats.org/officeDocument/2006/relationships/oleObject" Target="../embeddings/oleObject53.bin"/><Relationship Id="rId7" Type="http://schemas.openxmlformats.org/officeDocument/2006/relationships/image" Target="../media/image64.emf"/><Relationship Id="rId12" Type="http://schemas.openxmlformats.org/officeDocument/2006/relationships/oleObject" Target="../embeddings/oleObject42.bin"/><Relationship Id="rId17" Type="http://schemas.openxmlformats.org/officeDocument/2006/relationships/image" Target="../media/image69.emf"/><Relationship Id="rId25" Type="http://schemas.openxmlformats.org/officeDocument/2006/relationships/image" Target="../media/image73.emf"/><Relationship Id="rId33" Type="http://schemas.openxmlformats.org/officeDocument/2006/relationships/image" Target="../media/image77.emf"/><Relationship Id="rId38" Type="http://schemas.openxmlformats.org/officeDocument/2006/relationships/oleObject" Target="../embeddings/oleObject55.bin"/><Relationship Id="rId2" Type="http://schemas.openxmlformats.org/officeDocument/2006/relationships/oleObject" Target="../embeddings/oleObject37.bin"/><Relationship Id="rId16" Type="http://schemas.openxmlformats.org/officeDocument/2006/relationships/oleObject" Target="../embeddings/oleObject44.bin"/><Relationship Id="rId20" Type="http://schemas.openxmlformats.org/officeDocument/2006/relationships/oleObject" Target="../embeddings/oleObject46.bin"/><Relationship Id="rId29" Type="http://schemas.openxmlformats.org/officeDocument/2006/relationships/image" Target="../media/image75.e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9.bin"/><Relationship Id="rId11" Type="http://schemas.openxmlformats.org/officeDocument/2006/relationships/image" Target="../media/image66.emf"/><Relationship Id="rId24" Type="http://schemas.openxmlformats.org/officeDocument/2006/relationships/oleObject" Target="../embeddings/oleObject48.bin"/><Relationship Id="rId32" Type="http://schemas.openxmlformats.org/officeDocument/2006/relationships/oleObject" Target="../embeddings/oleObject52.bin"/><Relationship Id="rId37" Type="http://schemas.openxmlformats.org/officeDocument/2006/relationships/image" Target="../media/image79.emf"/><Relationship Id="rId5" Type="http://schemas.openxmlformats.org/officeDocument/2006/relationships/image" Target="../media/image63.emf"/><Relationship Id="rId15" Type="http://schemas.openxmlformats.org/officeDocument/2006/relationships/image" Target="../media/image68.emf"/><Relationship Id="rId23" Type="http://schemas.openxmlformats.org/officeDocument/2006/relationships/image" Target="../media/image72.emf"/><Relationship Id="rId28" Type="http://schemas.openxmlformats.org/officeDocument/2006/relationships/oleObject" Target="../embeddings/oleObject50.bin"/><Relationship Id="rId36" Type="http://schemas.openxmlformats.org/officeDocument/2006/relationships/oleObject" Target="../embeddings/oleObject54.bin"/><Relationship Id="rId10" Type="http://schemas.openxmlformats.org/officeDocument/2006/relationships/oleObject" Target="../embeddings/oleObject41.bin"/><Relationship Id="rId19" Type="http://schemas.openxmlformats.org/officeDocument/2006/relationships/image" Target="../media/image70.emf"/><Relationship Id="rId31" Type="http://schemas.openxmlformats.org/officeDocument/2006/relationships/image" Target="../media/image76.emf"/><Relationship Id="rId4" Type="http://schemas.openxmlformats.org/officeDocument/2006/relationships/oleObject" Target="../embeddings/oleObject38.bin"/><Relationship Id="rId9" Type="http://schemas.openxmlformats.org/officeDocument/2006/relationships/image" Target="../media/image65.emf"/><Relationship Id="rId14" Type="http://schemas.openxmlformats.org/officeDocument/2006/relationships/oleObject" Target="../embeddings/oleObject43.bin"/><Relationship Id="rId22" Type="http://schemas.openxmlformats.org/officeDocument/2006/relationships/oleObject" Target="../embeddings/oleObject47.bin"/><Relationship Id="rId27" Type="http://schemas.openxmlformats.org/officeDocument/2006/relationships/image" Target="../media/image74.emf"/><Relationship Id="rId30" Type="http://schemas.openxmlformats.org/officeDocument/2006/relationships/oleObject" Target="../embeddings/oleObject51.bin"/><Relationship Id="rId35" Type="http://schemas.openxmlformats.org/officeDocument/2006/relationships/image" Target="../media/image78.emf"/><Relationship Id="rId8" Type="http://schemas.openxmlformats.org/officeDocument/2006/relationships/oleObject" Target="../embeddings/oleObject40.bin"/><Relationship Id="rId3" Type="http://schemas.openxmlformats.org/officeDocument/2006/relationships/image" Target="../media/image62.emf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7.emf"/><Relationship Id="rId18" Type="http://schemas.openxmlformats.org/officeDocument/2006/relationships/oleObject" Target="../embeddings/oleObject64.bin"/><Relationship Id="rId26" Type="http://schemas.openxmlformats.org/officeDocument/2006/relationships/oleObject" Target="../embeddings/oleObject68.bin"/><Relationship Id="rId39" Type="http://schemas.openxmlformats.org/officeDocument/2006/relationships/image" Target="../media/image98.emf"/><Relationship Id="rId21" Type="http://schemas.openxmlformats.org/officeDocument/2006/relationships/image" Target="../media/image89.emf"/><Relationship Id="rId34" Type="http://schemas.openxmlformats.org/officeDocument/2006/relationships/oleObject" Target="../embeddings/oleObject72.bin"/><Relationship Id="rId42" Type="http://schemas.openxmlformats.org/officeDocument/2006/relationships/oleObject" Target="../embeddings/oleObject76.bin"/><Relationship Id="rId47" Type="http://schemas.openxmlformats.org/officeDocument/2006/relationships/image" Target="../media/image102.emf"/><Relationship Id="rId7" Type="http://schemas.openxmlformats.org/officeDocument/2006/relationships/image" Target="../media/image83.emf"/><Relationship Id="rId2" Type="http://schemas.openxmlformats.org/officeDocument/2006/relationships/oleObject" Target="../embeddings/oleObject56.bin"/><Relationship Id="rId16" Type="http://schemas.openxmlformats.org/officeDocument/2006/relationships/oleObject" Target="../embeddings/oleObject63.bin"/><Relationship Id="rId29" Type="http://schemas.openxmlformats.org/officeDocument/2006/relationships/image" Target="../media/image93.emf"/><Relationship Id="rId11" Type="http://schemas.openxmlformats.org/officeDocument/2006/relationships/image" Target="../media/image85.emf"/><Relationship Id="rId24" Type="http://schemas.openxmlformats.org/officeDocument/2006/relationships/oleObject" Target="../embeddings/oleObject67.bin"/><Relationship Id="rId32" Type="http://schemas.openxmlformats.org/officeDocument/2006/relationships/oleObject" Target="../embeddings/oleObject71.bin"/><Relationship Id="rId37" Type="http://schemas.openxmlformats.org/officeDocument/2006/relationships/image" Target="../media/image97.emf"/><Relationship Id="rId40" Type="http://schemas.openxmlformats.org/officeDocument/2006/relationships/oleObject" Target="../embeddings/oleObject75.bin"/><Relationship Id="rId45" Type="http://schemas.openxmlformats.org/officeDocument/2006/relationships/image" Target="../media/image101.emf"/><Relationship Id="rId5" Type="http://schemas.openxmlformats.org/officeDocument/2006/relationships/image" Target="../media/image82.emf"/><Relationship Id="rId15" Type="http://schemas.openxmlformats.org/officeDocument/2006/relationships/image" Target="../media/image86.emf"/><Relationship Id="rId23" Type="http://schemas.openxmlformats.org/officeDocument/2006/relationships/image" Target="../media/image90.emf"/><Relationship Id="rId28" Type="http://schemas.openxmlformats.org/officeDocument/2006/relationships/oleObject" Target="../embeddings/oleObject69.bin"/><Relationship Id="rId36" Type="http://schemas.openxmlformats.org/officeDocument/2006/relationships/oleObject" Target="../embeddings/oleObject73.bin"/><Relationship Id="rId49" Type="http://schemas.openxmlformats.org/officeDocument/2006/relationships/image" Target="../media/image103.emf"/><Relationship Id="rId10" Type="http://schemas.openxmlformats.org/officeDocument/2006/relationships/oleObject" Target="../embeddings/oleObject60.bin"/><Relationship Id="rId19" Type="http://schemas.openxmlformats.org/officeDocument/2006/relationships/image" Target="../media/image88.emf"/><Relationship Id="rId31" Type="http://schemas.openxmlformats.org/officeDocument/2006/relationships/image" Target="../media/image94.emf"/><Relationship Id="rId44" Type="http://schemas.openxmlformats.org/officeDocument/2006/relationships/oleObject" Target="../embeddings/oleObject77.bin"/><Relationship Id="rId4" Type="http://schemas.openxmlformats.org/officeDocument/2006/relationships/oleObject" Target="../embeddings/oleObject57.bin"/><Relationship Id="rId9" Type="http://schemas.openxmlformats.org/officeDocument/2006/relationships/image" Target="../media/image84.emf"/><Relationship Id="rId14" Type="http://schemas.openxmlformats.org/officeDocument/2006/relationships/oleObject" Target="../embeddings/oleObject62.bin"/><Relationship Id="rId22" Type="http://schemas.openxmlformats.org/officeDocument/2006/relationships/oleObject" Target="../embeddings/oleObject66.bin"/><Relationship Id="rId27" Type="http://schemas.openxmlformats.org/officeDocument/2006/relationships/image" Target="../media/image92.emf"/><Relationship Id="rId30" Type="http://schemas.openxmlformats.org/officeDocument/2006/relationships/oleObject" Target="../embeddings/oleObject70.bin"/><Relationship Id="rId35" Type="http://schemas.openxmlformats.org/officeDocument/2006/relationships/image" Target="../media/image96.emf"/><Relationship Id="rId43" Type="http://schemas.openxmlformats.org/officeDocument/2006/relationships/image" Target="../media/image100.emf"/><Relationship Id="rId48" Type="http://schemas.openxmlformats.org/officeDocument/2006/relationships/oleObject" Target="../embeddings/oleObject79.bin"/><Relationship Id="rId8" Type="http://schemas.openxmlformats.org/officeDocument/2006/relationships/oleObject" Target="../embeddings/oleObject59.bin"/><Relationship Id="rId3" Type="http://schemas.openxmlformats.org/officeDocument/2006/relationships/image" Target="../media/image81.emf"/><Relationship Id="rId12" Type="http://schemas.openxmlformats.org/officeDocument/2006/relationships/oleObject" Target="../embeddings/oleObject61.bin"/><Relationship Id="rId17" Type="http://schemas.openxmlformats.org/officeDocument/2006/relationships/image" Target="../media/image87.emf"/><Relationship Id="rId25" Type="http://schemas.openxmlformats.org/officeDocument/2006/relationships/image" Target="../media/image91.emf"/><Relationship Id="rId33" Type="http://schemas.openxmlformats.org/officeDocument/2006/relationships/image" Target="../media/image95.emf"/><Relationship Id="rId38" Type="http://schemas.openxmlformats.org/officeDocument/2006/relationships/oleObject" Target="../embeddings/oleObject74.bin"/><Relationship Id="rId46" Type="http://schemas.openxmlformats.org/officeDocument/2006/relationships/oleObject" Target="../embeddings/oleObject78.bin"/><Relationship Id="rId20" Type="http://schemas.openxmlformats.org/officeDocument/2006/relationships/oleObject" Target="../embeddings/oleObject65.bin"/><Relationship Id="rId41" Type="http://schemas.openxmlformats.org/officeDocument/2006/relationships/image" Target="../media/image99.e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8.bin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9.emf"/><Relationship Id="rId18" Type="http://schemas.openxmlformats.org/officeDocument/2006/relationships/oleObject" Target="../embeddings/oleObject88.bin"/><Relationship Id="rId26" Type="http://schemas.openxmlformats.org/officeDocument/2006/relationships/oleObject" Target="../embeddings/oleObject92.bin"/><Relationship Id="rId39" Type="http://schemas.openxmlformats.org/officeDocument/2006/relationships/image" Target="../media/image118.emf"/><Relationship Id="rId21" Type="http://schemas.openxmlformats.org/officeDocument/2006/relationships/image" Target="../media/image113.emf"/><Relationship Id="rId34" Type="http://schemas.openxmlformats.org/officeDocument/2006/relationships/oleObject" Target="../embeddings/oleObject96.bin"/><Relationship Id="rId7" Type="http://schemas.openxmlformats.org/officeDocument/2006/relationships/image" Target="../media/image106.emf"/><Relationship Id="rId2" Type="http://schemas.openxmlformats.org/officeDocument/2006/relationships/oleObject" Target="../embeddings/oleObject80.bin"/><Relationship Id="rId16" Type="http://schemas.openxmlformats.org/officeDocument/2006/relationships/oleObject" Target="../embeddings/oleObject87.bin"/><Relationship Id="rId20" Type="http://schemas.openxmlformats.org/officeDocument/2006/relationships/oleObject" Target="../embeddings/oleObject89.bin"/><Relationship Id="rId29" Type="http://schemas.openxmlformats.org/officeDocument/2006/relationships/image" Target="../media/image116.emf"/><Relationship Id="rId41" Type="http://schemas.openxmlformats.org/officeDocument/2006/relationships/image" Target="../media/image119.e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82.bin"/><Relationship Id="rId11" Type="http://schemas.openxmlformats.org/officeDocument/2006/relationships/image" Target="../media/image108.emf"/><Relationship Id="rId24" Type="http://schemas.openxmlformats.org/officeDocument/2006/relationships/oleObject" Target="../embeddings/oleObject91.bin"/><Relationship Id="rId32" Type="http://schemas.openxmlformats.org/officeDocument/2006/relationships/oleObject" Target="../embeddings/oleObject95.bin"/><Relationship Id="rId37" Type="http://schemas.openxmlformats.org/officeDocument/2006/relationships/image" Target="../media/image8.emf"/><Relationship Id="rId40" Type="http://schemas.openxmlformats.org/officeDocument/2006/relationships/oleObject" Target="../embeddings/oleObject99.bin"/><Relationship Id="rId5" Type="http://schemas.openxmlformats.org/officeDocument/2006/relationships/image" Target="../media/image105.emf"/><Relationship Id="rId15" Type="http://schemas.openxmlformats.org/officeDocument/2006/relationships/image" Target="../media/image110.emf"/><Relationship Id="rId23" Type="http://schemas.openxmlformats.org/officeDocument/2006/relationships/image" Target="../media/image114.emf"/><Relationship Id="rId28" Type="http://schemas.openxmlformats.org/officeDocument/2006/relationships/oleObject" Target="../embeddings/oleObject93.bin"/><Relationship Id="rId36" Type="http://schemas.openxmlformats.org/officeDocument/2006/relationships/oleObject" Target="../embeddings/oleObject97.bin"/><Relationship Id="rId10" Type="http://schemas.openxmlformats.org/officeDocument/2006/relationships/oleObject" Target="../embeddings/oleObject84.bin"/><Relationship Id="rId19" Type="http://schemas.openxmlformats.org/officeDocument/2006/relationships/image" Target="../media/image112.emf"/><Relationship Id="rId31" Type="http://schemas.openxmlformats.org/officeDocument/2006/relationships/image" Target="../media/image117.emf"/><Relationship Id="rId4" Type="http://schemas.openxmlformats.org/officeDocument/2006/relationships/oleObject" Target="../embeddings/oleObject81.bin"/><Relationship Id="rId9" Type="http://schemas.openxmlformats.org/officeDocument/2006/relationships/image" Target="../media/image107.emf"/><Relationship Id="rId14" Type="http://schemas.openxmlformats.org/officeDocument/2006/relationships/oleObject" Target="../embeddings/oleObject86.bin"/><Relationship Id="rId22" Type="http://schemas.openxmlformats.org/officeDocument/2006/relationships/oleObject" Target="../embeddings/oleObject90.bin"/><Relationship Id="rId27" Type="http://schemas.openxmlformats.org/officeDocument/2006/relationships/image" Target="../media/image95.emf"/><Relationship Id="rId30" Type="http://schemas.openxmlformats.org/officeDocument/2006/relationships/oleObject" Target="../embeddings/oleObject94.bin"/><Relationship Id="rId35" Type="http://schemas.openxmlformats.org/officeDocument/2006/relationships/image" Target="../media/image10.emf"/><Relationship Id="rId8" Type="http://schemas.openxmlformats.org/officeDocument/2006/relationships/oleObject" Target="../embeddings/oleObject83.bin"/><Relationship Id="rId3" Type="http://schemas.openxmlformats.org/officeDocument/2006/relationships/image" Target="../media/image104.emf"/><Relationship Id="rId12" Type="http://schemas.openxmlformats.org/officeDocument/2006/relationships/oleObject" Target="../embeddings/oleObject85.bin"/><Relationship Id="rId17" Type="http://schemas.openxmlformats.org/officeDocument/2006/relationships/image" Target="../media/image111.emf"/><Relationship Id="rId25" Type="http://schemas.openxmlformats.org/officeDocument/2006/relationships/image" Target="../media/image115.emf"/><Relationship Id="rId33" Type="http://schemas.openxmlformats.org/officeDocument/2006/relationships/image" Target="../media/image9.emf"/><Relationship Id="rId38" Type="http://schemas.openxmlformats.org/officeDocument/2006/relationships/oleObject" Target="../embeddings/oleObject98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3.bin"/><Relationship Id="rId13" Type="http://schemas.openxmlformats.org/officeDocument/2006/relationships/image" Target="../media/image124.emf"/><Relationship Id="rId18" Type="http://schemas.openxmlformats.org/officeDocument/2006/relationships/oleObject" Target="../embeddings/oleObject108.bin"/><Relationship Id="rId26" Type="http://schemas.openxmlformats.org/officeDocument/2006/relationships/image" Target="../media/image131.png"/><Relationship Id="rId3" Type="http://schemas.openxmlformats.org/officeDocument/2006/relationships/image" Target="../media/image8.emf"/><Relationship Id="rId21" Type="http://schemas.openxmlformats.org/officeDocument/2006/relationships/image" Target="../media/image128.emf"/><Relationship Id="rId7" Type="http://schemas.openxmlformats.org/officeDocument/2006/relationships/image" Target="../media/image121.emf"/><Relationship Id="rId12" Type="http://schemas.openxmlformats.org/officeDocument/2006/relationships/oleObject" Target="../embeddings/oleObject105.bin"/><Relationship Id="rId17" Type="http://schemas.openxmlformats.org/officeDocument/2006/relationships/image" Target="../media/image126.emf"/><Relationship Id="rId25" Type="http://schemas.openxmlformats.org/officeDocument/2006/relationships/image" Target="../media/image130.emf"/><Relationship Id="rId2" Type="http://schemas.openxmlformats.org/officeDocument/2006/relationships/oleObject" Target="../embeddings/oleObject100.bin"/><Relationship Id="rId16" Type="http://schemas.openxmlformats.org/officeDocument/2006/relationships/oleObject" Target="../embeddings/oleObject107.bin"/><Relationship Id="rId20" Type="http://schemas.openxmlformats.org/officeDocument/2006/relationships/oleObject" Target="../embeddings/oleObject109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02.bin"/><Relationship Id="rId11" Type="http://schemas.openxmlformats.org/officeDocument/2006/relationships/image" Target="../media/image123.emf"/><Relationship Id="rId24" Type="http://schemas.openxmlformats.org/officeDocument/2006/relationships/oleObject" Target="../embeddings/oleObject111.bin"/><Relationship Id="rId5" Type="http://schemas.openxmlformats.org/officeDocument/2006/relationships/image" Target="../media/image120.emf"/><Relationship Id="rId15" Type="http://schemas.openxmlformats.org/officeDocument/2006/relationships/image" Target="../media/image125.emf"/><Relationship Id="rId23" Type="http://schemas.openxmlformats.org/officeDocument/2006/relationships/image" Target="../media/image129.emf"/><Relationship Id="rId28" Type="http://schemas.openxmlformats.org/officeDocument/2006/relationships/image" Target="../media/image132.emf"/><Relationship Id="rId10" Type="http://schemas.openxmlformats.org/officeDocument/2006/relationships/oleObject" Target="../embeddings/oleObject104.bin"/><Relationship Id="rId19" Type="http://schemas.openxmlformats.org/officeDocument/2006/relationships/image" Target="../media/image127.emf"/><Relationship Id="rId4" Type="http://schemas.openxmlformats.org/officeDocument/2006/relationships/oleObject" Target="../embeddings/oleObject101.bin"/><Relationship Id="rId9" Type="http://schemas.openxmlformats.org/officeDocument/2006/relationships/image" Target="../media/image122.emf"/><Relationship Id="rId14" Type="http://schemas.openxmlformats.org/officeDocument/2006/relationships/oleObject" Target="../embeddings/oleObject106.bin"/><Relationship Id="rId22" Type="http://schemas.openxmlformats.org/officeDocument/2006/relationships/oleObject" Target="../embeddings/oleObject110.bin"/><Relationship Id="rId27" Type="http://schemas.openxmlformats.org/officeDocument/2006/relationships/oleObject" Target="../embeddings/oleObject112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6.bin"/><Relationship Id="rId13" Type="http://schemas.openxmlformats.org/officeDocument/2006/relationships/image" Target="../media/image138.emf"/><Relationship Id="rId18" Type="http://schemas.openxmlformats.org/officeDocument/2006/relationships/image" Target="../media/image141.emf"/><Relationship Id="rId26" Type="http://schemas.openxmlformats.org/officeDocument/2006/relationships/image" Target="../media/image146.emf"/><Relationship Id="rId3" Type="http://schemas.openxmlformats.org/officeDocument/2006/relationships/image" Target="../media/image133.emf"/><Relationship Id="rId21" Type="http://schemas.openxmlformats.org/officeDocument/2006/relationships/image" Target="../media/image143.emf"/><Relationship Id="rId7" Type="http://schemas.openxmlformats.org/officeDocument/2006/relationships/image" Target="../media/image135.emf"/><Relationship Id="rId12" Type="http://schemas.openxmlformats.org/officeDocument/2006/relationships/oleObject" Target="../embeddings/oleObject118.bin"/><Relationship Id="rId17" Type="http://schemas.openxmlformats.org/officeDocument/2006/relationships/image" Target="../media/image140.emf"/><Relationship Id="rId25" Type="http://schemas.openxmlformats.org/officeDocument/2006/relationships/oleObject" Target="../embeddings/oleObject123.bin"/><Relationship Id="rId2" Type="http://schemas.openxmlformats.org/officeDocument/2006/relationships/oleObject" Target="../embeddings/oleObject113.bin"/><Relationship Id="rId16" Type="http://schemas.openxmlformats.org/officeDocument/2006/relationships/oleObject" Target="../embeddings/oleObject120.bin"/><Relationship Id="rId20" Type="http://schemas.openxmlformats.org/officeDocument/2006/relationships/oleObject" Target="../embeddings/oleObject12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15.bin"/><Relationship Id="rId11" Type="http://schemas.openxmlformats.org/officeDocument/2006/relationships/image" Target="../media/image137.emf"/><Relationship Id="rId24" Type="http://schemas.openxmlformats.org/officeDocument/2006/relationships/image" Target="../media/image145.emf"/><Relationship Id="rId5" Type="http://schemas.openxmlformats.org/officeDocument/2006/relationships/image" Target="../media/image134.emf"/><Relationship Id="rId15" Type="http://schemas.openxmlformats.org/officeDocument/2006/relationships/image" Target="../media/image139.emf"/><Relationship Id="rId23" Type="http://schemas.openxmlformats.org/officeDocument/2006/relationships/oleObject" Target="../embeddings/oleObject122.bin"/><Relationship Id="rId10" Type="http://schemas.openxmlformats.org/officeDocument/2006/relationships/oleObject" Target="../embeddings/oleObject117.bin"/><Relationship Id="rId19" Type="http://schemas.openxmlformats.org/officeDocument/2006/relationships/image" Target="../media/image142.emf"/><Relationship Id="rId4" Type="http://schemas.openxmlformats.org/officeDocument/2006/relationships/oleObject" Target="../embeddings/oleObject114.bin"/><Relationship Id="rId9" Type="http://schemas.openxmlformats.org/officeDocument/2006/relationships/image" Target="../media/image136.emf"/><Relationship Id="rId14" Type="http://schemas.openxmlformats.org/officeDocument/2006/relationships/oleObject" Target="../embeddings/oleObject119.bin"/><Relationship Id="rId22" Type="http://schemas.openxmlformats.org/officeDocument/2006/relationships/image" Target="../media/image144.emf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8.emf"/><Relationship Id="rId18" Type="http://schemas.openxmlformats.org/officeDocument/2006/relationships/oleObject" Target="../embeddings/oleObject132.bin"/><Relationship Id="rId26" Type="http://schemas.openxmlformats.org/officeDocument/2006/relationships/oleObject" Target="../embeddings/oleObject136.bin"/><Relationship Id="rId21" Type="http://schemas.openxmlformats.org/officeDocument/2006/relationships/image" Target="../media/image154.emf"/><Relationship Id="rId34" Type="http://schemas.openxmlformats.org/officeDocument/2006/relationships/oleObject" Target="../embeddings/oleObject140.bin"/><Relationship Id="rId7" Type="http://schemas.openxmlformats.org/officeDocument/2006/relationships/image" Target="../media/image149.emf"/><Relationship Id="rId12" Type="http://schemas.openxmlformats.org/officeDocument/2006/relationships/oleObject" Target="../embeddings/oleObject129.bin"/><Relationship Id="rId17" Type="http://schemas.openxmlformats.org/officeDocument/2006/relationships/image" Target="../media/image152.emf"/><Relationship Id="rId25" Type="http://schemas.openxmlformats.org/officeDocument/2006/relationships/image" Target="../media/image156.emf"/><Relationship Id="rId33" Type="http://schemas.openxmlformats.org/officeDocument/2006/relationships/image" Target="../media/image160.emf"/><Relationship Id="rId2" Type="http://schemas.openxmlformats.org/officeDocument/2006/relationships/oleObject" Target="../embeddings/oleObject124.bin"/><Relationship Id="rId16" Type="http://schemas.openxmlformats.org/officeDocument/2006/relationships/oleObject" Target="../embeddings/oleObject131.bin"/><Relationship Id="rId20" Type="http://schemas.openxmlformats.org/officeDocument/2006/relationships/oleObject" Target="../embeddings/oleObject133.bin"/><Relationship Id="rId29" Type="http://schemas.openxmlformats.org/officeDocument/2006/relationships/image" Target="../media/image158.e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26.bin"/><Relationship Id="rId11" Type="http://schemas.openxmlformats.org/officeDocument/2006/relationships/image" Target="../media/image150.emf"/><Relationship Id="rId24" Type="http://schemas.openxmlformats.org/officeDocument/2006/relationships/oleObject" Target="../embeddings/oleObject135.bin"/><Relationship Id="rId32" Type="http://schemas.openxmlformats.org/officeDocument/2006/relationships/oleObject" Target="../embeddings/oleObject139.bin"/><Relationship Id="rId37" Type="http://schemas.openxmlformats.org/officeDocument/2006/relationships/image" Target="../media/image162.emf"/><Relationship Id="rId5" Type="http://schemas.openxmlformats.org/officeDocument/2006/relationships/image" Target="../media/image148.emf"/><Relationship Id="rId15" Type="http://schemas.openxmlformats.org/officeDocument/2006/relationships/image" Target="../media/image151.emf"/><Relationship Id="rId23" Type="http://schemas.openxmlformats.org/officeDocument/2006/relationships/image" Target="../media/image155.emf"/><Relationship Id="rId28" Type="http://schemas.openxmlformats.org/officeDocument/2006/relationships/oleObject" Target="../embeddings/oleObject137.bin"/><Relationship Id="rId36" Type="http://schemas.openxmlformats.org/officeDocument/2006/relationships/oleObject" Target="../embeddings/oleObject141.bin"/><Relationship Id="rId10" Type="http://schemas.openxmlformats.org/officeDocument/2006/relationships/oleObject" Target="../embeddings/oleObject128.bin"/><Relationship Id="rId19" Type="http://schemas.openxmlformats.org/officeDocument/2006/relationships/image" Target="../media/image153.emf"/><Relationship Id="rId31" Type="http://schemas.openxmlformats.org/officeDocument/2006/relationships/image" Target="../media/image159.emf"/><Relationship Id="rId4" Type="http://schemas.openxmlformats.org/officeDocument/2006/relationships/oleObject" Target="../embeddings/oleObject125.bin"/><Relationship Id="rId9" Type="http://schemas.openxmlformats.org/officeDocument/2006/relationships/image" Target="../media/image79.emf"/><Relationship Id="rId14" Type="http://schemas.openxmlformats.org/officeDocument/2006/relationships/oleObject" Target="../embeddings/oleObject130.bin"/><Relationship Id="rId22" Type="http://schemas.openxmlformats.org/officeDocument/2006/relationships/oleObject" Target="../embeddings/oleObject134.bin"/><Relationship Id="rId27" Type="http://schemas.openxmlformats.org/officeDocument/2006/relationships/image" Target="../media/image157.emf"/><Relationship Id="rId30" Type="http://schemas.openxmlformats.org/officeDocument/2006/relationships/oleObject" Target="../embeddings/oleObject138.bin"/><Relationship Id="rId35" Type="http://schemas.openxmlformats.org/officeDocument/2006/relationships/image" Target="../media/image161.emf"/><Relationship Id="rId8" Type="http://schemas.openxmlformats.org/officeDocument/2006/relationships/oleObject" Target="../embeddings/oleObject127.bin"/><Relationship Id="rId3" Type="http://schemas.openxmlformats.org/officeDocument/2006/relationships/image" Target="../media/image147.emf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68.emf"/><Relationship Id="rId18" Type="http://schemas.openxmlformats.org/officeDocument/2006/relationships/oleObject" Target="../embeddings/oleObject150.bin"/><Relationship Id="rId26" Type="http://schemas.openxmlformats.org/officeDocument/2006/relationships/oleObject" Target="../embeddings/oleObject154.bin"/><Relationship Id="rId39" Type="http://schemas.openxmlformats.org/officeDocument/2006/relationships/image" Target="../media/image180.png"/><Relationship Id="rId21" Type="http://schemas.openxmlformats.org/officeDocument/2006/relationships/image" Target="../media/image172.emf"/><Relationship Id="rId34" Type="http://schemas.openxmlformats.org/officeDocument/2006/relationships/oleObject" Target="../embeddings/oleObject158.bin"/><Relationship Id="rId7" Type="http://schemas.openxmlformats.org/officeDocument/2006/relationships/image" Target="../media/image165.emf"/><Relationship Id="rId12" Type="http://schemas.openxmlformats.org/officeDocument/2006/relationships/oleObject" Target="../embeddings/oleObject147.bin"/><Relationship Id="rId17" Type="http://schemas.openxmlformats.org/officeDocument/2006/relationships/image" Target="../media/image170.emf"/><Relationship Id="rId25" Type="http://schemas.openxmlformats.org/officeDocument/2006/relationships/image" Target="../media/image174.emf"/><Relationship Id="rId33" Type="http://schemas.openxmlformats.org/officeDocument/2006/relationships/image" Target="../media/image178.emf"/><Relationship Id="rId38" Type="http://schemas.openxmlformats.org/officeDocument/2006/relationships/image" Target="../media/image179.emf"/><Relationship Id="rId2" Type="http://schemas.openxmlformats.org/officeDocument/2006/relationships/oleObject" Target="../embeddings/oleObject142.bin"/><Relationship Id="rId16" Type="http://schemas.openxmlformats.org/officeDocument/2006/relationships/oleObject" Target="../embeddings/oleObject149.bin"/><Relationship Id="rId20" Type="http://schemas.openxmlformats.org/officeDocument/2006/relationships/oleObject" Target="../embeddings/oleObject151.bin"/><Relationship Id="rId29" Type="http://schemas.openxmlformats.org/officeDocument/2006/relationships/image" Target="../media/image176.e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44.bin"/><Relationship Id="rId11" Type="http://schemas.openxmlformats.org/officeDocument/2006/relationships/image" Target="../media/image167.emf"/><Relationship Id="rId24" Type="http://schemas.openxmlformats.org/officeDocument/2006/relationships/oleObject" Target="../embeddings/oleObject153.bin"/><Relationship Id="rId32" Type="http://schemas.openxmlformats.org/officeDocument/2006/relationships/oleObject" Target="../embeddings/oleObject157.bin"/><Relationship Id="rId37" Type="http://schemas.openxmlformats.org/officeDocument/2006/relationships/oleObject" Target="../embeddings/oleObject160.bin"/><Relationship Id="rId5" Type="http://schemas.openxmlformats.org/officeDocument/2006/relationships/image" Target="../media/image164.emf"/><Relationship Id="rId15" Type="http://schemas.openxmlformats.org/officeDocument/2006/relationships/image" Target="../media/image169.emf"/><Relationship Id="rId23" Type="http://schemas.openxmlformats.org/officeDocument/2006/relationships/image" Target="../media/image173.emf"/><Relationship Id="rId28" Type="http://schemas.openxmlformats.org/officeDocument/2006/relationships/oleObject" Target="../embeddings/oleObject155.bin"/><Relationship Id="rId36" Type="http://schemas.openxmlformats.org/officeDocument/2006/relationships/image" Target="../media/image47.emf"/><Relationship Id="rId10" Type="http://schemas.openxmlformats.org/officeDocument/2006/relationships/oleObject" Target="../embeddings/oleObject146.bin"/><Relationship Id="rId19" Type="http://schemas.openxmlformats.org/officeDocument/2006/relationships/image" Target="../media/image171.emf"/><Relationship Id="rId31" Type="http://schemas.openxmlformats.org/officeDocument/2006/relationships/image" Target="../media/image177.emf"/><Relationship Id="rId4" Type="http://schemas.openxmlformats.org/officeDocument/2006/relationships/oleObject" Target="../embeddings/oleObject143.bin"/><Relationship Id="rId9" Type="http://schemas.openxmlformats.org/officeDocument/2006/relationships/image" Target="../media/image166.emf"/><Relationship Id="rId14" Type="http://schemas.openxmlformats.org/officeDocument/2006/relationships/oleObject" Target="../embeddings/oleObject148.bin"/><Relationship Id="rId22" Type="http://schemas.openxmlformats.org/officeDocument/2006/relationships/oleObject" Target="../embeddings/oleObject152.bin"/><Relationship Id="rId27" Type="http://schemas.openxmlformats.org/officeDocument/2006/relationships/image" Target="../media/image175.emf"/><Relationship Id="rId30" Type="http://schemas.openxmlformats.org/officeDocument/2006/relationships/oleObject" Target="../embeddings/oleObject156.bin"/><Relationship Id="rId35" Type="http://schemas.openxmlformats.org/officeDocument/2006/relationships/oleObject" Target="../embeddings/oleObject159.bin"/><Relationship Id="rId8" Type="http://schemas.openxmlformats.org/officeDocument/2006/relationships/oleObject" Target="../embeddings/oleObject145.bin"/><Relationship Id="rId3" Type="http://schemas.openxmlformats.org/officeDocument/2006/relationships/image" Target="../media/image163.e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4.bin"/><Relationship Id="rId13" Type="http://schemas.openxmlformats.org/officeDocument/2006/relationships/image" Target="../media/image186.emf"/><Relationship Id="rId18" Type="http://schemas.openxmlformats.org/officeDocument/2006/relationships/oleObject" Target="../embeddings/oleObject169.bin"/><Relationship Id="rId26" Type="http://schemas.openxmlformats.org/officeDocument/2006/relationships/oleObject" Target="../embeddings/oleObject173.bin"/><Relationship Id="rId3" Type="http://schemas.openxmlformats.org/officeDocument/2006/relationships/image" Target="../media/image181.emf"/><Relationship Id="rId21" Type="http://schemas.openxmlformats.org/officeDocument/2006/relationships/image" Target="../media/image189.emf"/><Relationship Id="rId7" Type="http://schemas.openxmlformats.org/officeDocument/2006/relationships/image" Target="../media/image183.emf"/><Relationship Id="rId12" Type="http://schemas.openxmlformats.org/officeDocument/2006/relationships/oleObject" Target="../embeddings/oleObject166.bin"/><Relationship Id="rId17" Type="http://schemas.openxmlformats.org/officeDocument/2006/relationships/image" Target="../media/image38.emf"/><Relationship Id="rId25" Type="http://schemas.openxmlformats.org/officeDocument/2006/relationships/image" Target="../media/image79.emf"/><Relationship Id="rId2" Type="http://schemas.openxmlformats.org/officeDocument/2006/relationships/oleObject" Target="../embeddings/oleObject161.bin"/><Relationship Id="rId16" Type="http://schemas.openxmlformats.org/officeDocument/2006/relationships/oleObject" Target="../embeddings/oleObject168.bin"/><Relationship Id="rId20" Type="http://schemas.openxmlformats.org/officeDocument/2006/relationships/oleObject" Target="../embeddings/oleObject170.bin"/><Relationship Id="rId29" Type="http://schemas.openxmlformats.org/officeDocument/2006/relationships/image" Target="../media/image190.e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63.bin"/><Relationship Id="rId11" Type="http://schemas.openxmlformats.org/officeDocument/2006/relationships/image" Target="../media/image185.emf"/><Relationship Id="rId24" Type="http://schemas.openxmlformats.org/officeDocument/2006/relationships/oleObject" Target="../embeddings/oleObject172.bin"/><Relationship Id="rId5" Type="http://schemas.openxmlformats.org/officeDocument/2006/relationships/image" Target="../media/image182.emf"/><Relationship Id="rId15" Type="http://schemas.openxmlformats.org/officeDocument/2006/relationships/image" Target="../media/image187.emf"/><Relationship Id="rId23" Type="http://schemas.openxmlformats.org/officeDocument/2006/relationships/image" Target="../media/image78.emf"/><Relationship Id="rId28" Type="http://schemas.openxmlformats.org/officeDocument/2006/relationships/oleObject" Target="../embeddings/oleObject174.bin"/><Relationship Id="rId10" Type="http://schemas.openxmlformats.org/officeDocument/2006/relationships/oleObject" Target="../embeddings/oleObject165.bin"/><Relationship Id="rId19" Type="http://schemas.openxmlformats.org/officeDocument/2006/relationships/image" Target="../media/image188.emf"/><Relationship Id="rId31" Type="http://schemas.openxmlformats.org/officeDocument/2006/relationships/image" Target="../media/image191.emf"/><Relationship Id="rId4" Type="http://schemas.openxmlformats.org/officeDocument/2006/relationships/oleObject" Target="../embeddings/oleObject162.bin"/><Relationship Id="rId9" Type="http://schemas.openxmlformats.org/officeDocument/2006/relationships/image" Target="../media/image184.emf"/><Relationship Id="rId14" Type="http://schemas.openxmlformats.org/officeDocument/2006/relationships/oleObject" Target="../embeddings/oleObject167.bin"/><Relationship Id="rId22" Type="http://schemas.openxmlformats.org/officeDocument/2006/relationships/oleObject" Target="../embeddings/oleObject171.bin"/><Relationship Id="rId27" Type="http://schemas.openxmlformats.org/officeDocument/2006/relationships/image" Target="../media/image150.emf"/><Relationship Id="rId30" Type="http://schemas.openxmlformats.org/officeDocument/2006/relationships/oleObject" Target="../embeddings/oleObject175.bin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97.emf"/><Relationship Id="rId18" Type="http://schemas.openxmlformats.org/officeDocument/2006/relationships/image" Target="../media/image200.emf"/><Relationship Id="rId26" Type="http://schemas.openxmlformats.org/officeDocument/2006/relationships/image" Target="../media/image204.emf"/><Relationship Id="rId39" Type="http://schemas.openxmlformats.org/officeDocument/2006/relationships/oleObject" Target="../embeddings/oleObject191.bin"/><Relationship Id="rId21" Type="http://schemas.openxmlformats.org/officeDocument/2006/relationships/oleObject" Target="../embeddings/oleObject184.bin"/><Relationship Id="rId34" Type="http://schemas.openxmlformats.org/officeDocument/2006/relationships/image" Target="../media/image208.emf"/><Relationship Id="rId42" Type="http://schemas.openxmlformats.org/officeDocument/2006/relationships/image" Target="../media/image118.emf"/><Relationship Id="rId7" Type="http://schemas.openxmlformats.org/officeDocument/2006/relationships/image" Target="../media/image194.emf"/><Relationship Id="rId2" Type="http://schemas.openxmlformats.org/officeDocument/2006/relationships/oleObject" Target="../embeddings/oleObject176.bin"/><Relationship Id="rId16" Type="http://schemas.openxmlformats.org/officeDocument/2006/relationships/image" Target="../media/image199.emf"/><Relationship Id="rId29" Type="http://schemas.openxmlformats.org/officeDocument/2006/relationships/oleObject" Target="../embeddings/oleObject187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78.bin"/><Relationship Id="rId11" Type="http://schemas.openxmlformats.org/officeDocument/2006/relationships/image" Target="../media/image196.emf"/><Relationship Id="rId24" Type="http://schemas.openxmlformats.org/officeDocument/2006/relationships/image" Target="../media/image203.emf"/><Relationship Id="rId32" Type="http://schemas.openxmlformats.org/officeDocument/2006/relationships/image" Target="../media/image207.emf"/><Relationship Id="rId37" Type="http://schemas.openxmlformats.org/officeDocument/2006/relationships/oleObject" Target="../embeddings/oleObject171.bin"/><Relationship Id="rId40" Type="http://schemas.openxmlformats.org/officeDocument/2006/relationships/image" Target="../media/image10.emf"/><Relationship Id="rId45" Type="http://schemas.openxmlformats.org/officeDocument/2006/relationships/oleObject" Target="../embeddings/oleObject193.bin"/><Relationship Id="rId5" Type="http://schemas.openxmlformats.org/officeDocument/2006/relationships/image" Target="../media/image193.emf"/><Relationship Id="rId15" Type="http://schemas.openxmlformats.org/officeDocument/2006/relationships/oleObject" Target="../embeddings/oleObject182.bin"/><Relationship Id="rId23" Type="http://schemas.openxmlformats.org/officeDocument/2006/relationships/oleObject" Target="../embeddings/oleObject185.bin"/><Relationship Id="rId28" Type="http://schemas.openxmlformats.org/officeDocument/2006/relationships/image" Target="../media/image205.emf"/><Relationship Id="rId36" Type="http://schemas.openxmlformats.org/officeDocument/2006/relationships/image" Target="../media/image209.emf"/><Relationship Id="rId10" Type="http://schemas.openxmlformats.org/officeDocument/2006/relationships/oleObject" Target="../embeddings/oleObject180.bin"/><Relationship Id="rId19" Type="http://schemas.openxmlformats.org/officeDocument/2006/relationships/oleObject" Target="../embeddings/oleObject152.bin"/><Relationship Id="rId31" Type="http://schemas.openxmlformats.org/officeDocument/2006/relationships/oleObject" Target="../embeddings/oleObject188.bin"/><Relationship Id="rId44" Type="http://schemas.openxmlformats.org/officeDocument/2006/relationships/image" Target="../media/image211.emf"/><Relationship Id="rId4" Type="http://schemas.openxmlformats.org/officeDocument/2006/relationships/oleObject" Target="../embeddings/oleObject177.bin"/><Relationship Id="rId9" Type="http://schemas.openxmlformats.org/officeDocument/2006/relationships/image" Target="../media/image195.emf"/><Relationship Id="rId14" Type="http://schemas.openxmlformats.org/officeDocument/2006/relationships/image" Target="../media/image198.png"/><Relationship Id="rId22" Type="http://schemas.openxmlformats.org/officeDocument/2006/relationships/image" Target="../media/image202.emf"/><Relationship Id="rId27" Type="http://schemas.openxmlformats.org/officeDocument/2006/relationships/image" Target="../media/image47.emf"/><Relationship Id="rId30" Type="http://schemas.openxmlformats.org/officeDocument/2006/relationships/image" Target="../media/image206.emf"/><Relationship Id="rId35" Type="http://schemas.openxmlformats.org/officeDocument/2006/relationships/oleObject" Target="../embeddings/oleObject190.bin"/><Relationship Id="rId43" Type="http://schemas.openxmlformats.org/officeDocument/2006/relationships/oleObject" Target="../embeddings/oleObject192.bin"/><Relationship Id="rId8" Type="http://schemas.openxmlformats.org/officeDocument/2006/relationships/oleObject" Target="../embeddings/oleObject179.bin"/><Relationship Id="rId3" Type="http://schemas.openxmlformats.org/officeDocument/2006/relationships/image" Target="../media/image192.emf"/><Relationship Id="rId12" Type="http://schemas.openxmlformats.org/officeDocument/2006/relationships/oleObject" Target="../embeddings/oleObject181.bin"/><Relationship Id="rId17" Type="http://schemas.openxmlformats.org/officeDocument/2006/relationships/oleObject" Target="../embeddings/oleObject183.bin"/><Relationship Id="rId25" Type="http://schemas.openxmlformats.org/officeDocument/2006/relationships/oleObject" Target="../embeddings/oleObject186.bin"/><Relationship Id="rId33" Type="http://schemas.openxmlformats.org/officeDocument/2006/relationships/oleObject" Target="../embeddings/oleObject189.bin"/><Relationship Id="rId38" Type="http://schemas.openxmlformats.org/officeDocument/2006/relationships/image" Target="../media/image210.emf"/><Relationship Id="rId46" Type="http://schemas.openxmlformats.org/officeDocument/2006/relationships/image" Target="../media/image212.emf"/><Relationship Id="rId20" Type="http://schemas.openxmlformats.org/officeDocument/2006/relationships/image" Target="../media/image201.emf"/><Relationship Id="rId41" Type="http://schemas.openxmlformats.org/officeDocument/2006/relationships/oleObject" Target="../embeddings/oleObject173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6.bin"/><Relationship Id="rId13" Type="http://schemas.openxmlformats.org/officeDocument/2006/relationships/image" Target="../media/image217.emf"/><Relationship Id="rId18" Type="http://schemas.openxmlformats.org/officeDocument/2006/relationships/oleObject" Target="../embeddings/oleObject201.bin"/><Relationship Id="rId3" Type="http://schemas.openxmlformats.org/officeDocument/2006/relationships/image" Target="../media/image213.emf"/><Relationship Id="rId21" Type="http://schemas.openxmlformats.org/officeDocument/2006/relationships/image" Target="../media/image221.emf"/><Relationship Id="rId7" Type="http://schemas.openxmlformats.org/officeDocument/2006/relationships/slide" Target="slide10.xml"/><Relationship Id="rId12" Type="http://schemas.openxmlformats.org/officeDocument/2006/relationships/oleObject" Target="../embeddings/oleObject198.bin"/><Relationship Id="rId17" Type="http://schemas.openxmlformats.org/officeDocument/2006/relationships/image" Target="../media/image219.emf"/><Relationship Id="rId2" Type="http://schemas.openxmlformats.org/officeDocument/2006/relationships/oleObject" Target="../embeddings/oleObject194.bin"/><Relationship Id="rId16" Type="http://schemas.openxmlformats.org/officeDocument/2006/relationships/oleObject" Target="../embeddings/oleObject200.bin"/><Relationship Id="rId20" Type="http://schemas.openxmlformats.org/officeDocument/2006/relationships/oleObject" Target="../embeddings/oleObject202.bin"/><Relationship Id="rId1" Type="http://schemas.openxmlformats.org/officeDocument/2006/relationships/slideLayout" Target="../slideLayouts/slideLayout2.xml"/><Relationship Id="rId6" Type="http://schemas.openxmlformats.org/officeDocument/2006/relationships/slide" Target="slide7.xml"/><Relationship Id="rId11" Type="http://schemas.openxmlformats.org/officeDocument/2006/relationships/image" Target="../media/image216.emf"/><Relationship Id="rId5" Type="http://schemas.openxmlformats.org/officeDocument/2006/relationships/image" Target="../media/image214.emf"/><Relationship Id="rId15" Type="http://schemas.openxmlformats.org/officeDocument/2006/relationships/image" Target="../media/image218.emf"/><Relationship Id="rId10" Type="http://schemas.openxmlformats.org/officeDocument/2006/relationships/oleObject" Target="../embeddings/oleObject197.bin"/><Relationship Id="rId19" Type="http://schemas.openxmlformats.org/officeDocument/2006/relationships/image" Target="../media/image220.emf"/><Relationship Id="rId4" Type="http://schemas.openxmlformats.org/officeDocument/2006/relationships/oleObject" Target="../embeddings/oleObject195.bin"/><Relationship Id="rId9" Type="http://schemas.openxmlformats.org/officeDocument/2006/relationships/image" Target="../media/image215.emf"/><Relationship Id="rId14" Type="http://schemas.openxmlformats.org/officeDocument/2006/relationships/oleObject" Target="../embeddings/oleObject199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矩形 1">
            <a:extLst>
              <a:ext uri="{FF2B5EF4-FFF2-40B4-BE49-F238E27FC236}">
                <a16:creationId xmlns:a16="http://schemas.microsoft.com/office/drawing/2014/main" id="{E7F20A3D-7637-2E2D-871E-EA7247000F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476250"/>
            <a:ext cx="310515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6000">
                <a:latin typeface="华文行楷" panose="02010800040101010101" pitchFamily="2" charset="-122"/>
                <a:ea typeface="华文行楷" panose="02010800040101010101" pitchFamily="2" charset="-122"/>
              </a:rPr>
              <a:t>Section 3</a:t>
            </a:r>
            <a:endParaRPr lang="zh-CN" altLang="en-US" sz="6000"/>
          </a:p>
        </p:txBody>
      </p:sp>
      <p:sp>
        <p:nvSpPr>
          <p:cNvPr id="13314" name="矩形 2">
            <a:extLst>
              <a:ext uri="{FF2B5EF4-FFF2-40B4-BE49-F238E27FC236}">
                <a16:creationId xmlns:a16="http://schemas.microsoft.com/office/drawing/2014/main" id="{B300857F-BB87-4B16-51F2-65054BB80F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7650" y="1616075"/>
            <a:ext cx="4554452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5400">
                <a:solidFill>
                  <a:schemeClr val="tx2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Limits of Functions</a:t>
            </a:r>
            <a:endParaRPr lang="zh-CN" altLang="en-US" sz="5400">
              <a:solidFill>
                <a:schemeClr val="tx2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13315" name="矩形 4">
            <a:extLst>
              <a:ext uri="{FF2B5EF4-FFF2-40B4-BE49-F238E27FC236}">
                <a16:creationId xmlns:a16="http://schemas.microsoft.com/office/drawing/2014/main" id="{DA06C930-1DAB-76B8-ACB2-16C36CAC1A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5738" y="2225675"/>
            <a:ext cx="2381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 sz="1800"/>
              <a:t> </a:t>
            </a:r>
          </a:p>
        </p:txBody>
      </p:sp>
      <p:sp>
        <p:nvSpPr>
          <p:cNvPr id="13316" name="矩形 6">
            <a:extLst>
              <a:ext uri="{FF2B5EF4-FFF2-40B4-BE49-F238E27FC236}">
                <a16:creationId xmlns:a16="http://schemas.microsoft.com/office/drawing/2014/main" id="{B8460E1F-69DC-8A8A-FB64-FE68260DF3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2075" y="2855913"/>
            <a:ext cx="1238191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GB" altLang="zh-CN" sz="3200">
                <a:latin typeface="等线" panose="02010600030101010101" pitchFamily="2" charset="-122"/>
              </a:rPr>
              <a:t>I. independent variabletends to has </a:t>
            </a:r>
            <a:r>
              <a:rPr lang="zh-CN" altLang="en-GB" sz="3200">
                <a:latin typeface="等线" panose="02010600030101010101" pitchFamily="2" charset="-122"/>
              </a:rPr>
              <a:t>限 </a:t>
            </a:r>
            <a:r>
              <a:rPr lang="en-GB" altLang="zh-CN" sz="3200">
                <a:latin typeface="等线" panose="02010600030101010101" pitchFamily="2" charset="-122"/>
              </a:rPr>
              <a:t>value when Limits of Functions</a:t>
            </a:r>
            <a:endParaRPr lang="zh-CN" altLang="en-US" sz="3200">
              <a:latin typeface="等线" panose="02010600030101010101" pitchFamily="2" charset="-122"/>
            </a:endParaRPr>
          </a:p>
        </p:txBody>
      </p:sp>
      <p:sp>
        <p:nvSpPr>
          <p:cNvPr id="13317" name="矩形 7">
            <a:extLst>
              <a:ext uri="{FF2B5EF4-FFF2-40B4-BE49-F238E27FC236}">
                <a16:creationId xmlns:a16="http://schemas.microsoft.com/office/drawing/2014/main" id="{5361BD6C-663C-C1BA-0763-959678F65B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13200" y="3059113"/>
            <a:ext cx="2381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 sz="1800"/>
              <a:t> </a:t>
            </a:r>
          </a:p>
        </p:txBody>
      </p:sp>
      <p:sp>
        <p:nvSpPr>
          <p:cNvPr id="13318" name="矩形 9">
            <a:extLst>
              <a:ext uri="{FF2B5EF4-FFF2-40B4-BE49-F238E27FC236}">
                <a16:creationId xmlns:a16="http://schemas.microsoft.com/office/drawing/2014/main" id="{80574669-3E99-0A3B-7B96-887F633CE9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62287" y="476250"/>
            <a:ext cx="11012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solidFill>
                  <a:srgbClr val="FF0000"/>
                </a:solidFill>
              </a:rPr>
              <a:t>Chapter 1</a:t>
            </a:r>
            <a:endParaRPr lang="zh-CN" altLang="en-US" sz="1800">
              <a:solidFill>
                <a:srgbClr val="FF0000"/>
              </a:solidFill>
            </a:endParaRPr>
          </a:p>
        </p:txBody>
      </p:sp>
      <p:pic>
        <p:nvPicPr>
          <p:cNvPr id="13319" name="图片 13" descr="卡通人物&#10;&#10;描述已自动生成">
            <a:extLst>
              <a:ext uri="{FF2B5EF4-FFF2-40B4-BE49-F238E27FC236}">
                <a16:creationId xmlns:a16="http://schemas.microsoft.com/office/drawing/2014/main" id="{49DC8249-DB27-F268-079D-C52FE80568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4406900"/>
            <a:ext cx="2362200" cy="214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20" name="矩形 1">
            <a:extLst>
              <a:ext uri="{FF2B5EF4-FFF2-40B4-BE49-F238E27FC236}">
                <a16:creationId xmlns:a16="http://schemas.microsoft.com/office/drawing/2014/main" id="{C3516B27-E0D1-D23A-451D-B0C8DFC9C8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2075" y="3790950"/>
            <a:ext cx="1138164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GB" altLang="zh-CN" sz="3200">
                <a:latin typeface="等线" panose="02010600030101010101" pitchFamily="2" charset="-122"/>
              </a:rPr>
              <a:t>II. independent variabletends toinfinity when Limits of Functions</a:t>
            </a:r>
            <a:endParaRPr lang="zh-CN" altLang="en-US" sz="3200">
              <a:latin typeface="等线" panose="02010600030101010101" pitchFamily="2" charset="-122"/>
            </a:endParaRPr>
          </a:p>
        </p:txBody>
      </p: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标题 1">
            <a:extLst>
              <a:ext uri="{FF2B5EF4-FFF2-40B4-BE49-F238E27FC236}">
                <a16:creationId xmlns:a16="http://schemas.microsoft.com/office/drawing/2014/main" id="{94ACDE16-CEE0-50C9-3C38-7870AC6A26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365125"/>
            <a:ext cx="8286750" cy="711200"/>
          </a:xfrm>
        </p:spPr>
        <p:txBody>
          <a:bodyPr/>
          <a:lstStyle/>
          <a:p>
            <a:r>
              <a:rPr lang="en-GB" altLang="zh-CN" sz="3200" b="1">
                <a:ea typeface="楷体_GB2312" pitchFamily="49" charset="-122"/>
              </a:rPr>
              <a:t>I. independent variabletends to has </a:t>
            </a:r>
            <a:r>
              <a:rPr lang="zh-CN" altLang="en-GB" sz="3200" b="1">
                <a:ea typeface="楷体_GB2312" pitchFamily="49" charset="-122"/>
              </a:rPr>
              <a:t>限 </a:t>
            </a:r>
            <a:r>
              <a:rPr lang="en-GB" altLang="zh-CN" sz="3200" b="1">
                <a:ea typeface="楷体_GB2312" pitchFamily="49" charset="-122"/>
              </a:rPr>
              <a:t>value when Limits of Functions</a:t>
            </a:r>
            <a:endParaRPr kumimoji="1" lang="zh-CN" altLang="en-US"/>
          </a:p>
        </p:txBody>
      </p:sp>
      <p:sp>
        <p:nvSpPr>
          <p:cNvPr id="14338" name="内容占位符 3">
            <a:extLst>
              <a:ext uri="{FF2B5EF4-FFF2-40B4-BE49-F238E27FC236}">
                <a16:creationId xmlns:a16="http://schemas.microsoft.com/office/drawing/2014/main" id="{A31A247F-1ADC-3775-6788-CA92E129686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351088" y="1184275"/>
            <a:ext cx="2921000" cy="474663"/>
          </a:xfrm>
        </p:spPr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400" b="1"/>
              <a:t>when functionlimit's Definition</a:t>
            </a:r>
            <a:endParaRPr kumimoji="1" lang="zh-CN" altLang="en-US"/>
          </a:p>
        </p:txBody>
      </p:sp>
      <p:sp>
        <p:nvSpPr>
          <p:cNvPr id="38" name="Text Box 14">
            <a:extLst>
              <a:ext uri="{FF2B5EF4-FFF2-40B4-BE49-F238E27FC236}">
                <a16:creationId xmlns:a16="http://schemas.microsoft.com/office/drawing/2014/main" id="{267BF459-571D-EBDF-2AA3-122163B3FC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1125538"/>
            <a:ext cx="60960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 b="1"/>
              <a:t>1. </a:t>
            </a:r>
          </a:p>
        </p:txBody>
      </p:sp>
      <p:graphicFrame>
        <p:nvGraphicFramePr>
          <p:cNvPr id="39" name="Object 15">
            <a:extLst>
              <a:ext uri="{FF2B5EF4-FFF2-40B4-BE49-F238E27FC236}">
                <a16:creationId xmlns:a16="http://schemas.microsoft.com/office/drawing/2014/main" id="{A17FE3DD-4535-E7A2-CB2F-37C3FCBD7A4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95400" y="1143000"/>
          <a:ext cx="1047750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3">
                  <p:embed/>
                </p:oleObj>
              </mc:Choice>
              <mc:Fallback>
                <p:oleObj name="Equation" r:id="rId2" imgW="0" imgH="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1143000"/>
                        <a:ext cx="1047750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Rectangle 42">
            <a:extLst>
              <a:ext uri="{FF2B5EF4-FFF2-40B4-BE49-F238E27FC236}">
                <a16:creationId xmlns:a16="http://schemas.microsoft.com/office/drawing/2014/main" id="{6D08005A-90EC-63D0-8642-FB8AA446EC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2150" y="1676400"/>
            <a:ext cx="3422650" cy="555625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zh-CN" altLang="en-GB" b="1">
                <a:solidFill>
                  <a:schemeClr val="tx2"/>
                </a:solidFill>
                <a:latin typeface="+mn-ea"/>
                <a:ea typeface="+mn-ea"/>
              </a:rPr>
              <a:t>引</a:t>
            </a:r>
            <a:r>
              <a:rPr lang="en-GB" altLang="zh-CN" b="1">
                <a:solidFill>
                  <a:schemeClr val="tx2"/>
                </a:solidFill>
                <a:latin typeface="+mn-ea"/>
                <a:ea typeface="+mn-ea"/>
              </a:rPr>
              <a:t>Example. measure quantity square form</a:t>
            </a:r>
            <a:r>
              <a:rPr lang="zh-CN" altLang="en-GB" b="1">
                <a:solidFill>
                  <a:schemeClr val="tx2"/>
                </a:solidFill>
                <a:latin typeface="+mn-ea"/>
                <a:ea typeface="+mn-ea"/>
              </a:rPr>
              <a:t>面 </a:t>
            </a:r>
            <a:r>
              <a:rPr lang="en-GB" altLang="zh-CN" b="1">
                <a:solidFill>
                  <a:schemeClr val="tx2"/>
                </a:solidFill>
                <a:latin typeface="+mn-ea"/>
                <a:ea typeface="+mn-ea"/>
              </a:rPr>
              <a:t>product.</a:t>
            </a:r>
            <a:endParaRPr lang="en-US" altLang="zh-CN" dirty="0">
              <a:latin typeface="+mn-ea"/>
              <a:ea typeface="+mn-ea"/>
            </a:endParaRPr>
          </a:p>
        </p:txBody>
      </p:sp>
      <p:sp>
        <p:nvSpPr>
          <p:cNvPr id="55" name="Text Box 44">
            <a:extLst>
              <a:ext uri="{FF2B5EF4-FFF2-40B4-BE49-F238E27FC236}">
                <a16:creationId xmlns:a16="http://schemas.microsoft.com/office/drawing/2014/main" id="{82616BDC-0691-71B3-0730-69D0B86E271A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6556375" y="1702594"/>
            <a:ext cx="1828800" cy="461665"/>
          </a:xfrm>
          <a:prstGeom prst="rect">
            <a:avLst/>
          </a:prstGeom>
          <a:blipFill>
            <a:blip r:embed="rId4"/>
            <a:stretch>
              <a:fillRect l="-5517" t="-7895" b="-26316"/>
            </a:stretch>
          </a:blipFill>
          <a:ln>
            <a:noFill/>
          </a:ln>
          <a:effectLst/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sp>
        <p:nvSpPr>
          <p:cNvPr id="57" name="Text Box 46">
            <a:extLst>
              <a:ext uri="{FF2B5EF4-FFF2-40B4-BE49-F238E27FC236}">
                <a16:creationId xmlns:a16="http://schemas.microsoft.com/office/drawing/2014/main" id="{0E8C8490-AEF8-923F-9692-EABF490F48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0975" y="1690688"/>
            <a:ext cx="2133600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2400">
                <a:latin typeface="+mn-ea"/>
              </a:rPr>
              <a:t>(</a:t>
            </a:r>
            <a:r>
              <a:rPr lang="zh-CN" altLang="en-US" sz="2400">
                <a:latin typeface="+mn-ea"/>
              </a:rPr>
              <a:t>真 </a:t>
            </a:r>
            <a:r>
              <a:rPr lang="en-US" altLang="zh-CN" sz="2400">
                <a:latin typeface="+mn-ea"/>
              </a:rPr>
              <a:t>value: </a:t>
            </a:r>
            <a:r>
              <a:rPr lang="zh-CN" altLang="en-US" sz="2400">
                <a:latin typeface="+mn-ea"/>
              </a:rPr>
              <a:t>边长 </a:t>
            </a:r>
            <a:r>
              <a:rPr lang="en-US" altLang="zh-CN" sz="2400">
                <a:latin typeface="+mn-ea"/>
              </a:rPr>
              <a:t>is</a:t>
            </a:r>
            <a:endParaRPr lang="en-US" altLang="zh-CN" sz="2400" dirty="0">
              <a:latin typeface="+mn-ea"/>
            </a:endParaRPr>
          </a:p>
        </p:txBody>
      </p:sp>
      <p:graphicFrame>
        <p:nvGraphicFramePr>
          <p:cNvPr id="58" name="Object 47">
            <a:extLst>
              <a:ext uri="{FF2B5EF4-FFF2-40B4-BE49-F238E27FC236}">
                <a16:creationId xmlns:a16="http://schemas.microsoft.com/office/drawing/2014/main" id="{F04375F9-D17D-2210-DE4D-0337F858285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65813" y="1609725"/>
          <a:ext cx="611187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0" imgH="0" progId="Equation.3">
                  <p:embed/>
                </p:oleObj>
              </mc:Choice>
              <mc:Fallback>
                <p:oleObj name="Equation" r:id="rId5" imgW="0" imgH="0" progId="Equation.3">
                  <p:embed/>
                  <p:pic>
                    <p:nvPicPr>
                      <p:cNvPr id="0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5813" y="1609725"/>
                        <a:ext cx="611187" cy="576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" name="Text Box 48">
            <a:extLst>
              <a:ext uri="{FF2B5EF4-FFF2-40B4-BE49-F238E27FC236}">
                <a16:creationId xmlns:a16="http://schemas.microsoft.com/office/drawing/2014/main" id="{12E98AAC-AC01-8A7F-4E4E-6C97A848DC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2971800"/>
            <a:ext cx="11430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 sz="2400"/>
              <a:t>边长</a:t>
            </a:r>
          </a:p>
        </p:txBody>
      </p:sp>
      <p:sp>
        <p:nvSpPr>
          <p:cNvPr id="60" name="Text Box 49">
            <a:extLst>
              <a:ext uri="{FF2B5EF4-FFF2-40B4-BE49-F238E27FC236}">
                <a16:creationId xmlns:a16="http://schemas.microsoft.com/office/drawing/2014/main" id="{C220C2A9-FACC-8585-AD68-B7127F77F6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4738688"/>
            <a:ext cx="919163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 sz="2400"/>
              <a:t>面 </a:t>
            </a:r>
            <a:r>
              <a:rPr lang="en-US" altLang="zh-CN" sz="2400"/>
              <a:t>product</a:t>
            </a:r>
            <a:endParaRPr lang="zh-CN" altLang="en-US" sz="2400"/>
          </a:p>
        </p:txBody>
      </p:sp>
      <p:graphicFrame>
        <p:nvGraphicFramePr>
          <p:cNvPr id="61" name="Object 50">
            <a:extLst>
              <a:ext uri="{FF2B5EF4-FFF2-40B4-BE49-F238E27FC236}">
                <a16:creationId xmlns:a16="http://schemas.microsoft.com/office/drawing/2014/main" id="{27198365-1EA6-B194-815A-CEB743D46FD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79613" y="4643438"/>
          <a:ext cx="377825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0" imgH="0" progId="Equation.3">
                  <p:embed/>
                </p:oleObj>
              </mc:Choice>
              <mc:Fallback>
                <p:oleObj name="Equation" r:id="rId7" imgW="0" imgH="0" progId="Equation.3">
                  <p:embed/>
                  <p:pic>
                    <p:nvPicPr>
                      <p:cNvPr id="0" name="Object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3" y="4643438"/>
                        <a:ext cx="377825" cy="441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" name="AutoShape 51">
            <a:extLst>
              <a:ext uri="{FF2B5EF4-FFF2-40B4-BE49-F238E27FC236}">
                <a16:creationId xmlns:a16="http://schemas.microsoft.com/office/drawing/2014/main" id="{C0E36BB4-E8E6-7688-BEEF-46E984B41C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3581400"/>
            <a:ext cx="228600" cy="4572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63" name="Rectangle 52">
            <a:extLst>
              <a:ext uri="{FF2B5EF4-FFF2-40B4-BE49-F238E27FC236}">
                <a16:creationId xmlns:a16="http://schemas.microsoft.com/office/drawing/2014/main" id="{12418495-7446-45B4-008B-3A7FBB72F7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362200"/>
            <a:ext cx="2133600" cy="608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/>
              <a:t>direct observation value</a:t>
            </a:r>
            <a:endParaRPr lang="zh-CN" altLang="en-US" sz="2400"/>
          </a:p>
        </p:txBody>
      </p:sp>
      <p:sp>
        <p:nvSpPr>
          <p:cNvPr id="64" name="Rectangle 53">
            <a:extLst>
              <a:ext uri="{FF2B5EF4-FFF2-40B4-BE49-F238E27FC236}">
                <a16:creationId xmlns:a16="http://schemas.microsoft.com/office/drawing/2014/main" id="{28B02BF4-3EA3-5411-DB98-A44F1F51ED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4191000"/>
            <a:ext cx="21336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/>
              <a:t>indirect observation value</a:t>
            </a:r>
            <a:endParaRPr lang="zh-CN" altLang="en-US" sz="2400"/>
          </a:p>
        </p:txBody>
      </p:sp>
      <p:sp>
        <p:nvSpPr>
          <p:cNvPr id="65" name="Line 54">
            <a:extLst>
              <a:ext uri="{FF2B5EF4-FFF2-40B4-BE49-F238E27FC236}">
                <a16:creationId xmlns:a16="http://schemas.microsoft.com/office/drawing/2014/main" id="{49C0AD46-71E8-9366-C9DF-05FABF2D595D}"/>
              </a:ext>
            </a:extLst>
          </p:cNvPr>
          <p:cNvSpPr>
            <a:spLocks noChangeShapeType="1"/>
          </p:cNvSpPr>
          <p:nvPr/>
        </p:nvSpPr>
        <p:spPr bwMode="auto">
          <a:xfrm>
            <a:off x="2971800" y="2514600"/>
            <a:ext cx="0" cy="2438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6" name="Text Box 55">
            <a:extLst>
              <a:ext uri="{FF2B5EF4-FFF2-40B4-BE49-F238E27FC236}">
                <a16:creationId xmlns:a16="http://schemas.microsoft.com/office/drawing/2014/main" id="{2E2F6326-CC62-0E78-7E0C-C398369F08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0" y="4338638"/>
            <a:ext cx="2076450" cy="1200329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zh-CN" altLang="en-US" sz="2400">
                <a:latin typeface="+mn-ea"/>
              </a:rPr>
              <a:t>任 </a:t>
            </a:r>
            <a:r>
              <a:rPr lang="en-US" altLang="zh-CN" sz="2400">
                <a:latin typeface="+mn-ea"/>
              </a:rPr>
              <a:t>giveprecision  ,</a:t>
            </a:r>
            <a:endParaRPr lang="en-US" altLang="zh-CN" sz="2400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67" name="Text Box 56">
            <a:extLst>
              <a:ext uri="{FF2B5EF4-FFF2-40B4-BE49-F238E27FC236}">
                <a16:creationId xmlns:a16="http://schemas.microsoft.com/office/drawing/2014/main" id="{6ED4272B-71BE-7E44-84F4-5B5CE5203D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900" y="4344988"/>
            <a:ext cx="10668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/>
              <a:t>need find</a:t>
            </a:r>
            <a:endParaRPr lang="zh-CN" altLang="en-US" sz="2400"/>
          </a:p>
        </p:txBody>
      </p:sp>
      <p:graphicFrame>
        <p:nvGraphicFramePr>
          <p:cNvPr id="68" name="Object 57">
            <a:extLst>
              <a:ext uri="{FF2B5EF4-FFF2-40B4-BE49-F238E27FC236}">
                <a16:creationId xmlns:a16="http://schemas.microsoft.com/office/drawing/2014/main" id="{D078F932-1AA2-521D-603A-36977DD3CF2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00688" y="4219575"/>
          <a:ext cx="1776412" cy="65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0" imgH="0" progId="Equation.3">
                  <p:embed/>
                </p:oleObj>
              </mc:Choice>
              <mc:Fallback>
                <p:oleObj name="Equation" r:id="rId9" imgW="0" imgH="0" progId="Equation.3">
                  <p:embed/>
                  <p:pic>
                    <p:nvPicPr>
                      <p:cNvPr id="0" name="Object 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0688" y="4219575"/>
                        <a:ext cx="1776412" cy="650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" name="AutoShape 58">
            <a:extLst>
              <a:ext uri="{FF2B5EF4-FFF2-40B4-BE49-F238E27FC236}">
                <a16:creationId xmlns:a16="http://schemas.microsoft.com/office/drawing/2014/main" id="{C4890565-8188-C6BD-9264-F7468E7584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7725" y="3668713"/>
            <a:ext cx="228600" cy="457200"/>
          </a:xfrm>
          <a:prstGeom prst="up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70" name="Text Box 59">
            <a:extLst>
              <a:ext uri="{FF2B5EF4-FFF2-40B4-BE49-F238E27FC236}">
                <a16:creationId xmlns:a16="http://schemas.microsoft.com/office/drawing/2014/main" id="{3EB8B9C2-3EA4-3E23-FE20-2DC8EDACFA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0" y="2438400"/>
            <a:ext cx="3962400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2400">
                <a:latin typeface="+mn-ea"/>
              </a:rPr>
              <a:t>确定 </a:t>
            </a:r>
            <a:r>
              <a:rPr lang="en-US" altLang="zh-CN" sz="2400">
                <a:latin typeface="+mn-ea"/>
              </a:rPr>
              <a:t>direct observation valueprecision  :</a:t>
            </a:r>
            <a:endParaRPr lang="en-US" altLang="zh-CN" sz="2400" dirty="0">
              <a:solidFill>
                <a:schemeClr val="tx2"/>
              </a:solidFill>
              <a:latin typeface="+mn-ea"/>
            </a:endParaRPr>
          </a:p>
        </p:txBody>
      </p:sp>
      <p:graphicFrame>
        <p:nvGraphicFramePr>
          <p:cNvPr id="71" name="Object 60">
            <a:extLst>
              <a:ext uri="{FF2B5EF4-FFF2-40B4-BE49-F238E27FC236}">
                <a16:creationId xmlns:a16="http://schemas.microsoft.com/office/drawing/2014/main" id="{A1F6846C-BF67-6DA8-BAE9-5816C0D8C2A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29038" y="3062288"/>
          <a:ext cx="1708150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0" imgH="0" progId="Equation.3">
                  <p:embed/>
                </p:oleObj>
              </mc:Choice>
              <mc:Fallback>
                <p:oleObj name="Equation" r:id="rId11" imgW="0" imgH="0" progId="Equation.3">
                  <p:embed/>
                  <p:pic>
                    <p:nvPicPr>
                      <p:cNvPr id="0" name="Object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29038" y="3062288"/>
                        <a:ext cx="1708150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2" name="Group 61">
            <a:extLst>
              <a:ext uri="{FF2B5EF4-FFF2-40B4-BE49-F238E27FC236}">
                <a16:creationId xmlns:a16="http://schemas.microsoft.com/office/drawing/2014/main" id="{93936409-0F12-4BFA-1793-46A25F784833}"/>
              </a:ext>
            </a:extLst>
          </p:cNvPr>
          <p:cNvGrpSpPr>
            <a:grpSpLocks/>
          </p:cNvGrpSpPr>
          <p:nvPr/>
        </p:nvGrpSpPr>
        <p:grpSpPr bwMode="auto">
          <a:xfrm>
            <a:off x="6908800" y="2560638"/>
            <a:ext cx="1397000" cy="914400"/>
            <a:chOff x="3552" y="2784"/>
            <a:chExt cx="880" cy="576"/>
          </a:xfrm>
        </p:grpSpPr>
        <p:sp>
          <p:nvSpPr>
            <p:cNvPr id="14360" name="Rectangle 62">
              <a:extLst>
                <a:ext uri="{FF2B5EF4-FFF2-40B4-BE49-F238E27FC236}">
                  <a16:creationId xmlns:a16="http://schemas.microsoft.com/office/drawing/2014/main" id="{47F38FE8-78F0-2DE5-41A3-93C8E06595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2" y="2784"/>
              <a:ext cx="576" cy="576"/>
            </a:xfrm>
            <a:prstGeom prst="rect">
              <a:avLst/>
            </a:prstGeom>
            <a:solidFill>
              <a:srgbClr val="0066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graphicFrame>
          <p:nvGraphicFramePr>
            <p:cNvPr id="14361" name="Object 63">
              <a:extLst>
                <a:ext uri="{FF2B5EF4-FFF2-40B4-BE49-F238E27FC236}">
                  <a16:creationId xmlns:a16="http://schemas.microsoft.com/office/drawing/2014/main" id="{C67E86AA-548A-5AF2-B668-8F71F79D7B3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154" y="2880"/>
            <a:ext cx="278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3" imgW="0" imgH="0" progId="Equation.3">
                    <p:embed/>
                  </p:oleObj>
                </mc:Choice>
                <mc:Fallback>
                  <p:oleObj name="Equation" r:id="rId13" imgW="0" imgH="0" progId="Equation.3">
                    <p:embed/>
                    <p:pic>
                      <p:nvPicPr>
                        <p:cNvPr id="0" name="Object 6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54" y="2880"/>
                          <a:ext cx="278" cy="3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62" name="Object 64">
              <a:extLst>
                <a:ext uri="{FF2B5EF4-FFF2-40B4-BE49-F238E27FC236}">
                  <a16:creationId xmlns:a16="http://schemas.microsoft.com/office/drawing/2014/main" id="{D77B9F4D-9F42-0783-4138-6A64349E8D4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648" y="2928"/>
            <a:ext cx="312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0" imgH="0" progId="Equation.3">
                    <p:embed/>
                  </p:oleObj>
                </mc:Choice>
                <mc:Fallback>
                  <p:oleObj name="Equation" r:id="rId15" imgW="0" imgH="0" progId="Equation.3">
                    <p:embed/>
                    <p:pic>
                      <p:nvPicPr>
                        <p:cNvPr id="0" name="Object 6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48" y="2928"/>
                          <a:ext cx="312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76" name="Object 65">
            <a:extLst>
              <a:ext uri="{FF2B5EF4-FFF2-40B4-BE49-F238E27FC236}">
                <a16:creationId xmlns:a16="http://schemas.microsoft.com/office/drawing/2014/main" id="{99BA6862-87BC-4504-7DBB-C5DB5C32986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33600" y="2997200"/>
          <a:ext cx="315913" cy="34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0" imgH="0" progId="Equation.3">
                  <p:embed/>
                </p:oleObj>
              </mc:Choice>
              <mc:Fallback>
                <p:oleObj name="Equation" r:id="rId17" imgW="0" imgH="0" progId="Equation.3">
                  <p:embed/>
                  <p:pic>
                    <p:nvPicPr>
                      <p:cNvPr id="0" name="Object 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2997200"/>
                        <a:ext cx="315913" cy="349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build="p" autoUpdateAnimBg="0"/>
      <p:bldP spid="41" grpId="0" build="p" autoUpdateAnimBg="0"/>
      <p:bldP spid="57" grpId="0" build="p" autoUpdateAnimBg="0"/>
      <p:bldP spid="59" grpId="0" autoUpdateAnimBg="0"/>
      <p:bldP spid="60" grpId="0" autoUpdateAnimBg="0"/>
      <p:bldP spid="63" grpId="0" autoUpdateAnimBg="0"/>
      <p:bldP spid="64" grpId="0" autoUpdateAnimBg="0"/>
      <p:bldP spid="66" grpId="0" autoUpdateAnimBg="0"/>
      <p:bldP spid="67" grpId="0" autoUpdateAnimBg="0"/>
      <p:bldP spid="70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330CD6-BD23-3524-F740-C279CF2A8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725" y="357188"/>
            <a:ext cx="1487488" cy="481012"/>
          </a:xfrm>
        </p:spPr>
        <p:txBody>
          <a:bodyPr/>
          <a:lstStyle/>
          <a:p>
            <a:pPr>
              <a:defRPr/>
            </a:pPr>
            <a:r>
              <a:rPr lang="en-US" altLang="zh-CN" sz="2400" b="1">
                <a:latin typeface="+mn-ea"/>
                <a:ea typeface="+mn-ea"/>
              </a:rPr>
              <a:t>Definition1 .</a:t>
            </a:r>
            <a:endParaRPr kumimoji="1" lang="zh-CN" altLang="en-US" sz="2400" b="1" dirty="0">
              <a:latin typeface="+mn-ea"/>
              <a:ea typeface="+mn-ea"/>
            </a:endParaRPr>
          </a:p>
        </p:txBody>
      </p:sp>
      <p:sp>
        <p:nvSpPr>
          <p:cNvPr id="15362" name="内容占位符 2">
            <a:extLst>
              <a:ext uri="{FF2B5EF4-FFF2-40B4-BE49-F238E27FC236}">
                <a16:creationId xmlns:a16="http://schemas.microsoft.com/office/drawing/2014/main" id="{9E259B48-FD82-79F0-67FD-1CF59B9BF47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028825" y="390525"/>
            <a:ext cx="1260475" cy="503238"/>
          </a:xfrm>
        </p:spPr>
        <p:txBody>
          <a:bodyPr/>
          <a:lstStyle/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sz="2400">
                <a:latin typeface="+mn-ea"/>
              </a:rPr>
              <a:t>Letfunction</a:t>
            </a:r>
            <a:endParaRPr kumimoji="1" lang="zh-CN" altLang="en-US" dirty="0"/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F90D224F-D8C9-B7FD-E78C-BBB804BBD0BB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534988" y="158750"/>
            <a:ext cx="273685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6858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6858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6858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6858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6858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6858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6858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6858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>
              <a:latin typeface="Calibri Light" panose="020F0302020204030204" pitchFamily="34" charset="0"/>
              <a:ea typeface="楷体_GB2312" pitchFamily="49" charset="-122"/>
            </a:endParaRPr>
          </a:p>
        </p:txBody>
      </p:sp>
      <p:pic>
        <p:nvPicPr>
          <p:cNvPr id="15364" name="图片 56">
            <a:extLst>
              <a:ext uri="{FF2B5EF4-FFF2-40B4-BE49-F238E27FC236}">
                <a16:creationId xmlns:a16="http://schemas.microsoft.com/office/drawing/2014/main" id="{5D488EE1-09D7-E004-B242-21AD1B890A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grayscl/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4350" y="404813"/>
            <a:ext cx="736600" cy="40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5365" name="Text Box 34">
            <a:extLst>
              <a:ext uri="{FF2B5EF4-FFF2-40B4-BE49-F238E27FC236}">
                <a16:creationId xmlns:a16="http://schemas.microsoft.com/office/drawing/2014/main" id="{35CD5718-B9E3-24FB-C121-ED69DEC14E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98888" y="360363"/>
            <a:ext cx="10668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14400"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/>
              <a:t>in point</a:t>
            </a:r>
            <a:endParaRPr lang="zh-CN" altLang="en-US" sz="2400"/>
          </a:p>
        </p:txBody>
      </p:sp>
      <p:pic>
        <p:nvPicPr>
          <p:cNvPr id="15366" name="图片 59">
            <a:extLst>
              <a:ext uri="{FF2B5EF4-FFF2-40B4-BE49-F238E27FC236}">
                <a16:creationId xmlns:a16="http://schemas.microsoft.com/office/drawing/2014/main" id="{F1406F08-72BD-04C7-9C81-6E5FE8FE99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grayscl/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3750" y="317500"/>
            <a:ext cx="346075" cy="447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61" name="Text Box 36">
            <a:extLst>
              <a:ext uri="{FF2B5EF4-FFF2-40B4-BE49-F238E27FC236}">
                <a16:creationId xmlns:a16="http://schemas.microsoft.com/office/drawing/2014/main" id="{A1585CFA-7C83-4648-3176-CE59AAE325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1413" y="374650"/>
            <a:ext cx="3548062" cy="1200329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GB" altLang="zh-CN" sz="2400">
                <a:latin typeface="+mn-ea"/>
              </a:rPr>
              <a:t>'s somedeleted neighbourhood inside has Definition ,</a:t>
            </a:r>
            <a:endParaRPr lang="en-US" altLang="zh-CN" sz="2400" dirty="0">
              <a:latin typeface="+mn-ea"/>
            </a:endParaRPr>
          </a:p>
        </p:txBody>
      </p:sp>
      <p:pic>
        <p:nvPicPr>
          <p:cNvPr id="15368" name="图片 61">
            <a:extLst>
              <a:ext uri="{FF2B5EF4-FFF2-40B4-BE49-F238E27FC236}">
                <a16:creationId xmlns:a16="http://schemas.microsoft.com/office/drawing/2014/main" id="{A97C71E4-7023-1CB7-DFD8-2403B1A755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913" y="1074738"/>
            <a:ext cx="1143000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5369" name="图片 62">
            <a:extLst>
              <a:ext uri="{FF2B5EF4-FFF2-40B4-BE49-F238E27FC236}">
                <a16:creationId xmlns:a16="http://schemas.microsoft.com/office/drawing/2014/main" id="{A8B88E72-5CBF-47D6-E3DE-6A90DD7630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2225" y="1093788"/>
            <a:ext cx="1130300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5370" name="Text Box 40">
            <a:extLst>
              <a:ext uri="{FF2B5EF4-FFF2-40B4-BE49-F238E27FC236}">
                <a16:creationId xmlns:a16="http://schemas.microsoft.com/office/drawing/2014/main" id="{B5D4E687-411E-35C0-65A1-D06AD22FCC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63963" y="1022350"/>
            <a:ext cx="727075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14400"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 sz="2400"/>
              <a:t>当</a:t>
            </a:r>
          </a:p>
        </p:txBody>
      </p:sp>
      <p:pic>
        <p:nvPicPr>
          <p:cNvPr id="15371" name="图片 67">
            <a:extLst>
              <a:ext uri="{FF2B5EF4-FFF2-40B4-BE49-F238E27FC236}">
                <a16:creationId xmlns:a16="http://schemas.microsoft.com/office/drawing/2014/main" id="{AAE3B7C3-C7D3-7137-85E5-DF593473C6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5138" y="1052513"/>
            <a:ext cx="2168525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74" name="Text Box 42">
            <a:extLst>
              <a:ext uri="{FF2B5EF4-FFF2-40B4-BE49-F238E27FC236}">
                <a16:creationId xmlns:a16="http://schemas.microsoft.com/office/drawing/2014/main" id="{B795EC30-475A-75CE-5C15-489A7F67BB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3663" y="1052513"/>
            <a:ext cx="1143000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zh-CN" sz="2400">
                <a:latin typeface="+mn-ea"/>
              </a:rPr>
              <a:t>when , has</a:t>
            </a:r>
            <a:endParaRPr lang="zh-CN" altLang="en-US" sz="2400" dirty="0">
              <a:latin typeface="+mn-ea"/>
            </a:endParaRPr>
          </a:p>
        </p:txBody>
      </p:sp>
      <p:pic>
        <p:nvPicPr>
          <p:cNvPr id="15373" name="图片 74">
            <a:extLst>
              <a:ext uri="{FF2B5EF4-FFF2-40B4-BE49-F238E27FC236}">
                <a16:creationId xmlns:a16="http://schemas.microsoft.com/office/drawing/2014/main" id="{167E942A-F0DC-D690-225E-AFB109FF32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438" y="1666875"/>
            <a:ext cx="2057400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78" name="Text Box 44">
            <a:extLst>
              <a:ext uri="{FF2B5EF4-FFF2-40B4-BE49-F238E27FC236}">
                <a16:creationId xmlns:a16="http://schemas.microsoft.com/office/drawing/2014/main" id="{94579687-45BC-F65C-A034-F73FD3B9BD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8450" y="1671638"/>
            <a:ext cx="3173413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zh-CN" sz="2400">
                <a:latin typeface="+mn-ea"/>
              </a:rPr>
              <a:t>then</a:t>
            </a:r>
            <a:r>
              <a:rPr lang="zh-CN" altLang="en-US" sz="2400">
                <a:latin typeface="+mn-ea"/>
              </a:rPr>
              <a:t>称</a:t>
            </a:r>
            <a:r>
              <a:rPr lang="en-US" altLang="zh-CN" sz="2400">
                <a:latin typeface="+mn-ea"/>
              </a:rPr>
              <a:t>constant A is function</a:t>
            </a:r>
            <a:endParaRPr lang="zh-CN" altLang="en-US" sz="2400" dirty="0">
              <a:latin typeface="+mn-ea"/>
            </a:endParaRPr>
          </a:p>
        </p:txBody>
      </p:sp>
      <p:pic>
        <p:nvPicPr>
          <p:cNvPr id="15375" name="图片 78">
            <a:extLst>
              <a:ext uri="{FF2B5EF4-FFF2-40B4-BE49-F238E27FC236}">
                <a16:creationId xmlns:a16="http://schemas.microsoft.com/office/drawing/2014/main" id="{3F02C9AB-AFE4-B995-1A0A-6FD8CCC1BD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grayscl/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9075" y="1668463"/>
            <a:ext cx="857250" cy="50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5376" name="Text Box 46">
            <a:extLst>
              <a:ext uri="{FF2B5EF4-FFF2-40B4-BE49-F238E27FC236}">
                <a16:creationId xmlns:a16="http://schemas.microsoft.com/office/drawing/2014/main" id="{ED532643-6516-5BEB-B2B1-FAFBBFBACE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05525" y="1671638"/>
            <a:ext cx="9144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14400"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 sz="2400"/>
              <a:t>当</a:t>
            </a:r>
          </a:p>
        </p:txBody>
      </p:sp>
      <p:pic>
        <p:nvPicPr>
          <p:cNvPr id="15377" name="图片 86">
            <a:extLst>
              <a:ext uri="{FF2B5EF4-FFF2-40B4-BE49-F238E27FC236}">
                <a16:creationId xmlns:a16="http://schemas.microsoft.com/office/drawing/2014/main" id="{0BE70D53-51E4-388F-E8D9-03E9333E63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grayscl/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4625" y="1633538"/>
            <a:ext cx="1143000" cy="571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5378" name="Text Box 48">
            <a:extLst>
              <a:ext uri="{FF2B5EF4-FFF2-40B4-BE49-F238E27FC236}">
                <a16:creationId xmlns:a16="http://schemas.microsoft.com/office/drawing/2014/main" id="{2B2CF791-A125-AA9B-7F5A-64F8404813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9675" y="1671638"/>
            <a:ext cx="19812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14400"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/>
              <a:t>when 's limit,</a:t>
            </a:r>
          </a:p>
        </p:txBody>
      </p:sp>
      <p:pic>
        <p:nvPicPr>
          <p:cNvPr id="15379" name="图片 88">
            <a:extLst>
              <a:ext uri="{FF2B5EF4-FFF2-40B4-BE49-F238E27FC236}">
                <a16:creationId xmlns:a16="http://schemas.microsoft.com/office/drawing/2014/main" id="{FB387B1C-0974-E16D-6F80-F96A6FE0D3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350" y="2451100"/>
            <a:ext cx="2043113" cy="673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5380" name="Text Box 50">
            <a:extLst>
              <a:ext uri="{FF2B5EF4-FFF2-40B4-BE49-F238E27FC236}">
                <a16:creationId xmlns:a16="http://schemas.microsoft.com/office/drawing/2014/main" id="{3288D2B7-8C98-2C4A-D5C7-F12BB842BC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5213" y="2441575"/>
            <a:ext cx="9906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14400"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/>
              <a:t>or</a:t>
            </a:r>
            <a:endParaRPr lang="zh-CN" altLang="en-US" sz="2400"/>
          </a:p>
        </p:txBody>
      </p:sp>
      <p:pic>
        <p:nvPicPr>
          <p:cNvPr id="15381" name="图片 90">
            <a:extLst>
              <a:ext uri="{FF2B5EF4-FFF2-40B4-BE49-F238E27FC236}">
                <a16:creationId xmlns:a16="http://schemas.microsoft.com/office/drawing/2014/main" id="{993A1E23-A3E9-C14A-478C-B769E103F9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grayscl/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175" y="2420938"/>
            <a:ext cx="3173413" cy="44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5382" name="Text Box 52">
            <a:extLst>
              <a:ext uri="{FF2B5EF4-FFF2-40B4-BE49-F238E27FC236}">
                <a16:creationId xmlns:a16="http://schemas.microsoft.com/office/drawing/2014/main" id="{50544CE6-E80E-532B-4611-B5F0E2AA94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5163" y="3190875"/>
            <a:ext cx="8382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14400"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/>
              <a:t>i.e.</a:t>
            </a:r>
            <a:endParaRPr lang="zh-CN" altLang="en-US" sz="2400"/>
          </a:p>
        </p:txBody>
      </p:sp>
      <p:pic>
        <p:nvPicPr>
          <p:cNvPr id="15383" name="图片 92">
            <a:extLst>
              <a:ext uri="{FF2B5EF4-FFF2-40B4-BE49-F238E27FC236}">
                <a16:creationId xmlns:a16="http://schemas.microsoft.com/office/drawing/2014/main" id="{2C1AF5A3-26CA-605E-8F7B-51DF0B8C39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grayscl/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0038" y="3179763"/>
            <a:ext cx="1143000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5384" name="图片 93">
            <a:extLst>
              <a:ext uri="{FF2B5EF4-FFF2-40B4-BE49-F238E27FC236}">
                <a16:creationId xmlns:a16="http://schemas.microsoft.com/office/drawing/2014/main" id="{69A7D2D6-D255-A28D-B183-31E60A0B67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grayscl/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0988" y="3179763"/>
            <a:ext cx="1130300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5385" name="Text Box 62">
            <a:extLst>
              <a:ext uri="{FF2B5EF4-FFF2-40B4-BE49-F238E27FC236}">
                <a16:creationId xmlns:a16="http://schemas.microsoft.com/office/drawing/2014/main" id="{C58F71E8-9479-061D-255F-D0A4DC52CC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3825" y="3100388"/>
            <a:ext cx="7620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14400"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 sz="2400"/>
              <a:t>当</a:t>
            </a:r>
          </a:p>
        </p:txBody>
      </p:sp>
      <p:pic>
        <p:nvPicPr>
          <p:cNvPr id="15386" name="图片 95">
            <a:extLst>
              <a:ext uri="{FF2B5EF4-FFF2-40B4-BE49-F238E27FC236}">
                <a16:creationId xmlns:a16="http://schemas.microsoft.com/office/drawing/2014/main" id="{FEA853A0-E68B-CC20-CF72-6285D35A00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grayscl/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8013" y="2874963"/>
            <a:ext cx="1892300" cy="698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97" name="Text Box 72">
            <a:extLst>
              <a:ext uri="{FF2B5EF4-FFF2-40B4-BE49-F238E27FC236}">
                <a16:creationId xmlns:a16="http://schemas.microsoft.com/office/drawing/2014/main" id="{B6F36047-6D15-5765-FDB5-E9B8A071A7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3933825"/>
            <a:ext cx="1143000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zh-CN" sz="2400">
                <a:latin typeface="+mn-ea"/>
              </a:rPr>
              <a:t>when , has</a:t>
            </a:r>
            <a:endParaRPr lang="zh-CN" altLang="en-US" sz="2400" dirty="0">
              <a:latin typeface="+mn-ea"/>
            </a:endParaRPr>
          </a:p>
        </p:txBody>
      </p:sp>
      <p:sp>
        <p:nvSpPr>
          <p:cNvPr id="15388" name="Text Box 105">
            <a:extLst>
              <a:ext uri="{FF2B5EF4-FFF2-40B4-BE49-F238E27FC236}">
                <a16:creationId xmlns:a16="http://schemas.microsoft.com/office/drawing/2014/main" id="{4D4A10C6-3B62-04BA-FE22-484843A7F0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3438" y="1022350"/>
            <a:ext cx="6858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14400"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/>
              <a:t>if</a:t>
            </a:r>
            <a:endParaRPr lang="zh-CN" altLang="en-US" sz="2400"/>
          </a:p>
        </p:txBody>
      </p:sp>
      <p:pic>
        <p:nvPicPr>
          <p:cNvPr id="15389" name="图片 99">
            <a:extLst>
              <a:ext uri="{FF2B5EF4-FFF2-40B4-BE49-F238E27FC236}">
                <a16:creationId xmlns:a16="http://schemas.microsoft.com/office/drawing/2014/main" id="{17E6540F-11D1-FA33-4F38-3FF8FA38A6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grayscl/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3838" y="3916363"/>
            <a:ext cx="2081212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5390" name="图片 100">
            <a:extLst>
              <a:ext uri="{FF2B5EF4-FFF2-40B4-BE49-F238E27FC236}">
                <a16:creationId xmlns:a16="http://schemas.microsoft.com/office/drawing/2014/main" id="{EF1B3731-DA68-ABB8-83FF-7A0D426026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grayscl/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0450" y="3190875"/>
            <a:ext cx="2043113" cy="673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5391" name="Line 148">
            <a:extLst>
              <a:ext uri="{FF2B5EF4-FFF2-40B4-BE49-F238E27FC236}">
                <a16:creationId xmlns:a16="http://schemas.microsoft.com/office/drawing/2014/main" id="{5EB2740E-C93A-8230-89F0-2B0216D97B0C}"/>
              </a:ext>
            </a:extLst>
          </p:cNvPr>
          <p:cNvSpPr>
            <a:spLocks noChangeShapeType="1"/>
          </p:cNvSpPr>
          <p:nvPr/>
        </p:nvSpPr>
        <p:spPr bwMode="auto">
          <a:xfrm>
            <a:off x="3175000" y="3262313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392" name="Line 149">
            <a:extLst>
              <a:ext uri="{FF2B5EF4-FFF2-40B4-BE49-F238E27FC236}">
                <a16:creationId xmlns:a16="http://schemas.microsoft.com/office/drawing/2014/main" id="{BD4DE218-48B6-7464-0827-BAC1AD43CE5C}"/>
              </a:ext>
            </a:extLst>
          </p:cNvPr>
          <p:cNvSpPr>
            <a:spLocks noChangeShapeType="1"/>
          </p:cNvSpPr>
          <p:nvPr/>
        </p:nvSpPr>
        <p:spPr bwMode="auto">
          <a:xfrm>
            <a:off x="3175000" y="34925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393" name="Rectangle 157">
            <a:extLst>
              <a:ext uri="{FF2B5EF4-FFF2-40B4-BE49-F238E27FC236}">
                <a16:creationId xmlns:a16="http://schemas.microsoft.com/office/drawing/2014/main" id="{851218D4-7000-EF8F-844D-05B0C40441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988" y="4479925"/>
            <a:ext cx="19050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1440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b="1">
                <a:solidFill>
                  <a:schemeClr val="tx2"/>
                </a:solidFill>
                <a:ea typeface="楷体_GB2312" pitchFamily="49" charset="-122"/>
              </a:rPr>
              <a:t>geometricSolution</a:t>
            </a:r>
            <a:r>
              <a:rPr lang="zh-CN" altLang="en-US" b="1">
                <a:solidFill>
                  <a:schemeClr val="tx2"/>
                </a:solidFill>
                <a:ea typeface="楷体_GB2312" pitchFamily="49" charset="-122"/>
              </a:rPr>
              <a:t>释</a:t>
            </a:r>
            <a:r>
              <a:rPr lang="en-US" altLang="zh-CN" b="1">
                <a:solidFill>
                  <a:schemeClr val="tx2"/>
                </a:solidFill>
                <a:ea typeface="楷体_GB2312" pitchFamily="49" charset="-122"/>
              </a:rPr>
              <a:t>:</a:t>
            </a:r>
          </a:p>
        </p:txBody>
      </p:sp>
      <p:grpSp>
        <p:nvGrpSpPr>
          <p:cNvPr id="15394" name="Group 159">
            <a:extLst>
              <a:ext uri="{FF2B5EF4-FFF2-40B4-BE49-F238E27FC236}">
                <a16:creationId xmlns:a16="http://schemas.microsoft.com/office/drawing/2014/main" id="{EAE935FD-7284-54E2-893A-A6C2A0FAF95E}"/>
              </a:ext>
            </a:extLst>
          </p:cNvPr>
          <p:cNvGrpSpPr>
            <a:grpSpLocks/>
          </p:cNvGrpSpPr>
          <p:nvPr/>
        </p:nvGrpSpPr>
        <p:grpSpPr bwMode="auto">
          <a:xfrm>
            <a:off x="-1732381600" y="-2147483648"/>
            <a:ext cx="2147483647" cy="2147483647"/>
            <a:chOff x="4167" y="2544"/>
            <a:chExt cx="3656608" cy="6431594"/>
          </a:xfrm>
        </p:grpSpPr>
        <p:pic>
          <p:nvPicPr>
            <p:cNvPr id="15421" name="图片 137">
              <a:extLst>
                <a:ext uri="{FF2B5EF4-FFF2-40B4-BE49-F238E27FC236}">
                  <a16:creationId xmlns:a16="http://schemas.microsoft.com/office/drawing/2014/main" id="{0C857FD1-8029-77CC-16FD-B24826D73D8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76687" y="5916369"/>
              <a:ext cx="784088" cy="4274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15422" name="图片 138">
              <a:extLst>
                <a:ext uri="{FF2B5EF4-FFF2-40B4-BE49-F238E27FC236}">
                  <a16:creationId xmlns:a16="http://schemas.microsoft.com/office/drawing/2014/main" id="{6E72EF78-6C31-F931-9850-AF5D38D7605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grayscl/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24038" y="5865131"/>
              <a:ext cx="735505" cy="5690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15423" name="Line 162">
              <a:extLst>
                <a:ext uri="{FF2B5EF4-FFF2-40B4-BE49-F238E27FC236}">
                  <a16:creationId xmlns:a16="http://schemas.microsoft.com/office/drawing/2014/main" id="{1AA2DBFF-6074-EF54-5C15-33D7674A713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800" y="2544"/>
              <a:ext cx="0" cy="8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24" name="Line 163">
              <a:extLst>
                <a:ext uri="{FF2B5EF4-FFF2-40B4-BE49-F238E27FC236}">
                  <a16:creationId xmlns:a16="http://schemas.microsoft.com/office/drawing/2014/main" id="{338AD890-40E4-4D89-B309-D19660F4446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67" y="2544"/>
              <a:ext cx="9" cy="8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5395" name="Group 164">
            <a:extLst>
              <a:ext uri="{FF2B5EF4-FFF2-40B4-BE49-F238E27FC236}">
                <a16:creationId xmlns:a16="http://schemas.microsoft.com/office/drawing/2014/main" id="{0EB4765A-BC3A-6FA0-04FD-F2AA9D5BD0C2}"/>
              </a:ext>
            </a:extLst>
          </p:cNvPr>
          <p:cNvGrpSpPr>
            <a:grpSpLocks/>
          </p:cNvGrpSpPr>
          <p:nvPr/>
        </p:nvGrpSpPr>
        <p:grpSpPr bwMode="auto">
          <a:xfrm>
            <a:off x="1403350" y="-2147483648"/>
            <a:ext cx="2007446138" cy="2147483647"/>
            <a:chOff x="3571" y="2554"/>
            <a:chExt cx="1487764" cy="5615609"/>
          </a:xfrm>
        </p:grpSpPr>
        <p:pic>
          <p:nvPicPr>
            <p:cNvPr id="15417" name="图片 133">
              <a:extLst>
                <a:ext uri="{FF2B5EF4-FFF2-40B4-BE49-F238E27FC236}">
                  <a16:creationId xmlns:a16="http://schemas.microsoft.com/office/drawing/2014/main" id="{06321828-E64C-DD63-D8D3-57232878549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8738" y="4525963"/>
              <a:ext cx="782597" cy="376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15418" name="图片 134">
              <a:extLst>
                <a:ext uri="{FF2B5EF4-FFF2-40B4-BE49-F238E27FC236}">
                  <a16:creationId xmlns:a16="http://schemas.microsoft.com/office/drawing/2014/main" id="{921BC19D-4625-254F-EB01-3EC29A77259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5800" y="5241961"/>
              <a:ext cx="754261" cy="376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15419" name="Line 167">
              <a:extLst>
                <a:ext uri="{FF2B5EF4-FFF2-40B4-BE49-F238E27FC236}">
                  <a16:creationId xmlns:a16="http://schemas.microsoft.com/office/drawing/2014/main" id="{B345278B-6717-F82F-4F25-574842C189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93" y="2554"/>
              <a:ext cx="163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20" name="Line 168">
              <a:extLst>
                <a:ext uri="{FF2B5EF4-FFF2-40B4-BE49-F238E27FC236}">
                  <a16:creationId xmlns:a16="http://schemas.microsoft.com/office/drawing/2014/main" id="{A228489E-966C-C676-BD6C-D6922B6D2B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71" y="3088"/>
              <a:ext cx="163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5396" name="Group 169">
            <a:extLst>
              <a:ext uri="{FF2B5EF4-FFF2-40B4-BE49-F238E27FC236}">
                <a16:creationId xmlns:a16="http://schemas.microsoft.com/office/drawing/2014/main" id="{C747E1A6-60D5-417E-B2B5-8C4C25D5065E}"/>
              </a:ext>
            </a:extLst>
          </p:cNvPr>
          <p:cNvGrpSpPr>
            <a:grpSpLocks/>
          </p:cNvGrpSpPr>
          <p:nvPr/>
        </p:nvGrpSpPr>
        <p:grpSpPr bwMode="auto">
          <a:xfrm>
            <a:off x="1398588" y="1179513"/>
            <a:ext cx="1959409975" cy="5267325"/>
            <a:chOff x="3568" y="2820"/>
            <a:chExt cx="1451247" cy="5266093"/>
          </a:xfrm>
        </p:grpSpPr>
        <p:sp>
          <p:nvSpPr>
            <p:cNvPr id="15415" name="Line 170">
              <a:extLst>
                <a:ext uri="{FF2B5EF4-FFF2-40B4-BE49-F238E27FC236}">
                  <a16:creationId xmlns:a16="http://schemas.microsoft.com/office/drawing/2014/main" id="{A0369CFE-17B7-4892-55DD-8595C131D31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68" y="2820"/>
              <a:ext cx="4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pic>
          <p:nvPicPr>
            <p:cNvPr id="15416" name="图片 132">
              <a:extLst>
                <a:ext uri="{FF2B5EF4-FFF2-40B4-BE49-F238E27FC236}">
                  <a16:creationId xmlns:a16="http://schemas.microsoft.com/office/drawing/2014/main" id="{8216C669-4008-DE23-D5FD-CB1837FCD14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33475" y="4921250"/>
              <a:ext cx="321340" cy="3476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</p:grpSp>
      <p:grpSp>
        <p:nvGrpSpPr>
          <p:cNvPr id="15397" name="Group 172">
            <a:extLst>
              <a:ext uri="{FF2B5EF4-FFF2-40B4-BE49-F238E27FC236}">
                <a16:creationId xmlns:a16="http://schemas.microsoft.com/office/drawing/2014/main" id="{F8EE46A3-5ABE-C06F-438E-8AC3F27A61CE}"/>
              </a:ext>
            </a:extLst>
          </p:cNvPr>
          <p:cNvGrpSpPr>
            <a:grpSpLocks/>
          </p:cNvGrpSpPr>
          <p:nvPr/>
        </p:nvGrpSpPr>
        <p:grpSpPr bwMode="auto">
          <a:xfrm>
            <a:off x="-3413125" y="1949450"/>
            <a:ext cx="4130675" cy="2147482688"/>
            <a:chOff x="3439" y="2289"/>
            <a:chExt cx="4130411" cy="6366761"/>
          </a:xfrm>
        </p:grpSpPr>
        <p:sp>
          <p:nvSpPr>
            <p:cNvPr id="15406" name="Line 173">
              <a:extLst>
                <a:ext uri="{FF2B5EF4-FFF2-40B4-BE49-F238E27FC236}">
                  <a16:creationId xmlns:a16="http://schemas.microsoft.com/office/drawing/2014/main" id="{9512CB19-1356-1F12-5EB8-F4B8FC85296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76" y="2819"/>
              <a:ext cx="0" cy="6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07" name="Line 174">
              <a:extLst>
                <a:ext uri="{FF2B5EF4-FFF2-40B4-BE49-F238E27FC236}">
                  <a16:creationId xmlns:a16="http://schemas.microsoft.com/office/drawing/2014/main" id="{78A0B19E-DF24-4FAD-AFB0-EEE78D902E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39" y="3438"/>
              <a:ext cx="198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08" name="Line 175">
              <a:extLst>
                <a:ext uri="{FF2B5EF4-FFF2-40B4-BE49-F238E27FC236}">
                  <a16:creationId xmlns:a16="http://schemas.microsoft.com/office/drawing/2014/main" id="{9CC3F65B-73B2-E2B2-3B66-CA606DCCF16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71" y="2289"/>
              <a:ext cx="0" cy="141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pic>
          <p:nvPicPr>
            <p:cNvPr id="15409" name="图片 125">
              <a:extLst>
                <a:ext uri="{FF2B5EF4-FFF2-40B4-BE49-F238E27FC236}">
                  <a16:creationId xmlns:a16="http://schemas.microsoft.com/office/drawing/2014/main" id="{535D64FC-C01A-F382-82C3-4E2CF00C0AE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89682" y="6007856"/>
              <a:ext cx="268586" cy="2965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15410" name="图片 126">
              <a:extLst>
                <a:ext uri="{FF2B5EF4-FFF2-40B4-BE49-F238E27FC236}">
                  <a16:creationId xmlns:a16="http://schemas.microsoft.com/office/drawing/2014/main" id="{CA3BF4AE-BAEF-40D4-F20B-223B3645583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58776" y="5879821"/>
              <a:ext cx="354965" cy="489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15411" name="图片 127">
              <a:extLst>
                <a:ext uri="{FF2B5EF4-FFF2-40B4-BE49-F238E27FC236}">
                  <a16:creationId xmlns:a16="http://schemas.microsoft.com/office/drawing/2014/main" id="{C9BF7956-396A-265A-7659-2BAB4B48510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22223" y="4343400"/>
              <a:ext cx="296929" cy="3504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15412" name="Freeform 179">
              <a:extLst>
                <a:ext uri="{FF2B5EF4-FFF2-40B4-BE49-F238E27FC236}">
                  <a16:creationId xmlns:a16="http://schemas.microsoft.com/office/drawing/2014/main" id="{3D7BEED4-C59E-844A-DEC9-BA64B097C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5" y="2421"/>
              <a:ext cx="1324" cy="885"/>
            </a:xfrm>
            <a:custGeom>
              <a:avLst/>
              <a:gdLst>
                <a:gd name="T0" fmla="*/ 0 w 1440"/>
                <a:gd name="T1" fmla="*/ 752 h 960"/>
                <a:gd name="T2" fmla="*/ 150 w 1440"/>
                <a:gd name="T3" fmla="*/ 489 h 960"/>
                <a:gd name="T4" fmla="*/ 372 w 1440"/>
                <a:gd name="T5" fmla="*/ 414 h 960"/>
                <a:gd name="T6" fmla="*/ 634 w 1440"/>
                <a:gd name="T7" fmla="*/ 338 h 960"/>
                <a:gd name="T8" fmla="*/ 896 w 1440"/>
                <a:gd name="T9" fmla="*/ 226 h 960"/>
                <a:gd name="T10" fmla="*/ 1119 w 1440"/>
                <a:gd name="T11" fmla="*/ 0 h 96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440" h="960">
                  <a:moveTo>
                    <a:pt x="0" y="960"/>
                  </a:moveTo>
                  <a:cubicBezTo>
                    <a:pt x="56" y="828"/>
                    <a:pt x="112" y="696"/>
                    <a:pt x="192" y="624"/>
                  </a:cubicBezTo>
                  <a:cubicBezTo>
                    <a:pt x="272" y="552"/>
                    <a:pt x="376" y="560"/>
                    <a:pt x="480" y="528"/>
                  </a:cubicBezTo>
                  <a:cubicBezTo>
                    <a:pt x="584" y="496"/>
                    <a:pt x="704" y="472"/>
                    <a:pt x="816" y="432"/>
                  </a:cubicBezTo>
                  <a:cubicBezTo>
                    <a:pt x="928" y="392"/>
                    <a:pt x="1048" y="360"/>
                    <a:pt x="1152" y="288"/>
                  </a:cubicBezTo>
                  <a:cubicBezTo>
                    <a:pt x="1256" y="216"/>
                    <a:pt x="1392" y="48"/>
                    <a:pt x="1440" y="0"/>
                  </a:cubicBezTo>
                </a:path>
              </a:pathLst>
            </a:custGeom>
            <a:noFill/>
            <a:ln w="9525" cmpd="sng">
              <a:solidFill>
                <a:srgbClr val="FF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pic>
          <p:nvPicPr>
            <p:cNvPr id="15413" name="图片 129">
              <a:extLst>
                <a:ext uri="{FF2B5EF4-FFF2-40B4-BE49-F238E27FC236}">
                  <a16:creationId xmlns:a16="http://schemas.microsoft.com/office/drawing/2014/main" id="{7053971E-1009-CF1B-3279-F9099530888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85150" y="4404048"/>
              <a:ext cx="1048700" cy="361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15414" name="Oval 181">
              <a:extLst>
                <a:ext uri="{FF2B5EF4-FFF2-40B4-BE49-F238E27FC236}">
                  <a16:creationId xmlns:a16="http://schemas.microsoft.com/office/drawing/2014/main" id="{4C8A8441-0E5B-40B0-BE8C-5DD1DD98DB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2" y="2802"/>
              <a:ext cx="41" cy="41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6858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defTabSz="914400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</p:grpSp>
      <p:sp>
        <p:nvSpPr>
          <p:cNvPr id="15398" name="Text Box 196">
            <a:extLst>
              <a:ext uri="{FF2B5EF4-FFF2-40B4-BE49-F238E27FC236}">
                <a16:creationId xmlns:a16="http://schemas.microsoft.com/office/drawing/2014/main" id="{8DB9F8CC-CADE-4905-A2FC-6D229C44AD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6163" y="4789488"/>
            <a:ext cx="190911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1440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/>
              <a:t>limitexistence</a:t>
            </a:r>
            <a:endParaRPr lang="zh-CN" altLang="en-US" sz="2400"/>
          </a:p>
        </p:txBody>
      </p:sp>
      <p:sp>
        <p:nvSpPr>
          <p:cNvPr id="15399" name="AutoShape 197">
            <a:extLst>
              <a:ext uri="{FF2B5EF4-FFF2-40B4-BE49-F238E27FC236}">
                <a16:creationId xmlns:a16="http://schemas.microsoft.com/office/drawing/2014/main" id="{9C639B80-1EBB-7152-26D6-BED7E652E8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9338" y="4891088"/>
            <a:ext cx="762000" cy="152400"/>
          </a:xfrm>
          <a:prstGeom prst="rightArrow">
            <a:avLst>
              <a:gd name="adj1" fmla="val 50000"/>
              <a:gd name="adj2" fmla="val 125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1440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5400" name="Text Box 198">
            <a:extLst>
              <a:ext uri="{FF2B5EF4-FFF2-40B4-BE49-F238E27FC236}">
                <a16:creationId xmlns:a16="http://schemas.microsoft.com/office/drawing/2014/main" id="{3F55EC0B-B432-CDB3-5BF4-B4B3988A9B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53250" y="4738688"/>
            <a:ext cx="297068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1440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/>
              <a:t>function</a:t>
            </a:r>
            <a:r>
              <a:rPr lang="zh-CN" altLang="en-US" sz="2400"/>
              <a:t>局部</a:t>
            </a:r>
            <a:r>
              <a:rPr lang="en-US" altLang="zh-CN" sz="2400"/>
              <a:t>bounded</a:t>
            </a:r>
            <a:endParaRPr lang="zh-CN" altLang="en-US" sz="2400"/>
          </a:p>
        </p:txBody>
      </p:sp>
      <p:sp>
        <p:nvSpPr>
          <p:cNvPr id="15401" name="Text Box 199">
            <a:extLst>
              <a:ext uri="{FF2B5EF4-FFF2-40B4-BE49-F238E27FC236}">
                <a16:creationId xmlns:a16="http://schemas.microsoft.com/office/drawing/2014/main" id="{C1325AFE-C3BC-8552-C5A4-08476C009C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0638" y="5380038"/>
            <a:ext cx="212667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1440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chemeClr val="accent2"/>
                </a:solidFill>
              </a:rPr>
              <a:t>(P32Theorem2)</a:t>
            </a:r>
          </a:p>
        </p:txBody>
      </p:sp>
      <p:sp>
        <p:nvSpPr>
          <p:cNvPr id="114" name="Text Box 200">
            <a:extLst>
              <a:ext uri="{FF2B5EF4-FFF2-40B4-BE49-F238E27FC236}">
                <a16:creationId xmlns:a16="http://schemas.microsoft.com/office/drawing/2014/main" id="{F4CEA83E-17C4-8467-B6DC-00240C9CF1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79963" y="4122738"/>
            <a:ext cx="1609736" cy="46166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sz="2400">
                <a:latin typeface="+mn-ea"/>
              </a:rPr>
              <a:t>this shows:</a:t>
            </a:r>
            <a:endParaRPr lang="en-US" altLang="zh-CN" sz="2400" dirty="0">
              <a:latin typeface="+mn-ea"/>
            </a:endParaRPr>
          </a:p>
        </p:txBody>
      </p:sp>
      <p:sp>
        <p:nvSpPr>
          <p:cNvPr id="15403" name="Rectangle 201">
            <a:extLst>
              <a:ext uri="{FF2B5EF4-FFF2-40B4-BE49-F238E27FC236}">
                <a16:creationId xmlns:a16="http://schemas.microsoft.com/office/drawing/2014/main" id="{9004E930-B9BB-709C-67A1-EAAD9EC94A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6163" y="4654550"/>
            <a:ext cx="3749675" cy="1371600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1440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5404" name="矩形 3">
            <a:extLst>
              <a:ext uri="{FF2B5EF4-FFF2-40B4-BE49-F238E27FC236}">
                <a16:creationId xmlns:a16="http://schemas.microsoft.com/office/drawing/2014/main" id="{17062B13-53FE-F5DC-7B8D-11EE0117A3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2463800"/>
            <a:ext cx="133709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/>
              <a:t>denote is</a:t>
            </a:r>
            <a:endParaRPr lang="zh-CN" altLang="en-US" sz="2400"/>
          </a:p>
        </p:txBody>
      </p:sp>
      <p:pic>
        <p:nvPicPr>
          <p:cNvPr id="15405" name="图片 5" descr="图表, 折线图&#10;&#10;描述已自动生成">
            <a:extLst>
              <a:ext uri="{FF2B5EF4-FFF2-40B4-BE49-F238E27FC236}">
                <a16:creationId xmlns:a16="http://schemas.microsoft.com/office/drawing/2014/main" id="{C05D1E2A-217E-6727-C5B3-BDCC2190FF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8600" y="4956175"/>
            <a:ext cx="3073400" cy="189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BD1F94-F978-77CE-9A66-DAE8332C5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711200"/>
            <a:ext cx="3124200" cy="452438"/>
          </a:xfrm>
        </p:spPr>
        <p:txBody>
          <a:bodyPr/>
          <a:lstStyle/>
          <a:p>
            <a:pPr>
              <a:defRPr/>
            </a:pPr>
            <a:r>
              <a:rPr lang="en-US" altLang="zh-CN" sz="2400" b="1">
                <a:latin typeface="+mn-ea"/>
                <a:ea typeface="+mn-ea"/>
              </a:rPr>
              <a:t>Example1. Proof</a:t>
            </a:r>
            <a:endParaRPr kumimoji="1" lang="zh-CN" altLang="en-US" sz="2400" dirty="0">
              <a:latin typeface="+mn-ea"/>
              <a:ea typeface="+mn-ea"/>
            </a:endParaRPr>
          </a:p>
        </p:txBody>
      </p:sp>
      <p:sp>
        <p:nvSpPr>
          <p:cNvPr id="16386" name="内容占位符 2">
            <a:extLst>
              <a:ext uri="{FF2B5EF4-FFF2-40B4-BE49-F238E27FC236}">
                <a16:creationId xmlns:a16="http://schemas.microsoft.com/office/drawing/2014/main" id="{D3D13E7E-DEA3-5D07-CE05-D84C53CDABD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131888" y="1641475"/>
            <a:ext cx="814387" cy="536575"/>
          </a:xfrm>
        </p:spPr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altLang="zh-CN" b="1">
                <a:solidFill>
                  <a:schemeClr val="tx2"/>
                </a:solidFill>
              </a:rPr>
              <a:t>Proof:</a:t>
            </a:r>
            <a:endParaRPr kumimoji="1" lang="zh-CN" altLang="en-US"/>
          </a:p>
        </p:txBody>
      </p:sp>
      <p:graphicFrame>
        <p:nvGraphicFramePr>
          <p:cNvPr id="16387" name="Object 3">
            <a:extLst>
              <a:ext uri="{FF2B5EF4-FFF2-40B4-BE49-F238E27FC236}">
                <a16:creationId xmlns:a16="http://schemas.microsoft.com/office/drawing/2014/main" id="{FEC20835-BD30-48E5-2C2E-B382662DACA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51050" y="692150"/>
          <a:ext cx="3490913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3">
                  <p:embed/>
                </p:oleObj>
              </mc:Choice>
              <mc:Fallback>
                <p:oleObj name="Equation" r:id="rId2" imgW="0" imgH="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050" y="692150"/>
                        <a:ext cx="3490913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Object 6">
            <a:extLst>
              <a:ext uri="{FF2B5EF4-FFF2-40B4-BE49-F238E27FC236}">
                <a16:creationId xmlns:a16="http://schemas.microsoft.com/office/drawing/2014/main" id="{CA8B4337-5DEB-32AA-F7B5-166966A6161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01850" y="1628775"/>
          <a:ext cx="15367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0" imgH="0" progId="Equation.3">
                  <p:embed/>
                </p:oleObj>
              </mc:Choice>
              <mc:Fallback>
                <p:oleObj name="Equation" r:id="rId4" imgW="0" imgH="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1850" y="1628775"/>
                        <a:ext cx="15367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Object 7">
            <a:extLst>
              <a:ext uri="{FF2B5EF4-FFF2-40B4-BE49-F238E27FC236}">
                <a16:creationId xmlns:a16="http://schemas.microsoft.com/office/drawing/2014/main" id="{E90035C7-101D-AA35-F9F4-35FA6C6215D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51250" y="1611313"/>
          <a:ext cx="13843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0" imgH="0" progId="Equation.3">
                  <p:embed/>
                </p:oleObj>
              </mc:Choice>
              <mc:Fallback>
                <p:oleObj name="Equation" r:id="rId6" imgW="0" imgH="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1250" y="1611313"/>
                        <a:ext cx="13843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Object 8">
            <a:extLst>
              <a:ext uri="{FF2B5EF4-FFF2-40B4-BE49-F238E27FC236}">
                <a16:creationId xmlns:a16="http://schemas.microsoft.com/office/drawing/2014/main" id="{B8F8664A-DEAA-4B87-9FAB-1A894D7D7B0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43500" y="1636713"/>
          <a:ext cx="4953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0" imgH="0" progId="Equation.3">
                  <p:embed/>
                </p:oleObj>
              </mc:Choice>
              <mc:Fallback>
                <p:oleObj name="Equation" r:id="rId8" imgW="0" imgH="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3500" y="1636713"/>
                        <a:ext cx="4953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" name="Text Box 9">
            <a:extLst>
              <a:ext uri="{FF2B5EF4-FFF2-40B4-BE49-F238E27FC236}">
                <a16:creationId xmlns:a16="http://schemas.microsoft.com/office/drawing/2014/main" id="{142194BC-C1DB-9BD9-531E-D832A35104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1888" y="2636838"/>
            <a:ext cx="587375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/>
              <a:t>hence</a:t>
            </a:r>
            <a:endParaRPr lang="zh-CN" altLang="en-US" sz="2400"/>
          </a:p>
        </p:txBody>
      </p:sp>
      <p:graphicFrame>
        <p:nvGraphicFramePr>
          <p:cNvPr id="45" name="Object 10">
            <a:extLst>
              <a:ext uri="{FF2B5EF4-FFF2-40B4-BE49-F238E27FC236}">
                <a16:creationId xmlns:a16="http://schemas.microsoft.com/office/drawing/2014/main" id="{24E78173-840E-CE35-F896-024F3F0A07B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19250" y="2674938"/>
          <a:ext cx="11938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0" imgH="0" progId="Equation.3">
                  <p:embed/>
                </p:oleObj>
              </mc:Choice>
              <mc:Fallback>
                <p:oleObj name="Equation" r:id="rId10" imgW="0" imgH="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2674938"/>
                        <a:ext cx="11938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" name="Text Box 11">
            <a:extLst>
              <a:ext uri="{FF2B5EF4-FFF2-40B4-BE49-F238E27FC236}">
                <a16:creationId xmlns:a16="http://schemas.microsoft.com/office/drawing/2014/main" id="{CAB789F1-0992-7F40-D85A-328C64E7FD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57488" y="2592388"/>
            <a:ext cx="1509712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 sz="2400"/>
              <a:t>对</a:t>
            </a:r>
            <a:r>
              <a:rPr lang="en-US" altLang="zh-CN" sz="2400"/>
              <a:t>arbitrary's</a:t>
            </a:r>
            <a:endParaRPr lang="zh-CN" altLang="en-US" sz="2400"/>
          </a:p>
        </p:txBody>
      </p:sp>
      <p:graphicFrame>
        <p:nvGraphicFramePr>
          <p:cNvPr id="47" name="Object 12">
            <a:extLst>
              <a:ext uri="{FF2B5EF4-FFF2-40B4-BE49-F238E27FC236}">
                <a16:creationId xmlns:a16="http://schemas.microsoft.com/office/drawing/2014/main" id="{8E045FB8-4D95-5E03-D622-8839EEBC8E4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86225" y="2647950"/>
          <a:ext cx="9271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0" imgH="0" progId="Equation.3">
                  <p:embed/>
                </p:oleObj>
              </mc:Choice>
              <mc:Fallback>
                <p:oleObj name="Equation" r:id="rId12" imgW="0" imgH="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86225" y="2647950"/>
                        <a:ext cx="9271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" name="Text Box 13">
            <a:extLst>
              <a:ext uri="{FF2B5EF4-FFF2-40B4-BE49-F238E27FC236}">
                <a16:creationId xmlns:a16="http://schemas.microsoft.com/office/drawing/2014/main" id="{FD78CF04-CC85-6FB1-9C4F-AD77843F99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0638" y="2565400"/>
            <a:ext cx="9906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 sz="2400"/>
              <a:t>当</a:t>
            </a:r>
          </a:p>
        </p:txBody>
      </p:sp>
      <p:graphicFrame>
        <p:nvGraphicFramePr>
          <p:cNvPr id="49" name="Object 14">
            <a:extLst>
              <a:ext uri="{FF2B5EF4-FFF2-40B4-BE49-F238E27FC236}">
                <a16:creationId xmlns:a16="http://schemas.microsoft.com/office/drawing/2014/main" id="{104B1DF1-D64A-BD03-A15A-D618993F4D1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35613" y="2565400"/>
          <a:ext cx="22479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0" imgH="0" progId="Equation.3">
                  <p:embed/>
                </p:oleObj>
              </mc:Choice>
              <mc:Fallback>
                <p:oleObj name="Equation" r:id="rId14" imgW="0" imgH="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35613" y="2565400"/>
                        <a:ext cx="22479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" name="Text Box 15">
            <a:extLst>
              <a:ext uri="{FF2B5EF4-FFF2-40B4-BE49-F238E27FC236}">
                <a16:creationId xmlns:a16="http://schemas.microsoft.com/office/drawing/2014/main" id="{3C21BAE1-B2F5-93E2-388E-1F174387A4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34313" y="2535238"/>
            <a:ext cx="914400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2400">
                <a:latin typeface="+mn-ea"/>
              </a:rPr>
              <a:t>when ,</a:t>
            </a:r>
            <a:endParaRPr lang="en-US" altLang="zh-CN" sz="2400" dirty="0">
              <a:latin typeface="+mn-ea"/>
            </a:endParaRPr>
          </a:p>
        </p:txBody>
      </p:sp>
      <p:graphicFrame>
        <p:nvGraphicFramePr>
          <p:cNvPr id="51" name="Object 16">
            <a:extLst>
              <a:ext uri="{FF2B5EF4-FFF2-40B4-BE49-F238E27FC236}">
                <a16:creationId xmlns:a16="http://schemas.microsoft.com/office/drawing/2014/main" id="{E16754C0-3E26-25D1-289F-405BFFC91CC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44850" y="3521075"/>
          <a:ext cx="2197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0" imgH="0" progId="Equation.3">
                  <p:embed/>
                </p:oleObj>
              </mc:Choice>
              <mc:Fallback>
                <p:oleObj name="Equation" r:id="rId16" imgW="0" imgH="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44850" y="3521075"/>
                        <a:ext cx="2197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" name="Text Box 17">
            <a:extLst>
              <a:ext uri="{FF2B5EF4-FFF2-40B4-BE49-F238E27FC236}">
                <a16:creationId xmlns:a16="http://schemas.microsoft.com/office/drawing/2014/main" id="{D197FD22-4FCD-4760-36D2-22ABDC28A0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4750" y="4562475"/>
            <a:ext cx="903288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/>
              <a:t>therefore</a:t>
            </a:r>
            <a:endParaRPr lang="zh-CN" altLang="en-US" sz="2400"/>
          </a:p>
        </p:txBody>
      </p:sp>
      <p:graphicFrame>
        <p:nvGraphicFramePr>
          <p:cNvPr id="53" name="Object 18">
            <a:extLst>
              <a:ext uri="{FF2B5EF4-FFF2-40B4-BE49-F238E27FC236}">
                <a16:creationId xmlns:a16="http://schemas.microsoft.com/office/drawing/2014/main" id="{B4AD9E05-3537-ACFC-C1F1-F8CA9C1F29D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09950" y="4514850"/>
          <a:ext cx="16256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0" imgH="0" progId="Equation.3">
                  <p:embed/>
                </p:oleObj>
              </mc:Choice>
              <mc:Fallback>
                <p:oleObj name="Equation" r:id="rId18" imgW="0" imgH="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9950" y="4514850"/>
                        <a:ext cx="1625600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" name="Text Box 19">
            <a:extLst>
              <a:ext uri="{FF2B5EF4-FFF2-40B4-BE49-F238E27FC236}">
                <a16:creationId xmlns:a16="http://schemas.microsoft.com/office/drawing/2014/main" id="{5998F492-0764-468D-80C3-3859AECF9B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3522663"/>
            <a:ext cx="99097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/>
              <a:t>总 </a:t>
            </a:r>
            <a:r>
              <a:rPr lang="en-US" altLang="zh-CN" sz="2400"/>
              <a:t>has</a:t>
            </a:r>
            <a:endParaRPr lang="zh-CN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utoUpdateAnimBg="0"/>
      <p:bldP spid="46" grpId="0" autoUpdateAnimBg="0"/>
      <p:bldP spid="48" grpId="0" autoUpdateAnimBg="0"/>
      <p:bldP spid="50" grpId="0" autoUpdateAnimBg="0"/>
      <p:bldP spid="52" grpId="0" autoUpdateAnimBg="0"/>
      <p:bldP spid="54" grpId="0" build="p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标题 1">
            <a:extLst>
              <a:ext uri="{FF2B5EF4-FFF2-40B4-BE49-F238E27FC236}">
                <a16:creationId xmlns:a16="http://schemas.microsoft.com/office/drawing/2014/main" id="{D0D4E5C7-3DF8-98A7-770E-7B3D99E619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20725" y="430213"/>
            <a:ext cx="1717675" cy="728662"/>
          </a:xfrm>
        </p:spPr>
        <p:txBody>
          <a:bodyPr/>
          <a:lstStyle/>
          <a:p>
            <a:pPr>
              <a:defRPr/>
            </a:pPr>
            <a:r>
              <a:rPr lang="en-US" altLang="zh-CN" sz="2400" b="1">
                <a:latin typeface="+mn-ea"/>
                <a:ea typeface="+mn-ea"/>
              </a:rPr>
              <a:t>Example2. Proof</a:t>
            </a:r>
            <a:endParaRPr kumimoji="1" lang="zh-CN" altLang="en-US" sz="2400" dirty="0">
              <a:latin typeface="+mn-ea"/>
              <a:ea typeface="+mn-ea"/>
            </a:endParaRPr>
          </a:p>
        </p:txBody>
      </p:sp>
      <p:sp>
        <p:nvSpPr>
          <p:cNvPr id="17410" name="内容占位符 2">
            <a:extLst>
              <a:ext uri="{FF2B5EF4-FFF2-40B4-BE49-F238E27FC236}">
                <a16:creationId xmlns:a16="http://schemas.microsoft.com/office/drawing/2014/main" id="{D1FF0B32-B981-5811-323C-D6D2FD8933F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57263" y="1566863"/>
            <a:ext cx="806450" cy="503237"/>
          </a:xfrm>
        </p:spPr>
        <p:txBody>
          <a:bodyPr/>
          <a:lstStyle/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sz="2400" b="1">
                <a:solidFill>
                  <a:schemeClr val="tx2"/>
                </a:solidFill>
                <a:latin typeface="+mn-ea"/>
              </a:rPr>
              <a:t>Proof:</a:t>
            </a:r>
            <a:endParaRPr kumimoji="1" lang="zh-CN" altLang="en-US" dirty="0"/>
          </a:p>
        </p:txBody>
      </p:sp>
      <p:graphicFrame>
        <p:nvGraphicFramePr>
          <p:cNvPr id="17411" name="Object 3">
            <a:extLst>
              <a:ext uri="{FF2B5EF4-FFF2-40B4-BE49-F238E27FC236}">
                <a16:creationId xmlns:a16="http://schemas.microsoft.com/office/drawing/2014/main" id="{37A5EDB3-2262-CE40-F859-77961439A73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68538" y="549275"/>
          <a:ext cx="22098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3">
                  <p:embed/>
                </p:oleObj>
              </mc:Choice>
              <mc:Fallback>
                <p:oleObj name="Equation" r:id="rId2" imgW="0" imgH="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8538" y="549275"/>
                        <a:ext cx="22098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Object 6">
            <a:extLst>
              <a:ext uri="{FF2B5EF4-FFF2-40B4-BE49-F238E27FC236}">
                <a16:creationId xmlns:a16="http://schemas.microsoft.com/office/drawing/2014/main" id="{62F02490-44FA-770D-13F4-FCCC8CF85CD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16088" y="1539875"/>
          <a:ext cx="15367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0" imgH="0" progId="Equation.3">
                  <p:embed/>
                </p:oleObj>
              </mc:Choice>
              <mc:Fallback>
                <p:oleObj name="Equation" r:id="rId4" imgW="0" imgH="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6088" y="1539875"/>
                        <a:ext cx="15367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Object 7">
            <a:extLst>
              <a:ext uri="{FF2B5EF4-FFF2-40B4-BE49-F238E27FC236}">
                <a16:creationId xmlns:a16="http://schemas.microsoft.com/office/drawing/2014/main" id="{49D6331D-C943-3B57-AC57-6FF4DC8D727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02013" y="1524000"/>
          <a:ext cx="20574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0" imgH="0" progId="Equation.3">
                  <p:embed/>
                </p:oleObj>
              </mc:Choice>
              <mc:Fallback>
                <p:oleObj name="Equation" r:id="rId6" imgW="0" imgH="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2013" y="1524000"/>
                        <a:ext cx="20574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Object 8">
            <a:extLst>
              <a:ext uri="{FF2B5EF4-FFF2-40B4-BE49-F238E27FC236}">
                <a16:creationId xmlns:a16="http://schemas.microsoft.com/office/drawing/2014/main" id="{EC4E05EA-9E7E-A9B6-9E1E-72498E29862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62600" y="1524000"/>
          <a:ext cx="13970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0" imgH="0" progId="Equation.3">
                  <p:embed/>
                </p:oleObj>
              </mc:Choice>
              <mc:Fallback>
                <p:oleObj name="Equation" r:id="rId8" imgW="0" imgH="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600" y="1524000"/>
                        <a:ext cx="13970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" name="Text Box 9">
            <a:extLst>
              <a:ext uri="{FF2B5EF4-FFF2-40B4-BE49-F238E27FC236}">
                <a16:creationId xmlns:a16="http://schemas.microsoft.com/office/drawing/2014/main" id="{6DE4ECBC-10F2-5AAF-1FAA-06CEEF7678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2300288"/>
            <a:ext cx="13716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 sz="2400"/>
              <a:t>欲使</a:t>
            </a:r>
          </a:p>
        </p:txBody>
      </p:sp>
      <p:graphicFrame>
        <p:nvGraphicFramePr>
          <p:cNvPr id="43" name="Object 10">
            <a:extLst>
              <a:ext uri="{FF2B5EF4-FFF2-40B4-BE49-F238E27FC236}">
                <a16:creationId xmlns:a16="http://schemas.microsoft.com/office/drawing/2014/main" id="{58EA2D2D-AE46-DC91-24E2-83FAB522326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11225" y="2355850"/>
          <a:ext cx="11938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0" imgH="0" progId="Equation.3">
                  <p:embed/>
                </p:oleObj>
              </mc:Choice>
              <mc:Fallback>
                <p:oleObj name="Equation" r:id="rId10" imgW="0" imgH="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1225" y="2355850"/>
                        <a:ext cx="11938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" name="Text Box 11">
            <a:extLst>
              <a:ext uri="{FF2B5EF4-FFF2-40B4-BE49-F238E27FC236}">
                <a16:creationId xmlns:a16="http://schemas.microsoft.com/office/drawing/2014/main" id="{2720E6CD-F876-4C48-ECD4-BE495B64D8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2663" y="3190875"/>
            <a:ext cx="9144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/>
              <a:t>take</a:t>
            </a:r>
            <a:endParaRPr lang="zh-CN" altLang="en-US" sz="2400"/>
          </a:p>
        </p:txBody>
      </p:sp>
      <p:graphicFrame>
        <p:nvGraphicFramePr>
          <p:cNvPr id="45" name="Object 12">
            <a:extLst>
              <a:ext uri="{FF2B5EF4-FFF2-40B4-BE49-F238E27FC236}">
                <a16:creationId xmlns:a16="http://schemas.microsoft.com/office/drawing/2014/main" id="{500AEDDF-0A2C-ACEB-6699-6364369BF36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25600" y="3084513"/>
          <a:ext cx="1193800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0" imgH="0" progId="Equation.3">
                  <p:embed/>
                </p:oleObj>
              </mc:Choice>
              <mc:Fallback>
                <p:oleObj name="Equation" r:id="rId12" imgW="0" imgH="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5600" y="3084513"/>
                        <a:ext cx="1193800" cy="622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" name="Text Box 13">
            <a:extLst>
              <a:ext uri="{FF2B5EF4-FFF2-40B4-BE49-F238E27FC236}">
                <a16:creationId xmlns:a16="http://schemas.microsoft.com/office/drawing/2014/main" id="{4FF0B701-EBBC-806C-9846-841948F6F7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0200" y="3136900"/>
            <a:ext cx="17018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/>
              <a:t>then</a:t>
            </a:r>
            <a:r>
              <a:rPr lang="zh-CN" altLang="en-US" sz="2400"/>
              <a:t>当</a:t>
            </a:r>
          </a:p>
        </p:txBody>
      </p:sp>
      <p:graphicFrame>
        <p:nvGraphicFramePr>
          <p:cNvPr id="47" name="Object 14">
            <a:extLst>
              <a:ext uri="{FF2B5EF4-FFF2-40B4-BE49-F238E27FC236}">
                <a16:creationId xmlns:a16="http://schemas.microsoft.com/office/drawing/2014/main" id="{535F2A31-56FD-EB9C-F2D1-B87774B234E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90950" y="3132138"/>
          <a:ext cx="20193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0" imgH="0" progId="Equation.3">
                  <p:embed/>
                </p:oleObj>
              </mc:Choice>
              <mc:Fallback>
                <p:oleObj name="Equation" r:id="rId14" imgW="0" imgH="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90950" y="3132138"/>
                        <a:ext cx="20193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" name="Text Box 15">
            <a:extLst>
              <a:ext uri="{FF2B5EF4-FFF2-40B4-BE49-F238E27FC236}">
                <a16:creationId xmlns:a16="http://schemas.microsoft.com/office/drawing/2014/main" id="{0876AA6C-D84B-F10A-2B16-A953E29044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3133725"/>
            <a:ext cx="1752600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2400">
                <a:latin typeface="+mn-ea"/>
              </a:rPr>
              <a:t>when , must has</a:t>
            </a:r>
            <a:endParaRPr lang="zh-CN" altLang="en-US" sz="2400" dirty="0">
              <a:latin typeface="+mn-ea"/>
            </a:endParaRPr>
          </a:p>
        </p:txBody>
      </p:sp>
      <p:graphicFrame>
        <p:nvGraphicFramePr>
          <p:cNvPr id="49" name="Object 16">
            <a:extLst>
              <a:ext uri="{FF2B5EF4-FFF2-40B4-BE49-F238E27FC236}">
                <a16:creationId xmlns:a16="http://schemas.microsoft.com/office/drawing/2014/main" id="{0218706C-0643-703C-D78E-0E5C68C8DBE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57400" y="4060825"/>
          <a:ext cx="41275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0" imgH="0" progId="Equation.3">
                  <p:embed/>
                </p:oleObj>
              </mc:Choice>
              <mc:Fallback>
                <p:oleObj name="Equation" r:id="rId16" imgW="0" imgH="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4060825"/>
                        <a:ext cx="41275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" name="Text Box 17">
            <a:extLst>
              <a:ext uri="{FF2B5EF4-FFF2-40B4-BE49-F238E27FC236}">
                <a16:creationId xmlns:a16="http://schemas.microsoft.com/office/drawing/2014/main" id="{426A44B4-0C80-1EAB-1375-60F2B0CE93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0000" y="4922838"/>
            <a:ext cx="106997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/>
              <a:t>therefore</a:t>
            </a:r>
            <a:endParaRPr lang="zh-CN" altLang="en-US" sz="2400"/>
          </a:p>
        </p:txBody>
      </p:sp>
      <p:graphicFrame>
        <p:nvGraphicFramePr>
          <p:cNvPr id="51" name="Object 22">
            <a:extLst>
              <a:ext uri="{FF2B5EF4-FFF2-40B4-BE49-F238E27FC236}">
                <a16:creationId xmlns:a16="http://schemas.microsoft.com/office/drawing/2014/main" id="{5D46809C-80C4-9079-5990-2CA9214DE33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35300" y="2292350"/>
          <a:ext cx="22098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0" imgH="0" progId="Equation.3">
                  <p:embed/>
                </p:oleObj>
              </mc:Choice>
              <mc:Fallback>
                <p:oleObj name="Equation" r:id="rId18" imgW="0" imgH="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lum contrast="30000"/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35300" y="2292350"/>
                        <a:ext cx="22098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" name="Text Box 23">
            <a:extLst>
              <a:ext uri="{FF2B5EF4-FFF2-40B4-BE49-F238E27FC236}">
                <a16:creationId xmlns:a16="http://schemas.microsoft.com/office/drawing/2014/main" id="{DB8F4020-C52A-CE95-298B-9003514862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0" y="2286000"/>
            <a:ext cx="12192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/>
              <a:t>as long as</a:t>
            </a:r>
            <a:endParaRPr lang="zh-CN" altLang="en-US" sz="2400"/>
          </a:p>
        </p:txBody>
      </p:sp>
      <p:graphicFrame>
        <p:nvGraphicFramePr>
          <p:cNvPr id="53" name="Object 24">
            <a:extLst>
              <a:ext uri="{FF2B5EF4-FFF2-40B4-BE49-F238E27FC236}">
                <a16:creationId xmlns:a16="http://schemas.microsoft.com/office/drawing/2014/main" id="{19F46544-A2C7-EA5E-355C-D5CA46DBAE8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46800" y="2205038"/>
          <a:ext cx="1841500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0" imgH="0" progId="Equation.3">
                  <p:embed/>
                </p:oleObj>
              </mc:Choice>
              <mc:Fallback>
                <p:oleObj name="Equation" r:id="rId20" imgW="0" imgH="0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46800" y="2205038"/>
                        <a:ext cx="1841500" cy="622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" name="Object 25">
            <a:extLst>
              <a:ext uri="{FF2B5EF4-FFF2-40B4-BE49-F238E27FC236}">
                <a16:creationId xmlns:a16="http://schemas.microsoft.com/office/drawing/2014/main" id="{DF02153E-9B4C-C95C-26E9-6BE972B0FE9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24075" y="4884738"/>
          <a:ext cx="22098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0" imgH="0" progId="Equation.3">
                  <p:embed/>
                </p:oleObj>
              </mc:Choice>
              <mc:Fallback>
                <p:oleObj name="Equation" r:id="rId22" imgW="0" imgH="0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4075" y="4884738"/>
                        <a:ext cx="22098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utoUpdateAnimBg="0"/>
      <p:bldP spid="44" grpId="0" autoUpdateAnimBg="0"/>
      <p:bldP spid="46" grpId="0" autoUpdateAnimBg="0"/>
      <p:bldP spid="48" grpId="0" autoUpdateAnimBg="0"/>
      <p:bldP spid="50" grpId="0" autoUpdateAnimBg="0"/>
      <p:bldP spid="52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303326-18AE-1F80-A4D1-90AD5E6F2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850" y="465138"/>
            <a:ext cx="1790700" cy="735012"/>
          </a:xfrm>
        </p:spPr>
        <p:txBody>
          <a:bodyPr/>
          <a:lstStyle/>
          <a:p>
            <a:pPr>
              <a:defRPr/>
            </a:pPr>
            <a:r>
              <a:rPr lang="en-US" altLang="zh-CN" sz="2400" b="1">
                <a:latin typeface="+mn-ea"/>
                <a:ea typeface="+mn-ea"/>
              </a:rPr>
              <a:t>Example3. Proof</a:t>
            </a:r>
            <a:endParaRPr kumimoji="1" lang="zh-CN" altLang="en-US" sz="2400" dirty="0">
              <a:latin typeface="+mn-ea"/>
              <a:ea typeface="+mn-ea"/>
            </a:endParaRPr>
          </a:p>
        </p:txBody>
      </p:sp>
      <p:sp>
        <p:nvSpPr>
          <p:cNvPr id="18434" name="内容占位符 2">
            <a:extLst>
              <a:ext uri="{FF2B5EF4-FFF2-40B4-BE49-F238E27FC236}">
                <a16:creationId xmlns:a16="http://schemas.microsoft.com/office/drawing/2014/main" id="{13F1DBE7-0AFC-00AF-AC8E-BA94AFF03C4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74700" y="1708150"/>
            <a:ext cx="736600" cy="447675"/>
          </a:xfrm>
        </p:spPr>
        <p:txBody>
          <a:bodyPr/>
          <a:lstStyle/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sz="2400" b="1">
                <a:solidFill>
                  <a:schemeClr val="tx2"/>
                </a:solidFill>
                <a:latin typeface="+mn-ea"/>
              </a:rPr>
              <a:t>Proof:</a:t>
            </a:r>
            <a:endParaRPr kumimoji="1" lang="zh-CN" altLang="en-US" dirty="0"/>
          </a:p>
        </p:txBody>
      </p:sp>
      <p:graphicFrame>
        <p:nvGraphicFramePr>
          <p:cNvPr id="18435" name="Object 3">
            <a:extLst>
              <a:ext uri="{FF2B5EF4-FFF2-40B4-BE49-F238E27FC236}">
                <a16:creationId xmlns:a16="http://schemas.microsoft.com/office/drawing/2014/main" id="{9AFAAF45-32E8-A94F-D8A2-5ADC2A47EB8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01900" y="274638"/>
          <a:ext cx="19685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3">
                  <p:embed/>
                </p:oleObj>
              </mc:Choice>
              <mc:Fallback>
                <p:oleObj name="Equation" r:id="rId2" imgW="0" imgH="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1900" y="274638"/>
                        <a:ext cx="1968500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" name="Object 6">
            <a:extLst>
              <a:ext uri="{FF2B5EF4-FFF2-40B4-BE49-F238E27FC236}">
                <a16:creationId xmlns:a16="http://schemas.microsoft.com/office/drawing/2014/main" id="{9D485F1C-602A-3657-AF0C-1196A4FE4F8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89075" y="1730375"/>
          <a:ext cx="15367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0" imgH="0" progId="Equation.3">
                  <p:embed/>
                </p:oleObj>
              </mc:Choice>
              <mc:Fallback>
                <p:oleObj name="Equation" r:id="rId4" imgW="0" imgH="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9075" y="1730375"/>
                        <a:ext cx="15367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" name="Object 7">
            <a:extLst>
              <a:ext uri="{FF2B5EF4-FFF2-40B4-BE49-F238E27FC236}">
                <a16:creationId xmlns:a16="http://schemas.microsoft.com/office/drawing/2014/main" id="{1F98DDF6-FA36-A86C-21AA-6A2EC0AEFDF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67050" y="1393825"/>
          <a:ext cx="1905000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0" imgH="0" progId="Equation.3">
                  <p:embed/>
                </p:oleObj>
              </mc:Choice>
              <mc:Fallback>
                <p:oleObj name="Equation" r:id="rId6" imgW="0" imgH="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7050" y="1393825"/>
                        <a:ext cx="1905000" cy="1079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" name="Object 8">
            <a:extLst>
              <a:ext uri="{FF2B5EF4-FFF2-40B4-BE49-F238E27FC236}">
                <a16:creationId xmlns:a16="http://schemas.microsoft.com/office/drawing/2014/main" id="{722762EA-57EA-5513-7F0A-CE5F021B7C0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92700" y="1670050"/>
          <a:ext cx="168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0" imgH="0" progId="Equation.3">
                  <p:embed/>
                </p:oleObj>
              </mc:Choice>
              <mc:Fallback>
                <p:oleObj name="Equation" r:id="rId8" imgW="0" imgH="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92700" y="1670050"/>
                        <a:ext cx="168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" name="Text Box 9">
            <a:extLst>
              <a:ext uri="{FF2B5EF4-FFF2-40B4-BE49-F238E27FC236}">
                <a16:creationId xmlns:a16="http://schemas.microsoft.com/office/drawing/2014/main" id="{D058D446-E5CD-84DF-19A9-862105A047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60500" y="2876550"/>
            <a:ext cx="9906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/>
              <a:t>hence</a:t>
            </a:r>
            <a:endParaRPr lang="zh-CN" altLang="en-US" sz="2400"/>
          </a:p>
        </p:txBody>
      </p:sp>
      <p:graphicFrame>
        <p:nvGraphicFramePr>
          <p:cNvPr id="59" name="Object 10">
            <a:extLst>
              <a:ext uri="{FF2B5EF4-FFF2-40B4-BE49-F238E27FC236}">
                <a16:creationId xmlns:a16="http://schemas.microsoft.com/office/drawing/2014/main" id="{B5B021E1-ADD4-9F25-A7B4-028B3800661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43113" y="2943225"/>
          <a:ext cx="11938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0" imgH="0" progId="Equation.3">
                  <p:embed/>
                </p:oleObj>
              </mc:Choice>
              <mc:Fallback>
                <p:oleObj name="Equation" r:id="rId10" imgW="0" imgH="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3113" y="2943225"/>
                        <a:ext cx="11938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" name="Text Box 11">
            <a:extLst>
              <a:ext uri="{FF2B5EF4-FFF2-40B4-BE49-F238E27FC236}">
                <a16:creationId xmlns:a16="http://schemas.microsoft.com/office/drawing/2014/main" id="{01577F2E-F9FD-7927-E926-E0C12044D7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24213" y="2852738"/>
            <a:ext cx="9144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/>
              <a:t>take</a:t>
            </a:r>
            <a:endParaRPr lang="zh-CN" altLang="en-US" sz="2400"/>
          </a:p>
        </p:txBody>
      </p:sp>
      <p:graphicFrame>
        <p:nvGraphicFramePr>
          <p:cNvPr id="61" name="Object 12">
            <a:extLst>
              <a:ext uri="{FF2B5EF4-FFF2-40B4-BE49-F238E27FC236}">
                <a16:creationId xmlns:a16="http://schemas.microsoft.com/office/drawing/2014/main" id="{E94D5EB1-627B-4F0B-4D20-11F8B68D340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79838" y="2921000"/>
          <a:ext cx="9398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0" imgH="0" progId="Equation.3">
                  <p:embed/>
                </p:oleObj>
              </mc:Choice>
              <mc:Fallback>
                <p:oleObj name="Equation" r:id="rId12" imgW="0" imgH="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9838" y="2921000"/>
                        <a:ext cx="9398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" name="Text Box 13">
            <a:extLst>
              <a:ext uri="{FF2B5EF4-FFF2-40B4-BE49-F238E27FC236}">
                <a16:creationId xmlns:a16="http://schemas.microsoft.com/office/drawing/2014/main" id="{94733AE8-737F-DCEB-30A5-59788CEABB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3925" y="2895600"/>
            <a:ext cx="9906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 sz="2400"/>
              <a:t>当</a:t>
            </a:r>
          </a:p>
        </p:txBody>
      </p:sp>
      <p:graphicFrame>
        <p:nvGraphicFramePr>
          <p:cNvPr id="63" name="Object 14">
            <a:extLst>
              <a:ext uri="{FF2B5EF4-FFF2-40B4-BE49-F238E27FC236}">
                <a16:creationId xmlns:a16="http://schemas.microsoft.com/office/drawing/2014/main" id="{5A4BE4E1-0E09-7410-9CB5-283D49C51C4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16525" y="2887663"/>
          <a:ext cx="20193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0" imgH="0" progId="Equation.3">
                  <p:embed/>
                </p:oleObj>
              </mc:Choice>
              <mc:Fallback>
                <p:oleObj name="Equation" r:id="rId14" imgW="0" imgH="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6525" y="2887663"/>
                        <a:ext cx="20193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" name="Text Box 15">
            <a:extLst>
              <a:ext uri="{FF2B5EF4-FFF2-40B4-BE49-F238E27FC236}">
                <a16:creationId xmlns:a16="http://schemas.microsoft.com/office/drawing/2014/main" id="{E8566021-7C71-FD1F-D3C4-1A73792BF4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16775" y="2867025"/>
            <a:ext cx="1487488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2400">
                <a:latin typeface="+mn-ea"/>
              </a:rPr>
              <a:t>when , must has</a:t>
            </a:r>
            <a:endParaRPr lang="zh-CN" altLang="en-US" sz="2400" dirty="0">
              <a:latin typeface="+mn-ea"/>
            </a:endParaRPr>
          </a:p>
        </p:txBody>
      </p:sp>
      <p:graphicFrame>
        <p:nvGraphicFramePr>
          <p:cNvPr id="65" name="Object 16">
            <a:extLst>
              <a:ext uri="{FF2B5EF4-FFF2-40B4-BE49-F238E27FC236}">
                <a16:creationId xmlns:a16="http://schemas.microsoft.com/office/drawing/2014/main" id="{FAEC23BA-B8DF-53E0-E3C3-1DED1101780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00300" y="3559175"/>
          <a:ext cx="2171700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0" imgH="0" progId="Equation.3">
                  <p:embed/>
                </p:oleObj>
              </mc:Choice>
              <mc:Fallback>
                <p:oleObj name="Equation" r:id="rId16" imgW="0" imgH="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0300" y="3559175"/>
                        <a:ext cx="2171700" cy="1079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" name="Text Box 17">
            <a:extLst>
              <a:ext uri="{FF2B5EF4-FFF2-40B4-BE49-F238E27FC236}">
                <a16:creationId xmlns:a16="http://schemas.microsoft.com/office/drawing/2014/main" id="{874960CD-7F6E-2A2A-BE13-0F4FEFBCE4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1925" y="5303838"/>
            <a:ext cx="8890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/>
              <a:t>therefore</a:t>
            </a:r>
            <a:endParaRPr lang="zh-CN" altLang="en-US" sz="2400"/>
          </a:p>
        </p:txBody>
      </p:sp>
      <p:graphicFrame>
        <p:nvGraphicFramePr>
          <p:cNvPr id="67" name="Object 18">
            <a:extLst>
              <a:ext uri="{FF2B5EF4-FFF2-40B4-BE49-F238E27FC236}">
                <a16:creationId xmlns:a16="http://schemas.microsoft.com/office/drawing/2014/main" id="{72D7C259-0A7C-13A0-948F-5C79D247F2C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51100" y="4953000"/>
          <a:ext cx="19685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0" imgH="0" progId="Equation.3">
                  <p:embed/>
                </p:oleObj>
              </mc:Choice>
              <mc:Fallback>
                <p:oleObj name="Equation" r:id="rId18" imgW="0" imgH="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1100" y="4953000"/>
                        <a:ext cx="1968500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" name="Object 19">
            <a:extLst>
              <a:ext uri="{FF2B5EF4-FFF2-40B4-BE49-F238E27FC236}">
                <a16:creationId xmlns:a16="http://schemas.microsoft.com/office/drawing/2014/main" id="{53D89D4F-A86A-3E5D-B15D-79FDE0681A2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45300" y="1663700"/>
          <a:ext cx="11684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0" imgH="0" progId="Equation.3">
                  <p:embed/>
                </p:oleObj>
              </mc:Choice>
              <mc:Fallback>
                <p:oleObj name="Equation" r:id="rId20" imgW="0" imgH="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5300" y="1663700"/>
                        <a:ext cx="11684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autoUpdateAnimBg="0"/>
      <p:bldP spid="60" grpId="0" autoUpdateAnimBg="0"/>
      <p:bldP spid="62" grpId="0" autoUpdateAnimBg="0"/>
      <p:bldP spid="64" grpId="0" autoUpdateAnimBg="0"/>
      <p:bldP spid="66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6BE4D3D4-71AC-7E3D-6B84-A69CCF970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442913"/>
            <a:ext cx="2546350" cy="666750"/>
          </a:xfrm>
        </p:spPr>
        <p:txBody>
          <a:bodyPr/>
          <a:lstStyle/>
          <a:p>
            <a:pPr>
              <a:defRPr/>
            </a:pPr>
            <a:r>
              <a:rPr lang="en-US" altLang="zh-CN" sz="2400" b="1">
                <a:latin typeface="+mn-ea"/>
                <a:ea typeface="+mn-ea"/>
              </a:rPr>
              <a:t>Example4. Proof: </a:t>
            </a:r>
            <a:r>
              <a:rPr lang="zh-CN" altLang="en-US" sz="2400" b="1">
                <a:latin typeface="+mn-ea"/>
                <a:ea typeface="+mn-ea"/>
              </a:rPr>
              <a:t>当</a:t>
            </a:r>
            <a:endParaRPr kumimoji="1" lang="zh-CN" altLang="en-US" sz="2400" dirty="0">
              <a:latin typeface="+mn-ea"/>
              <a:ea typeface="+mn-ea"/>
            </a:endParaRPr>
          </a:p>
        </p:txBody>
      </p:sp>
      <p:graphicFrame>
        <p:nvGraphicFramePr>
          <p:cNvPr id="19458" name="Object 3">
            <a:extLst>
              <a:ext uri="{FF2B5EF4-FFF2-40B4-BE49-F238E27FC236}">
                <a16:creationId xmlns:a16="http://schemas.microsoft.com/office/drawing/2014/main" id="{EEADCDCA-4EA1-7A7E-20F6-0965C3335A4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11413" y="536575"/>
          <a:ext cx="9144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3">
                  <p:embed/>
                </p:oleObj>
              </mc:Choice>
              <mc:Fallback>
                <p:oleObj name="Equation" r:id="rId2" imgW="0" imgH="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413" y="536575"/>
                        <a:ext cx="9144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" name="Text Box 5">
            <a:extLst>
              <a:ext uri="{FF2B5EF4-FFF2-40B4-BE49-F238E27FC236}">
                <a16:creationId xmlns:a16="http://schemas.microsoft.com/office/drawing/2014/main" id="{8C18FEE9-4D4F-7A77-9A19-6D152B193A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6588" y="1411288"/>
            <a:ext cx="1066800" cy="461962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2400" b="1">
                <a:solidFill>
                  <a:schemeClr val="tx2"/>
                </a:solidFill>
                <a:latin typeface="+mn-ea"/>
              </a:rPr>
              <a:t>Proof:</a:t>
            </a:r>
            <a:endParaRPr lang="en-US" altLang="zh-CN" sz="2400" b="1" dirty="0">
              <a:solidFill>
                <a:schemeClr val="tx2"/>
              </a:solidFill>
              <a:latin typeface="+mn-ea"/>
            </a:endParaRPr>
          </a:p>
        </p:txBody>
      </p:sp>
      <p:graphicFrame>
        <p:nvGraphicFramePr>
          <p:cNvPr id="47" name="Object 6">
            <a:extLst>
              <a:ext uri="{FF2B5EF4-FFF2-40B4-BE49-F238E27FC236}">
                <a16:creationId xmlns:a16="http://schemas.microsoft.com/office/drawing/2014/main" id="{07C9CE80-95EE-5A83-242C-4876A47830A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71600" y="1403350"/>
          <a:ext cx="15113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0" imgH="0" progId="Equation.3">
                  <p:embed/>
                </p:oleObj>
              </mc:Choice>
              <mc:Fallback>
                <p:oleObj name="Equation" r:id="rId4" imgW="0" imgH="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1403350"/>
                        <a:ext cx="15113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" name="Object 7">
            <a:extLst>
              <a:ext uri="{FF2B5EF4-FFF2-40B4-BE49-F238E27FC236}">
                <a16:creationId xmlns:a16="http://schemas.microsoft.com/office/drawing/2014/main" id="{52DB6710-8FD1-CEBB-2496-05B1B0A0102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84500" y="1371600"/>
          <a:ext cx="19685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0" imgH="0" progId="Equation.3">
                  <p:embed/>
                </p:oleObj>
              </mc:Choice>
              <mc:Fallback>
                <p:oleObj name="Equation" r:id="rId6" imgW="0" imgH="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4500" y="1371600"/>
                        <a:ext cx="19685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" name="Object 8">
            <a:extLst>
              <a:ext uri="{FF2B5EF4-FFF2-40B4-BE49-F238E27FC236}">
                <a16:creationId xmlns:a16="http://schemas.microsoft.com/office/drawing/2014/main" id="{9C24587D-F6A4-9DFB-8F19-A95A1EE1D43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01963" y="1939925"/>
          <a:ext cx="20955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0" imgH="0" progId="Equation.3">
                  <p:embed/>
                </p:oleObj>
              </mc:Choice>
              <mc:Fallback>
                <p:oleObj name="Equation" r:id="rId8" imgW="0" imgH="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1963" y="1939925"/>
                        <a:ext cx="2095500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" name="Text Box 9">
            <a:extLst>
              <a:ext uri="{FF2B5EF4-FFF2-40B4-BE49-F238E27FC236}">
                <a16:creationId xmlns:a16="http://schemas.microsoft.com/office/drawing/2014/main" id="{8E4336F3-A956-9B92-232B-8078B47F27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0225" y="2876550"/>
            <a:ext cx="13716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 sz="2400"/>
              <a:t>欲使</a:t>
            </a:r>
          </a:p>
        </p:txBody>
      </p:sp>
      <p:graphicFrame>
        <p:nvGraphicFramePr>
          <p:cNvPr id="51" name="Object 10">
            <a:extLst>
              <a:ext uri="{FF2B5EF4-FFF2-40B4-BE49-F238E27FC236}">
                <a16:creationId xmlns:a16="http://schemas.microsoft.com/office/drawing/2014/main" id="{71E9015E-5FF8-B8A5-452C-1A14BA740AE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1188" y="2924175"/>
          <a:ext cx="11684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0" imgH="0" progId="Equation.3">
                  <p:embed/>
                </p:oleObj>
              </mc:Choice>
              <mc:Fallback>
                <p:oleObj name="Equation" r:id="rId10" imgW="0" imgH="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2924175"/>
                        <a:ext cx="11684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" name="Text Box 11">
            <a:extLst>
              <a:ext uri="{FF2B5EF4-FFF2-40B4-BE49-F238E27FC236}">
                <a16:creationId xmlns:a16="http://schemas.microsoft.com/office/drawing/2014/main" id="{E353F13D-DA88-2CEA-A7C1-BB3FDE9472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18463" y="2913063"/>
            <a:ext cx="6858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/>
              <a:t>and</a:t>
            </a:r>
            <a:endParaRPr lang="zh-CN" altLang="en-US" sz="2400"/>
          </a:p>
        </p:txBody>
      </p:sp>
      <p:graphicFrame>
        <p:nvGraphicFramePr>
          <p:cNvPr id="53" name="Object 12">
            <a:extLst>
              <a:ext uri="{FF2B5EF4-FFF2-40B4-BE49-F238E27FC236}">
                <a16:creationId xmlns:a16="http://schemas.microsoft.com/office/drawing/2014/main" id="{2BF38E71-EB78-33FE-7E43-6CBB4C7518F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4538" y="3643313"/>
          <a:ext cx="8509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0" imgH="0" progId="Equation.3">
                  <p:embed/>
                </p:oleObj>
              </mc:Choice>
              <mc:Fallback>
                <p:oleObj name="Equation" r:id="rId12" imgW="0" imgH="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4538" y="3643313"/>
                        <a:ext cx="8509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" name="Text Box 13">
            <a:extLst>
              <a:ext uri="{FF2B5EF4-FFF2-40B4-BE49-F238E27FC236}">
                <a16:creationId xmlns:a16="http://schemas.microsoft.com/office/drawing/2014/main" id="{D2BD365D-18AE-F7DB-DF7E-221B96E836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9088" y="3573463"/>
            <a:ext cx="9906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 sz="2400"/>
              <a:t>而</a:t>
            </a:r>
          </a:p>
        </p:txBody>
      </p:sp>
      <p:graphicFrame>
        <p:nvGraphicFramePr>
          <p:cNvPr id="55" name="Object 14">
            <a:extLst>
              <a:ext uri="{FF2B5EF4-FFF2-40B4-BE49-F238E27FC236}">
                <a16:creationId xmlns:a16="http://schemas.microsoft.com/office/drawing/2014/main" id="{4CCC9220-BF15-79B6-C39F-3BF3FB01FD6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44700" y="3600450"/>
          <a:ext cx="7620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0" imgH="0" progId="Equation.3">
                  <p:embed/>
                </p:oleObj>
              </mc:Choice>
              <mc:Fallback>
                <p:oleObj name="Equation" r:id="rId14" imgW="0" imgH="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4700" y="3600450"/>
                        <a:ext cx="7620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" name="Text Box 15">
            <a:extLst>
              <a:ext uri="{FF2B5EF4-FFF2-40B4-BE49-F238E27FC236}">
                <a16:creationId xmlns:a16="http://schemas.microsoft.com/office/drawing/2014/main" id="{80294EB7-6058-22D1-148F-4E76332871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0038" y="3573463"/>
            <a:ext cx="137160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/>
              <a:t>can use</a:t>
            </a:r>
            <a:endParaRPr lang="zh-CN" altLang="en-US" sz="2400"/>
          </a:p>
        </p:txBody>
      </p:sp>
      <p:graphicFrame>
        <p:nvGraphicFramePr>
          <p:cNvPr id="57" name="Object 16">
            <a:extLst>
              <a:ext uri="{FF2B5EF4-FFF2-40B4-BE49-F238E27FC236}">
                <a16:creationId xmlns:a16="http://schemas.microsoft.com/office/drawing/2014/main" id="{01F68C2B-0E76-7340-2494-A09393D7D7F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86100" y="4873625"/>
          <a:ext cx="21590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0" imgH="0" progId="Equation.3">
                  <p:embed/>
                </p:oleObj>
              </mc:Choice>
              <mc:Fallback>
                <p:oleObj name="Equation" r:id="rId16" imgW="0" imgH="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86100" y="4873625"/>
                        <a:ext cx="21590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" name="Text Box 17">
            <a:extLst>
              <a:ext uri="{FF2B5EF4-FFF2-40B4-BE49-F238E27FC236}">
                <a16:creationId xmlns:a16="http://schemas.microsoft.com/office/drawing/2014/main" id="{52EDE675-D3CF-0920-5AFA-2EB2CD2366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6500" y="5664200"/>
            <a:ext cx="16002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/>
              <a:t>therefore</a:t>
            </a:r>
            <a:endParaRPr lang="zh-CN" altLang="en-US" sz="2400"/>
          </a:p>
        </p:txBody>
      </p:sp>
      <p:graphicFrame>
        <p:nvGraphicFramePr>
          <p:cNvPr id="59" name="Object 18">
            <a:extLst>
              <a:ext uri="{FF2B5EF4-FFF2-40B4-BE49-F238E27FC236}">
                <a16:creationId xmlns:a16="http://schemas.microsoft.com/office/drawing/2014/main" id="{0FF89A78-F80D-CA44-87CF-217CECF9988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54288" y="2908300"/>
          <a:ext cx="21844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0" imgH="0" progId="Equation.3">
                  <p:embed/>
                </p:oleObj>
              </mc:Choice>
              <mc:Fallback>
                <p:oleObj name="Equation" r:id="rId18" imgW="0" imgH="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4288" y="2908300"/>
                        <a:ext cx="21844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" name="Text Box 19">
            <a:extLst>
              <a:ext uri="{FF2B5EF4-FFF2-40B4-BE49-F238E27FC236}">
                <a16:creationId xmlns:a16="http://schemas.microsoft.com/office/drawing/2014/main" id="{648912A5-A8B9-AA4E-8C99-E44F47F55D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4400" y="2892425"/>
            <a:ext cx="12192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/>
              <a:t>as long as</a:t>
            </a:r>
            <a:endParaRPr lang="zh-CN" altLang="en-US" sz="2400"/>
          </a:p>
        </p:txBody>
      </p:sp>
      <p:graphicFrame>
        <p:nvGraphicFramePr>
          <p:cNvPr id="61" name="Object 20">
            <a:extLst>
              <a:ext uri="{FF2B5EF4-FFF2-40B4-BE49-F238E27FC236}">
                <a16:creationId xmlns:a16="http://schemas.microsoft.com/office/drawing/2014/main" id="{222A4C65-3F9E-71B5-6611-62E006F901A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24500" y="2876550"/>
          <a:ext cx="24638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0" imgH="0" progId="Equation.3">
                  <p:embed/>
                </p:oleObj>
              </mc:Choice>
              <mc:Fallback>
                <p:oleObj name="Equation" r:id="rId20" imgW="0" imgH="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24500" y="2876550"/>
                        <a:ext cx="24638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" name="Object 21">
            <a:extLst>
              <a:ext uri="{FF2B5EF4-FFF2-40B4-BE49-F238E27FC236}">
                <a16:creationId xmlns:a16="http://schemas.microsoft.com/office/drawing/2014/main" id="{684CA8A5-992F-135B-AAB6-F3E3221D785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33600" y="5608638"/>
          <a:ext cx="21463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0" imgH="0" progId="Equation.3">
                  <p:embed/>
                </p:oleObj>
              </mc:Choice>
              <mc:Fallback>
                <p:oleObj name="Equation" r:id="rId22" imgW="0" imgH="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5608638"/>
                        <a:ext cx="214630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76" name="Object 22">
            <a:extLst>
              <a:ext uri="{FF2B5EF4-FFF2-40B4-BE49-F238E27FC236}">
                <a16:creationId xmlns:a16="http://schemas.microsoft.com/office/drawing/2014/main" id="{62BA65DD-868B-07A4-2A9E-9A1FE26485C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51275" y="498475"/>
          <a:ext cx="23622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0" imgH="0" progId="Equation.3">
                  <p:embed/>
                </p:oleObj>
              </mc:Choice>
              <mc:Fallback>
                <p:oleObj name="Equation" r:id="rId24" imgW="0" imgH="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1275" y="498475"/>
                        <a:ext cx="236220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77" name="Text Box 23">
            <a:extLst>
              <a:ext uri="{FF2B5EF4-FFF2-40B4-BE49-F238E27FC236}">
                <a16:creationId xmlns:a16="http://schemas.microsoft.com/office/drawing/2014/main" id="{80A0AB00-0B91-3BCD-B386-F5F7595673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19475" y="519113"/>
            <a:ext cx="8763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/>
              <a:t>when</a:t>
            </a:r>
            <a:endParaRPr lang="zh-CN" altLang="en-US" sz="2400"/>
          </a:p>
        </p:txBody>
      </p:sp>
      <p:graphicFrame>
        <p:nvGraphicFramePr>
          <p:cNvPr id="65" name="Object 24">
            <a:extLst>
              <a:ext uri="{FF2B5EF4-FFF2-40B4-BE49-F238E27FC236}">
                <a16:creationId xmlns:a16="http://schemas.microsoft.com/office/drawing/2014/main" id="{11B539D9-B76D-0FEF-EB05-178BF06DA7F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18088" y="1079500"/>
          <a:ext cx="2057400" cy="1054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0" imgH="0" progId="Equation.3">
                  <p:embed/>
                </p:oleObj>
              </mc:Choice>
              <mc:Fallback>
                <p:oleObj name="Equation" r:id="rId26" imgW="0" imgH="0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8088" y="1079500"/>
                        <a:ext cx="2057400" cy="1054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" name="Text Box 25">
            <a:extLst>
              <a:ext uri="{FF2B5EF4-FFF2-40B4-BE49-F238E27FC236}">
                <a16:creationId xmlns:a16="http://schemas.microsoft.com/office/drawing/2014/main" id="{58788A9A-2462-81F4-E285-F608F5F593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6813" y="3573463"/>
            <a:ext cx="828675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/>
              <a:t>hence take</a:t>
            </a:r>
            <a:endParaRPr lang="zh-CN" altLang="en-US" sz="2400"/>
          </a:p>
        </p:txBody>
      </p:sp>
      <p:graphicFrame>
        <p:nvGraphicFramePr>
          <p:cNvPr id="67" name="Object 26">
            <a:extLst>
              <a:ext uri="{FF2B5EF4-FFF2-40B4-BE49-F238E27FC236}">
                <a16:creationId xmlns:a16="http://schemas.microsoft.com/office/drawing/2014/main" id="{616749DC-000B-F221-41EF-084C848FD8E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5500" y="4254500"/>
          <a:ext cx="29845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0" imgH="0" progId="Equation.3">
                  <p:embed/>
                </p:oleObj>
              </mc:Choice>
              <mc:Fallback>
                <p:oleObj name="Equation" r:id="rId28" imgW="0" imgH="0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5500" y="4254500"/>
                        <a:ext cx="29845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" name="Text Box 27">
            <a:extLst>
              <a:ext uri="{FF2B5EF4-FFF2-40B4-BE49-F238E27FC236}">
                <a16:creationId xmlns:a16="http://schemas.microsoft.com/office/drawing/2014/main" id="{E2024204-6B81-0BA1-C1DD-09AA4213B9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8263" y="4232275"/>
            <a:ext cx="121920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/>
              <a:t>then</a:t>
            </a:r>
            <a:r>
              <a:rPr lang="zh-CN" altLang="en-US" sz="2400"/>
              <a:t>当</a:t>
            </a:r>
          </a:p>
        </p:txBody>
      </p:sp>
      <p:graphicFrame>
        <p:nvGraphicFramePr>
          <p:cNvPr id="69" name="Object 28">
            <a:extLst>
              <a:ext uri="{FF2B5EF4-FFF2-40B4-BE49-F238E27FC236}">
                <a16:creationId xmlns:a16="http://schemas.microsoft.com/office/drawing/2014/main" id="{E91506A0-A703-B0C3-28E5-E1CD7471726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43438" y="4252913"/>
          <a:ext cx="22098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0" imgH="0" progId="Equation.3">
                  <p:embed/>
                </p:oleObj>
              </mc:Choice>
              <mc:Fallback>
                <p:oleObj name="Equation" r:id="rId30" imgW="0" imgH="0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3438" y="4252913"/>
                        <a:ext cx="22098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" name="Text Box 29">
            <a:extLst>
              <a:ext uri="{FF2B5EF4-FFF2-40B4-BE49-F238E27FC236}">
                <a16:creationId xmlns:a16="http://schemas.microsoft.com/office/drawing/2014/main" id="{D44615C0-6764-0129-9493-D53A0A8CD1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1013" y="4241800"/>
            <a:ext cx="838200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2400">
                <a:latin typeface="+mn-ea"/>
              </a:rPr>
              <a:t>when ,</a:t>
            </a:r>
            <a:endParaRPr lang="en-US" altLang="zh-CN" sz="2400" dirty="0">
              <a:latin typeface="+mn-ea"/>
            </a:endParaRPr>
          </a:p>
        </p:txBody>
      </p:sp>
      <p:graphicFrame>
        <p:nvGraphicFramePr>
          <p:cNvPr id="71" name="Object 30">
            <a:extLst>
              <a:ext uri="{FF2B5EF4-FFF2-40B4-BE49-F238E27FC236}">
                <a16:creationId xmlns:a16="http://schemas.microsoft.com/office/drawing/2014/main" id="{B2D287D3-6FB9-66E9-A53C-9B5251F5C66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03625" y="3535363"/>
          <a:ext cx="168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0" imgH="0" progId="Equation.3">
                  <p:embed/>
                </p:oleObj>
              </mc:Choice>
              <mc:Fallback>
                <p:oleObj name="Equation" r:id="rId32" imgW="0" imgH="0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03625" y="3535363"/>
                        <a:ext cx="168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" name="Text Box 31">
            <a:extLst>
              <a:ext uri="{FF2B5EF4-FFF2-40B4-BE49-F238E27FC236}">
                <a16:creationId xmlns:a16="http://schemas.microsoft.com/office/drawing/2014/main" id="{6100AD3F-CA72-0DB8-9837-1E054FA105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95900" y="3573463"/>
            <a:ext cx="950913" cy="1200329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2400">
                <a:latin typeface="+mn-ea"/>
              </a:rPr>
              <a:t>preserveProof .</a:t>
            </a:r>
            <a:endParaRPr lang="en-US" altLang="zh-CN" sz="2400" dirty="0">
              <a:latin typeface="+mn-ea"/>
            </a:endParaRPr>
          </a:p>
        </p:txBody>
      </p:sp>
      <p:sp>
        <p:nvSpPr>
          <p:cNvPr id="73" name="Text Box 33">
            <a:extLst>
              <a:ext uri="{FF2B5EF4-FFF2-40B4-BE49-F238E27FC236}">
                <a16:creationId xmlns:a16="http://schemas.microsoft.com/office/drawing/2014/main" id="{C7B5DAC9-C123-07E9-A271-18667E1730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53313" y="4262438"/>
            <a:ext cx="11430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/>
              <a:t>must has</a:t>
            </a:r>
            <a:endParaRPr lang="zh-CN" altLang="en-US" sz="2400"/>
          </a:p>
        </p:txBody>
      </p:sp>
      <p:grpSp>
        <p:nvGrpSpPr>
          <p:cNvPr id="74" name="Group 44">
            <a:extLst>
              <a:ext uri="{FF2B5EF4-FFF2-40B4-BE49-F238E27FC236}">
                <a16:creationId xmlns:a16="http://schemas.microsoft.com/office/drawing/2014/main" id="{6C643431-9625-50BC-48C9-212CFD76DA12}"/>
              </a:ext>
            </a:extLst>
          </p:cNvPr>
          <p:cNvGrpSpPr>
            <a:grpSpLocks/>
          </p:cNvGrpSpPr>
          <p:nvPr/>
        </p:nvGrpSpPr>
        <p:grpSpPr bwMode="auto">
          <a:xfrm>
            <a:off x="5410200" y="5486400"/>
            <a:ext cx="3352800" cy="457200"/>
            <a:chOff x="3360" y="3696"/>
            <a:chExt cx="2112" cy="288"/>
          </a:xfrm>
        </p:grpSpPr>
        <p:sp>
          <p:nvSpPr>
            <p:cNvPr id="19494" name="Line 37">
              <a:extLst>
                <a:ext uri="{FF2B5EF4-FFF2-40B4-BE49-F238E27FC236}">
                  <a16:creationId xmlns:a16="http://schemas.microsoft.com/office/drawing/2014/main" id="{FD8C73DC-906C-EADD-2882-B062649E49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0" y="3744"/>
              <a:ext cx="20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95" name="Line 40">
              <a:extLst>
                <a:ext uri="{FF2B5EF4-FFF2-40B4-BE49-F238E27FC236}">
                  <a16:creationId xmlns:a16="http://schemas.microsoft.com/office/drawing/2014/main" id="{E22CDD65-F119-6362-67F3-23BB85913B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0" y="3696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9496" name="Object 41">
              <a:extLst>
                <a:ext uri="{FF2B5EF4-FFF2-40B4-BE49-F238E27FC236}">
                  <a16:creationId xmlns:a16="http://schemas.microsoft.com/office/drawing/2014/main" id="{17814ABA-C25A-B0D3-49EA-575B5552AC0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504" y="3744"/>
            <a:ext cx="207" cy="2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4" imgW="0" imgH="0" progId="Equation.3">
                    <p:embed/>
                  </p:oleObj>
                </mc:Choice>
                <mc:Fallback>
                  <p:oleObj name="Equation" r:id="rId34" imgW="0" imgH="0" progId="Equation.3">
                    <p:embed/>
                    <p:pic>
                      <p:nvPicPr>
                        <p:cNvPr id="0" name="Object 4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04" y="3744"/>
                          <a:ext cx="207" cy="2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97" name="Object 42">
              <a:extLst>
                <a:ext uri="{FF2B5EF4-FFF2-40B4-BE49-F238E27FC236}">
                  <a16:creationId xmlns:a16="http://schemas.microsoft.com/office/drawing/2014/main" id="{AD2E09B6-01C4-6F2B-9667-30091410187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265" y="3756"/>
            <a:ext cx="207" cy="2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6" imgW="0" imgH="0" progId="Equation.3">
                    <p:embed/>
                  </p:oleObj>
                </mc:Choice>
                <mc:Fallback>
                  <p:oleObj name="Equation" r:id="rId36" imgW="0" imgH="0" progId="Equation.3">
                    <p:embed/>
                    <p:pic>
                      <p:nvPicPr>
                        <p:cNvPr id="0" name="Object 4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65" y="3756"/>
                          <a:ext cx="207" cy="2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9" name="Group 45">
            <a:extLst>
              <a:ext uri="{FF2B5EF4-FFF2-40B4-BE49-F238E27FC236}">
                <a16:creationId xmlns:a16="http://schemas.microsoft.com/office/drawing/2014/main" id="{8DDCDEA3-7417-9383-4CE8-79AD4A9D9CE7}"/>
              </a:ext>
            </a:extLst>
          </p:cNvPr>
          <p:cNvGrpSpPr>
            <a:grpSpLocks/>
          </p:cNvGrpSpPr>
          <p:nvPr/>
        </p:nvGrpSpPr>
        <p:grpSpPr bwMode="auto">
          <a:xfrm>
            <a:off x="7159625" y="5427663"/>
            <a:ext cx="460375" cy="592137"/>
            <a:chOff x="4462" y="3659"/>
            <a:chExt cx="290" cy="373"/>
          </a:xfrm>
        </p:grpSpPr>
        <p:sp>
          <p:nvSpPr>
            <p:cNvPr id="19492" name="Line 39">
              <a:extLst>
                <a:ext uri="{FF2B5EF4-FFF2-40B4-BE49-F238E27FC236}">
                  <a16:creationId xmlns:a16="http://schemas.microsoft.com/office/drawing/2014/main" id="{1EF34E43-E249-4954-F133-E1C92C1DB4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60" y="3696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9493" name="Object 43">
              <a:extLst>
                <a:ext uri="{FF2B5EF4-FFF2-40B4-BE49-F238E27FC236}">
                  <a16:creationId xmlns:a16="http://schemas.microsoft.com/office/drawing/2014/main" id="{CAA605B4-052B-343C-B81D-E485B3F5417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462" y="3659"/>
            <a:ext cx="290" cy="3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8" imgW="0" imgH="0" progId="Equation.3">
                    <p:embed/>
                  </p:oleObj>
                </mc:Choice>
                <mc:Fallback>
                  <p:oleObj name="Equation" r:id="rId38" imgW="0" imgH="0" progId="Equation.3">
                    <p:embed/>
                    <p:pic>
                      <p:nvPicPr>
                        <p:cNvPr id="0" name="Object 4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62" y="3659"/>
                          <a:ext cx="290" cy="3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2" name="Group 48">
            <a:extLst>
              <a:ext uri="{FF2B5EF4-FFF2-40B4-BE49-F238E27FC236}">
                <a16:creationId xmlns:a16="http://schemas.microsoft.com/office/drawing/2014/main" id="{7CF9718E-6354-A083-A530-B90D76793174}"/>
              </a:ext>
            </a:extLst>
          </p:cNvPr>
          <p:cNvGrpSpPr>
            <a:grpSpLocks/>
          </p:cNvGrpSpPr>
          <p:nvPr/>
        </p:nvGrpSpPr>
        <p:grpSpPr bwMode="auto">
          <a:xfrm>
            <a:off x="6453188" y="5500688"/>
            <a:ext cx="328612" cy="457200"/>
            <a:chOff x="3936" y="3696"/>
            <a:chExt cx="207" cy="288"/>
          </a:xfrm>
        </p:grpSpPr>
        <p:graphicFrame>
          <p:nvGraphicFramePr>
            <p:cNvPr id="19490" name="Object 46">
              <a:extLst>
                <a:ext uri="{FF2B5EF4-FFF2-40B4-BE49-F238E27FC236}">
                  <a16:creationId xmlns:a16="http://schemas.microsoft.com/office/drawing/2014/main" id="{60117C42-ACB2-2FAF-6E64-5BBA98D7DA9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936" y="3756"/>
            <a:ext cx="207" cy="2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6" imgW="0" imgH="0" progId="Equation.3">
                    <p:embed/>
                  </p:oleObj>
                </mc:Choice>
                <mc:Fallback>
                  <p:oleObj name="Equation" r:id="rId36" imgW="0" imgH="0" progId="Equation.3">
                    <p:embed/>
                    <p:pic>
                      <p:nvPicPr>
                        <p:cNvPr id="0" name="Object 4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36" y="3756"/>
                          <a:ext cx="207" cy="2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491" name="Line 47">
              <a:extLst>
                <a:ext uri="{FF2B5EF4-FFF2-40B4-BE49-F238E27FC236}">
                  <a16:creationId xmlns:a16="http://schemas.microsoft.com/office/drawing/2014/main" id="{296F115F-5F91-3CD3-F698-6E030DE6FE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2" y="3696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9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 nodeType="clickPar">
                      <p:stCondLst>
                        <p:cond delay="indefinite"/>
                      </p:stCondLst>
                      <p:childTnLst>
                        <p:par>
                          <p:cTn id="1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utoUpdateAnimBg="0"/>
      <p:bldP spid="50" grpId="0" autoUpdateAnimBg="0"/>
      <p:bldP spid="52" grpId="0" autoUpdateAnimBg="0"/>
      <p:bldP spid="54" grpId="0" autoUpdateAnimBg="0"/>
      <p:bldP spid="56" grpId="0" autoUpdateAnimBg="0"/>
      <p:bldP spid="58" grpId="0" autoUpdateAnimBg="0"/>
      <p:bldP spid="60" grpId="0" autoUpdateAnimBg="0"/>
      <p:bldP spid="66" grpId="0" autoUpdateAnimBg="0"/>
      <p:bldP spid="68" grpId="0" autoUpdateAnimBg="0"/>
      <p:bldP spid="70" grpId="0" autoUpdateAnimBg="0"/>
      <p:bldP spid="72" grpId="0" autoUpdateAnimBg="0"/>
      <p:bldP spid="73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2">
            <a:extLst>
              <a:ext uri="{FF2B5EF4-FFF2-40B4-BE49-F238E27FC236}">
                <a16:creationId xmlns:a16="http://schemas.microsoft.com/office/drawing/2014/main" id="{51C39759-53DB-D79D-65C5-15E1EB88C0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46100" y="193675"/>
            <a:ext cx="2500313" cy="609600"/>
          </a:xfrm>
        </p:spPr>
        <p:txBody>
          <a:bodyPr/>
          <a:lstStyle/>
          <a:p>
            <a:pPr>
              <a:defRPr/>
            </a:pPr>
            <a:r>
              <a:rPr lang="en-US" altLang="zh-CN" sz="2800" b="1">
                <a:latin typeface="+mn-ea"/>
                <a:ea typeface="+mn-ea"/>
              </a:rPr>
              <a:t>2. sign-preserving propertyTheorem</a:t>
            </a:r>
            <a:endParaRPr lang="zh-CN" altLang="en-US" sz="2800" b="1" dirty="0">
              <a:latin typeface="+mn-ea"/>
              <a:ea typeface="+mn-ea"/>
            </a:endParaRPr>
          </a:p>
        </p:txBody>
      </p:sp>
      <p:sp>
        <p:nvSpPr>
          <p:cNvPr id="60" name="Text Box 3">
            <a:extLst>
              <a:ext uri="{FF2B5EF4-FFF2-40B4-BE49-F238E27FC236}">
                <a16:creationId xmlns:a16="http://schemas.microsoft.com/office/drawing/2014/main" id="{A9DF7055-0E6C-4819-A37D-E99DDF83FB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800" y="855663"/>
            <a:ext cx="1547813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2400" b="1">
                <a:solidFill>
                  <a:schemeClr val="tx2"/>
                </a:solidFill>
                <a:latin typeface="+mn-ea"/>
              </a:rPr>
              <a:t>Theorem1 . if</a:t>
            </a:r>
            <a:endParaRPr lang="zh-CN" altLang="en-US" sz="2400" dirty="0">
              <a:latin typeface="+mn-ea"/>
            </a:endParaRPr>
          </a:p>
        </p:txBody>
      </p:sp>
      <p:graphicFrame>
        <p:nvGraphicFramePr>
          <p:cNvPr id="61" name="Object 4">
            <a:extLst>
              <a:ext uri="{FF2B5EF4-FFF2-40B4-BE49-F238E27FC236}">
                <a16:creationId xmlns:a16="http://schemas.microsoft.com/office/drawing/2014/main" id="{EF2564D4-6796-AE21-4B7A-904C22FE53F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35150" y="884238"/>
          <a:ext cx="21844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3">
                  <p:embed/>
                </p:oleObj>
              </mc:Choice>
              <mc:Fallback>
                <p:oleObj name="Equation" r:id="rId2" imgW="0" imgH="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150" y="884238"/>
                        <a:ext cx="2184400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" name="Text Box 5">
            <a:extLst>
              <a:ext uri="{FF2B5EF4-FFF2-40B4-BE49-F238E27FC236}">
                <a16:creationId xmlns:a16="http://schemas.microsoft.com/office/drawing/2014/main" id="{1DA4F083-A5FE-C8CD-6D97-31136B4D6B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5738" y="858838"/>
            <a:ext cx="2371725" cy="461962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2400">
                <a:latin typeface="+mn-ea"/>
              </a:rPr>
              <a:t>and A &gt; 0</a:t>
            </a:r>
            <a:endParaRPr lang="en-US" altLang="zh-CN" sz="2400" dirty="0">
              <a:latin typeface="+mn-ea"/>
            </a:endParaRPr>
          </a:p>
        </p:txBody>
      </p:sp>
      <p:graphicFrame>
        <p:nvGraphicFramePr>
          <p:cNvPr id="64" name="Object 13">
            <a:extLst>
              <a:ext uri="{FF2B5EF4-FFF2-40B4-BE49-F238E27FC236}">
                <a16:creationId xmlns:a16="http://schemas.microsoft.com/office/drawing/2014/main" id="{644A30B4-B339-B554-92E9-DE43B00528A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28688" y="1571625"/>
          <a:ext cx="2500312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0" imgH="0" progId="Equation.3">
                  <p:embed/>
                </p:oleObj>
              </mc:Choice>
              <mc:Fallback>
                <p:oleObj name="Equation" r:id="rId4" imgW="0" imgH="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8688" y="1571625"/>
                        <a:ext cx="2500312" cy="561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" name="Object 16">
            <a:extLst>
              <a:ext uri="{FF2B5EF4-FFF2-40B4-BE49-F238E27FC236}">
                <a16:creationId xmlns:a16="http://schemas.microsoft.com/office/drawing/2014/main" id="{5C4D2FC7-2613-9775-629E-4ABBBD35DBA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29000" y="1727200"/>
          <a:ext cx="13716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0" imgH="0" progId="Equation.3">
                  <p:embed/>
                </p:oleObj>
              </mc:Choice>
              <mc:Fallback>
                <p:oleObj name="Equation" r:id="rId6" imgW="0" imgH="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1727200"/>
                        <a:ext cx="13716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" name="Object 18">
            <a:extLst>
              <a:ext uri="{FF2B5EF4-FFF2-40B4-BE49-F238E27FC236}">
                <a16:creationId xmlns:a16="http://schemas.microsoft.com/office/drawing/2014/main" id="{B8EE60C4-7865-6A5B-070D-B740FA276F9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76800" y="1670050"/>
          <a:ext cx="15367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0" imgH="0" progId="Equation.3">
                  <p:embed/>
                </p:oleObj>
              </mc:Choice>
              <mc:Fallback>
                <p:oleObj name="Equation" r:id="rId8" imgW="0" imgH="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1670050"/>
                        <a:ext cx="15367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" name="Text Box 19">
            <a:extLst>
              <a:ext uri="{FF2B5EF4-FFF2-40B4-BE49-F238E27FC236}">
                <a16:creationId xmlns:a16="http://schemas.microsoft.com/office/drawing/2014/main" id="{F2EC3ACC-7A55-26CD-83F1-06AE7A8EA1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2565400"/>
            <a:ext cx="1676400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2400" b="1">
                <a:solidFill>
                  <a:schemeClr val="tx2"/>
                </a:solidFill>
                <a:latin typeface="+mn-ea"/>
              </a:rPr>
              <a:t>Proof: </a:t>
            </a:r>
            <a:r>
              <a:rPr lang="zh-CN" altLang="en-US" sz="2400" b="1">
                <a:solidFill>
                  <a:schemeClr val="tx2"/>
                </a:solidFill>
                <a:latin typeface="+mn-ea"/>
              </a:rPr>
              <a:t>已知</a:t>
            </a:r>
            <a:endParaRPr lang="zh-CN" altLang="en-US" sz="2400" dirty="0">
              <a:latin typeface="+mn-ea"/>
            </a:endParaRPr>
          </a:p>
        </p:txBody>
      </p:sp>
      <p:graphicFrame>
        <p:nvGraphicFramePr>
          <p:cNvPr id="81" name="Object 20">
            <a:extLst>
              <a:ext uri="{FF2B5EF4-FFF2-40B4-BE49-F238E27FC236}">
                <a16:creationId xmlns:a16="http://schemas.microsoft.com/office/drawing/2014/main" id="{A9C1F140-DEB4-F441-14F2-54DBC5F90D3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31963" y="2574925"/>
          <a:ext cx="21844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0" imgH="0" progId="Equation.3">
                  <p:embed/>
                </p:oleObj>
              </mc:Choice>
              <mc:Fallback>
                <p:oleObj name="Equation" r:id="rId10" imgW="0" imgH="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1963" y="2574925"/>
                        <a:ext cx="2184400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" name="Text Box 21">
            <a:extLst>
              <a:ext uri="{FF2B5EF4-FFF2-40B4-BE49-F238E27FC236}">
                <a16:creationId xmlns:a16="http://schemas.microsoft.com/office/drawing/2014/main" id="{AB06317B-59E8-092C-20C7-70D0D5F468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6688" y="2603500"/>
            <a:ext cx="8382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/>
              <a:t>i.e.</a:t>
            </a:r>
            <a:endParaRPr lang="zh-CN" altLang="en-US" sz="2400"/>
          </a:p>
        </p:txBody>
      </p:sp>
      <p:graphicFrame>
        <p:nvGraphicFramePr>
          <p:cNvPr id="83" name="Object 22">
            <a:extLst>
              <a:ext uri="{FF2B5EF4-FFF2-40B4-BE49-F238E27FC236}">
                <a16:creationId xmlns:a16="http://schemas.microsoft.com/office/drawing/2014/main" id="{DBCC38FD-B278-7432-0B9A-5AFD4676273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70400" y="2662238"/>
          <a:ext cx="11938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0" imgH="0" progId="Equation.3">
                  <p:embed/>
                </p:oleObj>
              </mc:Choice>
              <mc:Fallback>
                <p:oleObj name="Equation" r:id="rId12" imgW="0" imgH="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70400" y="2662238"/>
                        <a:ext cx="11938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" name="Object 25">
            <a:extLst>
              <a:ext uri="{FF2B5EF4-FFF2-40B4-BE49-F238E27FC236}">
                <a16:creationId xmlns:a16="http://schemas.microsoft.com/office/drawing/2014/main" id="{13D03405-382F-280B-475F-6A61822826B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73738" y="2373313"/>
          <a:ext cx="17653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0" imgH="0" progId="Equation.3">
                  <p:embed/>
                </p:oleObj>
              </mc:Choice>
              <mc:Fallback>
                <p:oleObj name="Equation" r:id="rId14" imgW="0" imgH="0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73738" y="2373313"/>
                        <a:ext cx="176530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5" name="Text Box 27">
            <a:extLst>
              <a:ext uri="{FF2B5EF4-FFF2-40B4-BE49-F238E27FC236}">
                <a16:creationId xmlns:a16="http://schemas.microsoft.com/office/drawing/2014/main" id="{CAAC58E6-89B9-9DBA-31D4-0A0359BB1C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24750" y="2606675"/>
            <a:ext cx="6096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 sz="2400"/>
              <a:t>当</a:t>
            </a:r>
          </a:p>
        </p:txBody>
      </p:sp>
      <p:sp>
        <p:nvSpPr>
          <p:cNvPr id="86" name="Text Box 32">
            <a:extLst>
              <a:ext uri="{FF2B5EF4-FFF2-40B4-BE49-F238E27FC236}">
                <a16:creationId xmlns:a16="http://schemas.microsoft.com/office/drawing/2014/main" id="{7FF62504-D505-9322-8041-59DB106700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63938" y="3355975"/>
            <a:ext cx="1344612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2400">
                <a:latin typeface="+mn-ea"/>
              </a:rPr>
              <a:t>when , has</a:t>
            </a:r>
            <a:endParaRPr lang="zh-CN" altLang="en-US" sz="2400" dirty="0">
              <a:latin typeface="+mn-ea"/>
            </a:endParaRPr>
          </a:p>
        </p:txBody>
      </p:sp>
      <p:graphicFrame>
        <p:nvGraphicFramePr>
          <p:cNvPr id="87" name="Object 33">
            <a:extLst>
              <a:ext uri="{FF2B5EF4-FFF2-40B4-BE49-F238E27FC236}">
                <a16:creationId xmlns:a16="http://schemas.microsoft.com/office/drawing/2014/main" id="{4FDBB95E-9234-2C40-625F-64BE10A0B72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08500" y="3386138"/>
          <a:ext cx="31115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0" imgH="0" progId="Equation.3">
                  <p:embed/>
                </p:oleObj>
              </mc:Choice>
              <mc:Fallback>
                <p:oleObj name="Equation" r:id="rId16" imgW="0" imgH="0" progId="Equation.3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8500" y="3386138"/>
                        <a:ext cx="31115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8" name="Text Box 34">
            <a:extLst>
              <a:ext uri="{FF2B5EF4-FFF2-40B4-BE49-F238E27FC236}">
                <a16:creationId xmlns:a16="http://schemas.microsoft.com/office/drawing/2014/main" id="{A6BE9531-CCE0-0E80-B6CD-BB269AB421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3998913"/>
            <a:ext cx="2057400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2400">
                <a:latin typeface="+mn-ea"/>
              </a:rPr>
              <a:t>当 </a:t>
            </a:r>
            <a:r>
              <a:rPr lang="en-US" altLang="zh-CN" sz="2400">
                <a:latin typeface="+mn-ea"/>
              </a:rPr>
              <a:t>A &gt; 0 when ,</a:t>
            </a:r>
            <a:endParaRPr lang="en-US" altLang="zh-CN" sz="2400" dirty="0">
              <a:latin typeface="+mn-ea"/>
            </a:endParaRPr>
          </a:p>
        </p:txBody>
      </p:sp>
      <p:sp>
        <p:nvSpPr>
          <p:cNvPr id="89" name="Text Box 35">
            <a:extLst>
              <a:ext uri="{FF2B5EF4-FFF2-40B4-BE49-F238E27FC236}">
                <a16:creationId xmlns:a16="http://schemas.microsoft.com/office/drawing/2014/main" id="{4D370149-8540-697E-1AEE-C508E3260E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2038" y="4010025"/>
            <a:ext cx="12319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/>
              <a:t>takepositive number</a:t>
            </a:r>
            <a:endParaRPr lang="zh-CN" altLang="en-US" sz="2400"/>
          </a:p>
        </p:txBody>
      </p:sp>
      <p:graphicFrame>
        <p:nvGraphicFramePr>
          <p:cNvPr id="90" name="Object 36">
            <a:extLst>
              <a:ext uri="{FF2B5EF4-FFF2-40B4-BE49-F238E27FC236}">
                <a16:creationId xmlns:a16="http://schemas.microsoft.com/office/drawing/2014/main" id="{A05F357E-F794-CE10-3B50-84835C76838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97263" y="4005263"/>
          <a:ext cx="10033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0" imgH="0" progId="Equation.3">
                  <p:embed/>
                </p:oleObj>
              </mc:Choice>
              <mc:Fallback>
                <p:oleObj name="Equation" r:id="rId18" imgW="0" imgH="0" progId="Equation.3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7263" y="4005263"/>
                        <a:ext cx="10033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1" name="Text Box 37">
            <a:extLst>
              <a:ext uri="{FF2B5EF4-FFF2-40B4-BE49-F238E27FC236}">
                <a16:creationId xmlns:a16="http://schemas.microsoft.com/office/drawing/2014/main" id="{AFFF69E2-BACD-3ED3-9439-7CCD456F0F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5019675"/>
            <a:ext cx="27432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/>
              <a:t>thenin</a:t>
            </a:r>
            <a:r>
              <a:rPr lang="zh-CN" altLang="en-US" sz="2400"/>
              <a:t>对应</a:t>
            </a:r>
            <a:r>
              <a:rPr lang="en-US" altLang="zh-CN" sz="2400"/>
              <a:t>'s neighbourhood</a:t>
            </a:r>
            <a:endParaRPr lang="zh-CN" altLang="en-US" sz="2400"/>
          </a:p>
        </p:txBody>
      </p:sp>
      <p:sp>
        <p:nvSpPr>
          <p:cNvPr id="92" name="Text Box 41">
            <a:extLst>
              <a:ext uri="{FF2B5EF4-FFF2-40B4-BE49-F238E27FC236}">
                <a16:creationId xmlns:a16="http://schemas.microsoft.com/office/drawing/2014/main" id="{201B8E77-782C-B8E4-27B9-6C01F735A1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7200" y="5013325"/>
            <a:ext cx="6858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/>
              <a:t>on</a:t>
            </a:r>
            <a:endParaRPr lang="zh-CN" altLang="en-US" sz="2400"/>
          </a:p>
        </p:txBody>
      </p:sp>
      <p:graphicFrame>
        <p:nvGraphicFramePr>
          <p:cNvPr id="93" name="Object 45">
            <a:extLst>
              <a:ext uri="{FF2B5EF4-FFF2-40B4-BE49-F238E27FC236}">
                <a16:creationId xmlns:a16="http://schemas.microsoft.com/office/drawing/2014/main" id="{0C59114C-097E-6C05-73FD-B35FDA34E65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87513" y="5562600"/>
          <a:ext cx="13589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0" imgH="0" progId="Equation.3">
                  <p:embed/>
                </p:oleObj>
              </mc:Choice>
              <mc:Fallback>
                <p:oleObj name="Equation" r:id="rId20" imgW="0" imgH="0" progId="Equation.3">
                  <p:embed/>
                  <p:pic>
                    <p:nvPicPr>
                      <p:cNvPr id="0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7513" y="5562600"/>
                        <a:ext cx="13589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4" name="Text Box 46">
            <a:extLst>
              <a:ext uri="{FF2B5EF4-FFF2-40B4-BE49-F238E27FC236}">
                <a16:creationId xmlns:a16="http://schemas.microsoft.com/office/drawing/2014/main" id="{D9D36E0D-6F1C-B4BE-36D4-0C36F01AA6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4357688"/>
            <a:ext cx="1066800" cy="461962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zh-CN" sz="2400" dirty="0">
                <a:solidFill>
                  <a:schemeClr val="tx2"/>
                </a:solidFill>
                <a:latin typeface="+mn-ea"/>
              </a:rPr>
              <a:t>(&lt; 0)</a:t>
            </a:r>
            <a:endParaRPr lang="en-US" altLang="zh-CN" sz="2400" dirty="0">
              <a:latin typeface="+mn-ea"/>
            </a:endParaRPr>
          </a:p>
        </p:txBody>
      </p:sp>
      <p:graphicFrame>
        <p:nvGraphicFramePr>
          <p:cNvPr id="95" name="Object 48">
            <a:extLst>
              <a:ext uri="{FF2B5EF4-FFF2-40B4-BE49-F238E27FC236}">
                <a16:creationId xmlns:a16="http://schemas.microsoft.com/office/drawing/2014/main" id="{74AEDF22-F68B-A20F-E355-3589A0955D1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21063" y="4389438"/>
          <a:ext cx="12954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0" imgH="0" progId="Equation.3">
                  <p:embed/>
                </p:oleObj>
              </mc:Choice>
              <mc:Fallback>
                <p:oleObj name="Equation" r:id="rId22" imgW="0" imgH="0" progId="Equation.3">
                  <p:embed/>
                  <p:pic>
                    <p:nvPicPr>
                      <p:cNvPr id="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1063" y="4389438"/>
                        <a:ext cx="12954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6" name="Text Box 83">
            <a:extLst>
              <a:ext uri="{FF2B5EF4-FFF2-40B4-BE49-F238E27FC236}">
                <a16:creationId xmlns:a16="http://schemas.microsoft.com/office/drawing/2014/main" id="{2877C312-96BA-C8B3-1CD0-51199C36E0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3663" y="836613"/>
            <a:ext cx="16002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/>
              <a:t>thenexistence</a:t>
            </a:r>
            <a:endParaRPr lang="zh-CN" altLang="en-US" sz="2400"/>
          </a:p>
        </p:txBody>
      </p:sp>
      <p:sp>
        <p:nvSpPr>
          <p:cNvPr id="97" name="Text Box 84">
            <a:extLst>
              <a:ext uri="{FF2B5EF4-FFF2-40B4-BE49-F238E27FC236}">
                <a16:creationId xmlns:a16="http://schemas.microsoft.com/office/drawing/2014/main" id="{32A12913-C823-E510-BA47-5A93525297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3500" y="855663"/>
            <a:ext cx="1600200" cy="461962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zh-CN" sz="2400" dirty="0">
                <a:solidFill>
                  <a:schemeClr val="tx2"/>
                </a:solidFill>
                <a:latin typeface="+mn-ea"/>
              </a:rPr>
              <a:t>( </a:t>
            </a:r>
            <a:r>
              <a:rPr lang="en-US" altLang="zh-CN" sz="2400" i="1" dirty="0">
                <a:solidFill>
                  <a:schemeClr val="tx2"/>
                </a:solidFill>
                <a:latin typeface="+mn-ea"/>
              </a:rPr>
              <a:t>A</a:t>
            </a:r>
            <a:r>
              <a:rPr lang="en-US" altLang="zh-CN" sz="2400" dirty="0">
                <a:solidFill>
                  <a:schemeClr val="tx2"/>
                </a:solidFill>
                <a:latin typeface="+mn-ea"/>
              </a:rPr>
              <a:t> &lt; 0 )</a:t>
            </a:r>
            <a:r>
              <a:rPr lang="zh-CN" altLang="en-US" sz="2400" dirty="0">
                <a:solidFill>
                  <a:schemeClr val="tx2"/>
                </a:solidFill>
                <a:latin typeface="+mn-ea"/>
              </a:rPr>
              <a:t>，</a:t>
            </a:r>
            <a:endParaRPr lang="en-US" altLang="zh-CN" sz="2400" dirty="0">
              <a:solidFill>
                <a:schemeClr val="tx2"/>
              </a:solidFill>
              <a:latin typeface="+mn-ea"/>
            </a:endParaRPr>
          </a:p>
        </p:txBody>
      </p:sp>
      <p:graphicFrame>
        <p:nvGraphicFramePr>
          <p:cNvPr id="98" name="Object 86">
            <a:extLst>
              <a:ext uri="{FF2B5EF4-FFF2-40B4-BE49-F238E27FC236}">
                <a16:creationId xmlns:a16="http://schemas.microsoft.com/office/drawing/2014/main" id="{D37EAA1F-7A65-D3C7-28EC-FFBE5EA0622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91413" y="642938"/>
          <a:ext cx="14732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0" imgH="0" progId="Equation.3">
                  <p:embed/>
                </p:oleObj>
              </mc:Choice>
              <mc:Fallback>
                <p:oleObj name="Equation" r:id="rId24" imgW="0" imgH="0" progId="Equation.3">
                  <p:embed/>
                  <p:pic>
                    <p:nvPicPr>
                      <p:cNvPr id="0" name="Object 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91413" y="642938"/>
                        <a:ext cx="147320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" name="Object 87">
            <a:extLst>
              <a:ext uri="{FF2B5EF4-FFF2-40B4-BE49-F238E27FC236}">
                <a16:creationId xmlns:a16="http://schemas.microsoft.com/office/drawing/2014/main" id="{B9B8263B-2E44-E32B-05A2-A4377BE375F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62100" y="3106738"/>
          <a:ext cx="19050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0" imgH="0" progId="Equation.3">
                  <p:embed/>
                </p:oleObj>
              </mc:Choice>
              <mc:Fallback>
                <p:oleObj name="Equation" r:id="rId26" imgW="0" imgH="0" progId="Equation.3">
                  <p:embed/>
                  <p:pic>
                    <p:nvPicPr>
                      <p:cNvPr id="0" name="Object 8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62100" y="3106738"/>
                        <a:ext cx="190500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" name="Object 88">
            <a:extLst>
              <a:ext uri="{FF2B5EF4-FFF2-40B4-BE49-F238E27FC236}">
                <a16:creationId xmlns:a16="http://schemas.microsoft.com/office/drawing/2014/main" id="{068ABF97-2E36-C175-A430-58F9BAB9D42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08300" y="4776788"/>
          <a:ext cx="13589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0" imgH="0" progId="Equation.3">
                  <p:embed/>
                </p:oleObj>
              </mc:Choice>
              <mc:Fallback>
                <p:oleObj name="Equation" r:id="rId28" imgW="0" imgH="0" progId="Equation.3">
                  <p:embed/>
                  <p:pic>
                    <p:nvPicPr>
                      <p:cNvPr id="0" name="Object 8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8300" y="4776788"/>
                        <a:ext cx="135890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1" name="Text Box 146">
            <a:extLst>
              <a:ext uri="{FF2B5EF4-FFF2-40B4-BE49-F238E27FC236}">
                <a16:creationId xmlns:a16="http://schemas.microsoft.com/office/drawing/2014/main" id="{968A9A3E-56E6-44D6-4C75-C5ED6AED60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6525" y="1601788"/>
            <a:ext cx="212667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chemeClr val="accent2"/>
                </a:solidFill>
              </a:rPr>
              <a:t>(P32Theorem3)</a:t>
            </a:r>
          </a:p>
        </p:txBody>
      </p:sp>
      <p:grpSp>
        <p:nvGrpSpPr>
          <p:cNvPr id="102" name="Group 195">
            <a:extLst>
              <a:ext uri="{FF2B5EF4-FFF2-40B4-BE49-F238E27FC236}">
                <a16:creationId xmlns:a16="http://schemas.microsoft.com/office/drawing/2014/main" id="{83309D17-C2C4-3528-E58B-7F0EE1B43417}"/>
              </a:ext>
            </a:extLst>
          </p:cNvPr>
          <p:cNvGrpSpPr>
            <a:grpSpLocks/>
          </p:cNvGrpSpPr>
          <p:nvPr/>
        </p:nvGrpSpPr>
        <p:grpSpPr bwMode="auto">
          <a:xfrm>
            <a:off x="5410200" y="4038600"/>
            <a:ext cx="3275013" cy="1985963"/>
            <a:chOff x="2980" y="2241"/>
            <a:chExt cx="2555" cy="1551"/>
          </a:xfrm>
        </p:grpSpPr>
        <p:grpSp>
          <p:nvGrpSpPr>
            <p:cNvPr id="20512" name="Group 172">
              <a:extLst>
                <a:ext uri="{FF2B5EF4-FFF2-40B4-BE49-F238E27FC236}">
                  <a16:creationId xmlns:a16="http://schemas.microsoft.com/office/drawing/2014/main" id="{D5A9BA9A-3473-2E9F-4690-36EE52A6162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23" y="2544"/>
              <a:ext cx="1361" cy="1248"/>
              <a:chOff x="3823" y="2544"/>
              <a:chExt cx="1361" cy="1248"/>
            </a:xfrm>
          </p:grpSpPr>
          <p:graphicFrame>
            <p:nvGraphicFramePr>
              <p:cNvPr id="20531" name="Object 173">
                <a:extLst>
                  <a:ext uri="{FF2B5EF4-FFF2-40B4-BE49-F238E27FC236}">
                    <a16:creationId xmlns:a16="http://schemas.microsoft.com/office/drawing/2014/main" id="{0C22330B-02CF-FEB1-6A1A-51A4202CB68A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603" y="3408"/>
              <a:ext cx="581" cy="31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30" imgW="0" imgH="0" progId="Equation.3">
                      <p:embed/>
                    </p:oleObj>
                  </mc:Choice>
                  <mc:Fallback>
                    <p:oleObj name="Equation" r:id="rId30" imgW="0" imgH="0" progId="Equation.3">
                      <p:embed/>
                      <p:pic>
                        <p:nvPicPr>
                          <p:cNvPr id="0" name="Object 17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1">
                            <a:grayscl/>
                            <a:biLevel thresh="50000"/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603" y="3408"/>
                            <a:ext cx="581" cy="31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0532" name="Object 174">
                <a:extLst>
                  <a:ext uri="{FF2B5EF4-FFF2-40B4-BE49-F238E27FC236}">
                    <a16:creationId xmlns:a16="http://schemas.microsoft.com/office/drawing/2014/main" id="{176E324A-83BD-2936-EDD2-3BC44E1D5C1B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823" y="3370"/>
              <a:ext cx="545" cy="42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32" imgW="0" imgH="0" progId="Equation.3">
                      <p:embed/>
                    </p:oleObj>
                  </mc:Choice>
                  <mc:Fallback>
                    <p:oleObj name="Equation" r:id="rId32" imgW="0" imgH="0" progId="Equation.3">
                      <p:embed/>
                      <p:pic>
                        <p:nvPicPr>
                          <p:cNvPr id="0" name="Object 17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3">
                            <a:grayscl/>
                            <a:biLevel thresh="50000"/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823" y="3370"/>
                            <a:ext cx="545" cy="42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0533" name="Line 175">
                <a:extLst>
                  <a:ext uri="{FF2B5EF4-FFF2-40B4-BE49-F238E27FC236}">
                    <a16:creationId xmlns:a16="http://schemas.microsoft.com/office/drawing/2014/main" id="{1B1C9F12-454F-0CB0-3B2F-2254CA262ED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4800" y="2544"/>
                <a:ext cx="0" cy="89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534" name="Line 176">
                <a:extLst>
                  <a:ext uri="{FF2B5EF4-FFF2-40B4-BE49-F238E27FC236}">
                    <a16:creationId xmlns:a16="http://schemas.microsoft.com/office/drawing/2014/main" id="{ABD0DA43-631B-7324-51EF-2EDDE645D7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167" y="2544"/>
                <a:ext cx="9" cy="89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0513" name="Group 177">
              <a:extLst>
                <a:ext uri="{FF2B5EF4-FFF2-40B4-BE49-F238E27FC236}">
                  <a16:creationId xmlns:a16="http://schemas.microsoft.com/office/drawing/2014/main" id="{AC71782A-0777-6B4E-0B33-BEEBDFFE543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80" y="2377"/>
              <a:ext cx="2246" cy="810"/>
              <a:chOff x="2980" y="2377"/>
              <a:chExt cx="2246" cy="810"/>
            </a:xfrm>
          </p:grpSpPr>
          <p:graphicFrame>
            <p:nvGraphicFramePr>
              <p:cNvPr id="20527" name="Object 178">
                <a:extLst>
                  <a:ext uri="{FF2B5EF4-FFF2-40B4-BE49-F238E27FC236}">
                    <a16:creationId xmlns:a16="http://schemas.microsoft.com/office/drawing/2014/main" id="{F3A5C237-4209-7416-711A-2D8C5973B806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997" y="2377"/>
              <a:ext cx="580" cy="27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34" imgW="0" imgH="0" progId="Equation.3">
                      <p:embed/>
                    </p:oleObj>
                  </mc:Choice>
                  <mc:Fallback>
                    <p:oleObj name="Equation" r:id="rId34" imgW="0" imgH="0" progId="Equation.3">
                      <p:embed/>
                      <p:pic>
                        <p:nvPicPr>
                          <p:cNvPr id="0" name="Object 17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5">
                            <a:grayscl/>
                            <a:biLevel thresh="50000"/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997" y="2377"/>
                            <a:ext cx="580" cy="27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0528" name="Object 179">
                <a:extLst>
                  <a:ext uri="{FF2B5EF4-FFF2-40B4-BE49-F238E27FC236}">
                    <a16:creationId xmlns:a16="http://schemas.microsoft.com/office/drawing/2014/main" id="{3CD67657-3BDD-3D76-36C4-B2882C934648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980" y="2908"/>
              <a:ext cx="559" cy="27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36" imgW="0" imgH="0" progId="Equation.3">
                      <p:embed/>
                    </p:oleObj>
                  </mc:Choice>
                  <mc:Fallback>
                    <p:oleObj name="Equation" r:id="rId36" imgW="0" imgH="0" progId="Equation.3">
                      <p:embed/>
                      <p:pic>
                        <p:nvPicPr>
                          <p:cNvPr id="0" name="Object 17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7">
                            <a:grayscl/>
                            <a:biLevel thresh="50000"/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980" y="2908"/>
                            <a:ext cx="559" cy="27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0529" name="Line 180">
                <a:extLst>
                  <a:ext uri="{FF2B5EF4-FFF2-40B4-BE49-F238E27FC236}">
                    <a16:creationId xmlns:a16="http://schemas.microsoft.com/office/drawing/2014/main" id="{CAC6F3AF-D93E-0E30-5CEF-B99AE6E403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93" y="2554"/>
                <a:ext cx="163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530" name="Line 181">
                <a:extLst>
                  <a:ext uri="{FF2B5EF4-FFF2-40B4-BE49-F238E27FC236}">
                    <a16:creationId xmlns:a16="http://schemas.microsoft.com/office/drawing/2014/main" id="{F698B766-299C-F71D-6F92-41966F19DA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71" y="3088"/>
                <a:ext cx="163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0514" name="Group 182">
              <a:extLst>
                <a:ext uri="{FF2B5EF4-FFF2-40B4-BE49-F238E27FC236}">
                  <a16:creationId xmlns:a16="http://schemas.microsoft.com/office/drawing/2014/main" id="{E36E3508-BCFC-6BA1-4BAE-F6F571BDB76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12" y="2670"/>
              <a:ext cx="301" cy="258"/>
              <a:chOff x="3312" y="2670"/>
              <a:chExt cx="301" cy="258"/>
            </a:xfrm>
          </p:grpSpPr>
          <p:sp>
            <p:nvSpPr>
              <p:cNvPr id="20525" name="Line 183">
                <a:extLst>
                  <a:ext uri="{FF2B5EF4-FFF2-40B4-BE49-F238E27FC236}">
                    <a16:creationId xmlns:a16="http://schemas.microsoft.com/office/drawing/2014/main" id="{128B40B4-91EA-D859-A621-DDCFB0B2C32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568" y="2820"/>
                <a:ext cx="4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20526" name="Object 184">
                <a:extLst>
                  <a:ext uri="{FF2B5EF4-FFF2-40B4-BE49-F238E27FC236}">
                    <a16:creationId xmlns:a16="http://schemas.microsoft.com/office/drawing/2014/main" id="{F2D4CFDC-46EE-17A8-BA78-59F3454D5E38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312" y="2670"/>
              <a:ext cx="238" cy="25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38" imgW="0" imgH="0" progId="Equation.3">
                      <p:embed/>
                    </p:oleObj>
                  </mc:Choice>
                  <mc:Fallback>
                    <p:oleObj name="Equation" r:id="rId38" imgW="0" imgH="0" progId="Equation.3">
                      <p:embed/>
                      <p:pic>
                        <p:nvPicPr>
                          <p:cNvPr id="0" name="Object 18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9">
                            <a:grayscl/>
                            <a:biLevel thresh="50000"/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312" y="2670"/>
                            <a:ext cx="238" cy="25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0515" name="Group 185">
              <a:extLst>
                <a:ext uri="{FF2B5EF4-FFF2-40B4-BE49-F238E27FC236}">
                  <a16:creationId xmlns:a16="http://schemas.microsoft.com/office/drawing/2014/main" id="{B3C9402C-B458-E71B-383C-E9DDFFB7040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39" y="2241"/>
              <a:ext cx="2096" cy="1503"/>
              <a:chOff x="3439" y="2241"/>
              <a:chExt cx="2096" cy="1503"/>
            </a:xfrm>
          </p:grpSpPr>
          <p:sp>
            <p:nvSpPr>
              <p:cNvPr id="20516" name="Line 186">
                <a:extLst>
                  <a:ext uri="{FF2B5EF4-FFF2-40B4-BE49-F238E27FC236}">
                    <a16:creationId xmlns:a16="http://schemas.microsoft.com/office/drawing/2014/main" id="{516A5100-C16C-CC21-D91F-37F5801518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476" y="2819"/>
                <a:ext cx="0" cy="61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517" name="Line 187">
                <a:extLst>
                  <a:ext uri="{FF2B5EF4-FFF2-40B4-BE49-F238E27FC236}">
                    <a16:creationId xmlns:a16="http://schemas.microsoft.com/office/drawing/2014/main" id="{497B8E3F-6C43-0321-B48D-9782E495E7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39" y="3438"/>
                <a:ext cx="198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518" name="Line 188">
                <a:extLst>
                  <a:ext uri="{FF2B5EF4-FFF2-40B4-BE49-F238E27FC236}">
                    <a16:creationId xmlns:a16="http://schemas.microsoft.com/office/drawing/2014/main" id="{832E49A6-B758-1860-5259-F0DBC5AAF62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571" y="2289"/>
                <a:ext cx="0" cy="141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20519" name="Object 189">
                <a:extLst>
                  <a:ext uri="{FF2B5EF4-FFF2-40B4-BE49-F238E27FC236}">
                    <a16:creationId xmlns:a16="http://schemas.microsoft.com/office/drawing/2014/main" id="{388FB293-F3A6-265F-0AB0-157561A1D5C8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5280" y="3476"/>
              <a:ext cx="199" cy="22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40" imgW="0" imgH="0" progId="Equation.3">
                      <p:embed/>
                    </p:oleObj>
                  </mc:Choice>
                  <mc:Fallback>
                    <p:oleObj name="Equation" r:id="rId40" imgW="0" imgH="0" progId="Equation.3">
                      <p:embed/>
                      <p:pic>
                        <p:nvPicPr>
                          <p:cNvPr id="0" name="Object 18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1">
                            <a:grayscl/>
                            <a:biLevel thresh="50000"/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280" y="3476"/>
                            <a:ext cx="199" cy="22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0520" name="Object 190">
                <a:extLst>
                  <a:ext uri="{FF2B5EF4-FFF2-40B4-BE49-F238E27FC236}">
                    <a16:creationId xmlns:a16="http://schemas.microsoft.com/office/drawing/2014/main" id="{A8294388-60BF-A44F-6ED9-4FAC18769FA6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368" y="3381"/>
              <a:ext cx="263" cy="36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42" imgW="0" imgH="0" progId="Equation.3">
                      <p:embed/>
                    </p:oleObj>
                  </mc:Choice>
                  <mc:Fallback>
                    <p:oleObj name="Equation" r:id="rId42" imgW="0" imgH="0" progId="Equation.3">
                      <p:embed/>
                      <p:pic>
                        <p:nvPicPr>
                          <p:cNvPr id="0" name="Object 19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3">
                            <a:grayscl/>
                            <a:biLevel thresh="50000"/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68" y="3381"/>
                            <a:ext cx="263" cy="36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0521" name="Object 191">
                <a:extLst>
                  <a:ext uri="{FF2B5EF4-FFF2-40B4-BE49-F238E27FC236}">
                    <a16:creationId xmlns:a16="http://schemas.microsoft.com/office/drawing/2014/main" id="{C08EE0D6-7F0E-DBFD-6FFA-0732A0F63B0D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600" y="2241"/>
              <a:ext cx="220" cy="26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44" imgW="0" imgH="0" progId="Equation.3">
                      <p:embed/>
                    </p:oleObj>
                  </mc:Choice>
                  <mc:Fallback>
                    <p:oleObj name="Equation" r:id="rId44" imgW="0" imgH="0" progId="Equation.3">
                      <p:embed/>
                      <p:pic>
                        <p:nvPicPr>
                          <p:cNvPr id="0" name="Object 19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5">
                            <a:grayscl/>
                            <a:biLevel thresh="50000"/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600" y="2241"/>
                            <a:ext cx="220" cy="26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0522" name="Freeform 192">
                <a:extLst>
                  <a:ext uri="{FF2B5EF4-FFF2-40B4-BE49-F238E27FC236}">
                    <a16:creationId xmlns:a16="http://schemas.microsoft.com/office/drawing/2014/main" id="{DB7A19BB-4D78-A1B6-0B6D-FC089F4024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25" y="2421"/>
                <a:ext cx="1324" cy="885"/>
              </a:xfrm>
              <a:custGeom>
                <a:avLst/>
                <a:gdLst>
                  <a:gd name="T0" fmla="*/ 0 w 1440"/>
                  <a:gd name="T1" fmla="*/ 752 h 960"/>
                  <a:gd name="T2" fmla="*/ 150 w 1440"/>
                  <a:gd name="T3" fmla="*/ 489 h 960"/>
                  <a:gd name="T4" fmla="*/ 372 w 1440"/>
                  <a:gd name="T5" fmla="*/ 414 h 960"/>
                  <a:gd name="T6" fmla="*/ 634 w 1440"/>
                  <a:gd name="T7" fmla="*/ 338 h 960"/>
                  <a:gd name="T8" fmla="*/ 896 w 1440"/>
                  <a:gd name="T9" fmla="*/ 226 h 960"/>
                  <a:gd name="T10" fmla="*/ 1119 w 1440"/>
                  <a:gd name="T11" fmla="*/ 0 h 96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440" h="960">
                    <a:moveTo>
                      <a:pt x="0" y="960"/>
                    </a:moveTo>
                    <a:cubicBezTo>
                      <a:pt x="56" y="828"/>
                      <a:pt x="112" y="696"/>
                      <a:pt x="192" y="624"/>
                    </a:cubicBezTo>
                    <a:cubicBezTo>
                      <a:pt x="272" y="552"/>
                      <a:pt x="376" y="560"/>
                      <a:pt x="480" y="528"/>
                    </a:cubicBezTo>
                    <a:cubicBezTo>
                      <a:pt x="584" y="496"/>
                      <a:pt x="704" y="472"/>
                      <a:pt x="816" y="432"/>
                    </a:cubicBezTo>
                    <a:cubicBezTo>
                      <a:pt x="928" y="392"/>
                      <a:pt x="1048" y="360"/>
                      <a:pt x="1152" y="288"/>
                    </a:cubicBezTo>
                    <a:cubicBezTo>
                      <a:pt x="1256" y="216"/>
                      <a:pt x="1392" y="48"/>
                      <a:pt x="1440" y="0"/>
                    </a:cubicBezTo>
                  </a:path>
                </a:pathLst>
              </a:custGeom>
              <a:noFill/>
              <a:ln w="9525" cmpd="sng">
                <a:solidFill>
                  <a:srgbClr val="FF99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20523" name="Object 193">
                <a:extLst>
                  <a:ext uri="{FF2B5EF4-FFF2-40B4-BE49-F238E27FC236}">
                    <a16:creationId xmlns:a16="http://schemas.microsoft.com/office/drawing/2014/main" id="{2344BFAB-12F3-AD11-7646-70ABCA5E11B2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758" y="2286"/>
              <a:ext cx="777" cy="26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46" imgW="0" imgH="0" progId="Equation.3">
                      <p:embed/>
                    </p:oleObj>
                  </mc:Choice>
                  <mc:Fallback>
                    <p:oleObj name="Equation" r:id="rId46" imgW="0" imgH="0" progId="Equation.3">
                      <p:embed/>
                      <p:pic>
                        <p:nvPicPr>
                          <p:cNvPr id="0" name="Object 19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7">
                            <a:grayscl/>
                            <a:biLevel thresh="50000"/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758" y="2286"/>
                            <a:ext cx="777" cy="26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0524" name="Oval 194">
                <a:extLst>
                  <a:ext uri="{FF2B5EF4-FFF2-40B4-BE49-F238E27FC236}">
                    <a16:creationId xmlns:a16="http://schemas.microsoft.com/office/drawing/2014/main" id="{0059ABA5-E5FE-911E-271D-7C424DE1A9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52" y="2802"/>
                <a:ext cx="41" cy="41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</p:grpSp>
      </p:grpSp>
      <p:graphicFrame>
        <p:nvGraphicFramePr>
          <p:cNvPr id="126" name="Object 204">
            <a:extLst>
              <a:ext uri="{FF2B5EF4-FFF2-40B4-BE49-F238E27FC236}">
                <a16:creationId xmlns:a16="http://schemas.microsoft.com/office/drawing/2014/main" id="{BD89980A-C02E-1F7A-3F20-2BE21D3B4EF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94038" y="5545138"/>
          <a:ext cx="7493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8" imgW="0" imgH="0" progId="Equation.3">
                  <p:embed/>
                </p:oleObj>
              </mc:Choice>
              <mc:Fallback>
                <p:oleObj name="Equation" r:id="rId48" imgW="0" imgH="0" progId="Equation.3">
                  <p:embed/>
                  <p:pic>
                    <p:nvPicPr>
                      <p:cNvPr id="0" name="Object 20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4038" y="5545138"/>
                        <a:ext cx="7493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 nodeType="clickPar">
                      <p:stCondLst>
                        <p:cond delay="indefinite"/>
                      </p:stCondLst>
                      <p:childTnLst>
                        <p:par>
                          <p:cTn id="1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 nodeType="clickPar">
                      <p:stCondLst>
                        <p:cond delay="indefinite"/>
                      </p:stCondLst>
                      <p:childTnLst>
                        <p:par>
                          <p:cTn id="1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 nodeType="clickPar">
                      <p:stCondLst>
                        <p:cond delay="indefinite"/>
                      </p:stCondLst>
                      <p:childTnLst>
                        <p:par>
                          <p:cTn id="1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 autoUpdateAnimBg="0"/>
      <p:bldP spid="63" grpId="0" autoUpdateAnimBg="0"/>
      <p:bldP spid="80" grpId="0" autoUpdateAnimBg="0"/>
      <p:bldP spid="82" grpId="0" autoUpdateAnimBg="0"/>
      <p:bldP spid="85" grpId="0" autoUpdateAnimBg="0"/>
      <p:bldP spid="86" grpId="0" autoUpdateAnimBg="0"/>
      <p:bldP spid="88" grpId="0" autoUpdateAnimBg="0"/>
      <p:bldP spid="89" grpId="0" autoUpdateAnimBg="0"/>
      <p:bldP spid="91" grpId="0" autoUpdateAnimBg="0"/>
      <p:bldP spid="92" grpId="0" autoUpdateAnimBg="0"/>
      <p:bldP spid="94" grpId="0" autoUpdateAnimBg="0"/>
      <p:bldP spid="96" grpId="0" autoUpdateAnimBg="0"/>
      <p:bldP spid="97" grpId="0" autoUpdateAnimBg="0"/>
      <p:bldP spid="101" grpId="0" build="p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49019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Object 24">
            <a:extLst>
              <a:ext uri="{FF2B5EF4-FFF2-40B4-BE49-F238E27FC236}">
                <a16:creationId xmlns:a16="http://schemas.microsoft.com/office/drawing/2014/main" id="{5BDA9C22-CAED-276C-0010-486B5F79FF8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33550" y="2179638"/>
          <a:ext cx="30861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3">
                  <p:embed/>
                </p:oleObj>
              </mc:Choice>
              <mc:Fallback>
                <p:oleObj name="Equation" r:id="rId2" imgW="0" imgH="0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3550" y="2179638"/>
                        <a:ext cx="30861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Object 45">
            <a:extLst>
              <a:ext uri="{FF2B5EF4-FFF2-40B4-BE49-F238E27FC236}">
                <a16:creationId xmlns:a16="http://schemas.microsoft.com/office/drawing/2014/main" id="{2337A155-CB88-7E81-82B1-DA2987EACC7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22375" y="3932238"/>
          <a:ext cx="1079500" cy="44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0" imgH="0" progId="Equation.3">
                  <p:embed/>
                </p:oleObj>
              </mc:Choice>
              <mc:Fallback>
                <p:oleObj name="Equation" r:id="rId4" imgW="0" imgH="0" progId="Equation.3">
                  <p:embed/>
                  <p:pic>
                    <p:nvPicPr>
                      <p:cNvPr id="0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2375" y="3932238"/>
                        <a:ext cx="1079500" cy="442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Object 46">
            <a:extLst>
              <a:ext uri="{FF2B5EF4-FFF2-40B4-BE49-F238E27FC236}">
                <a16:creationId xmlns:a16="http://schemas.microsoft.com/office/drawing/2014/main" id="{406B839B-D4C2-7B39-1536-83B7C57710A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22375" y="5078413"/>
          <a:ext cx="1079500" cy="44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0" imgH="0" progId="Equation.3">
                  <p:embed/>
                </p:oleObj>
              </mc:Choice>
              <mc:Fallback>
                <p:oleObj name="Equation" r:id="rId6" imgW="0" imgH="0" progId="Equation.3">
                  <p:embed/>
                  <p:pic>
                    <p:nvPicPr>
                      <p:cNvPr id="0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2375" y="5078413"/>
                        <a:ext cx="1079500" cy="442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" name="Text Box 38">
            <a:extLst>
              <a:ext uri="{FF2B5EF4-FFF2-40B4-BE49-F238E27FC236}">
                <a16:creationId xmlns:a16="http://schemas.microsoft.com/office/drawing/2014/main" id="{F9AECE14-160F-F28C-AB27-FFD208CC7F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9038" y="2979738"/>
            <a:ext cx="114300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/>
              <a:t>if take</a:t>
            </a:r>
            <a:endParaRPr lang="zh-CN" altLang="en-US" sz="2400"/>
          </a:p>
        </p:txBody>
      </p:sp>
      <p:graphicFrame>
        <p:nvGraphicFramePr>
          <p:cNvPr id="44" name="Object 39">
            <a:extLst>
              <a:ext uri="{FF2B5EF4-FFF2-40B4-BE49-F238E27FC236}">
                <a16:creationId xmlns:a16="http://schemas.microsoft.com/office/drawing/2014/main" id="{F3A53B1D-4B62-170F-8D58-720AAB5AE16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95500" y="2725738"/>
          <a:ext cx="1206500" cy="84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0" imgH="0" progId="Equation.3">
                  <p:embed/>
                </p:oleObj>
              </mc:Choice>
              <mc:Fallback>
                <p:oleObj name="Equation" r:id="rId8" imgW="0" imgH="0" progId="Equation.3">
                  <p:embed/>
                  <p:pic>
                    <p:nvPicPr>
                      <p:cNvPr id="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5500" y="2725738"/>
                        <a:ext cx="1206500" cy="844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" name="Text Box 40">
            <a:extLst>
              <a:ext uri="{FF2B5EF4-FFF2-40B4-BE49-F238E27FC236}">
                <a16:creationId xmlns:a16="http://schemas.microsoft.com/office/drawing/2014/main" id="{A08B18BE-85DD-3CE5-A7DE-0C56D4864D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52788" y="2940050"/>
            <a:ext cx="30480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/>
              <a:t>thenin</a:t>
            </a:r>
            <a:r>
              <a:rPr lang="zh-CN" altLang="en-US" sz="2400"/>
              <a:t>对应</a:t>
            </a:r>
            <a:r>
              <a:rPr lang="en-US" altLang="zh-CN" sz="2400"/>
              <a:t>'s neighbourhood</a:t>
            </a:r>
            <a:endParaRPr lang="zh-CN" altLang="en-US" sz="2400"/>
          </a:p>
        </p:txBody>
      </p:sp>
      <p:sp>
        <p:nvSpPr>
          <p:cNvPr id="46" name="Text Box 44">
            <a:extLst>
              <a:ext uri="{FF2B5EF4-FFF2-40B4-BE49-F238E27FC236}">
                <a16:creationId xmlns:a16="http://schemas.microsoft.com/office/drawing/2014/main" id="{1B807B19-DEA9-45B6-696B-16D99F2DDC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29438" y="2970213"/>
            <a:ext cx="627062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/>
              <a:t>on</a:t>
            </a:r>
            <a:endParaRPr lang="zh-CN" altLang="en-US" sz="2400"/>
          </a:p>
        </p:txBody>
      </p:sp>
      <p:sp>
        <p:nvSpPr>
          <p:cNvPr id="49" name="Text Box 49">
            <a:extLst>
              <a:ext uri="{FF2B5EF4-FFF2-40B4-BE49-F238E27FC236}">
                <a16:creationId xmlns:a16="http://schemas.microsoft.com/office/drawing/2014/main" id="{CBCB55AC-1FC9-7DE5-0D5D-B4EB7D84A2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381000"/>
            <a:ext cx="6858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/>
              <a:t>if</a:t>
            </a:r>
            <a:endParaRPr lang="zh-CN" altLang="en-US" sz="2400"/>
          </a:p>
        </p:txBody>
      </p:sp>
      <p:graphicFrame>
        <p:nvGraphicFramePr>
          <p:cNvPr id="51" name="Object 50">
            <a:extLst>
              <a:ext uri="{FF2B5EF4-FFF2-40B4-BE49-F238E27FC236}">
                <a16:creationId xmlns:a16="http://schemas.microsoft.com/office/drawing/2014/main" id="{A4098DB1-4DDF-00AD-569D-2FCD673EEB3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27238" y="393700"/>
          <a:ext cx="27432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0" imgH="0" progId="Equation.3">
                  <p:embed/>
                </p:oleObj>
              </mc:Choice>
              <mc:Fallback>
                <p:oleObj name="Equation" r:id="rId10" imgW="0" imgH="0" progId="Equation.3">
                  <p:embed/>
                  <p:pic>
                    <p:nvPicPr>
                      <p:cNvPr id="0" name="Object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7238" y="393700"/>
                        <a:ext cx="2743200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" name="Text Box 51">
            <a:extLst>
              <a:ext uri="{FF2B5EF4-FFF2-40B4-BE49-F238E27FC236}">
                <a16:creationId xmlns:a16="http://schemas.microsoft.com/office/drawing/2014/main" id="{030F5D50-2E6F-0DD2-D306-17040651A3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46638" y="381000"/>
            <a:ext cx="18288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/>
              <a:t>thenexistence</a:t>
            </a:r>
            <a:endParaRPr lang="zh-CN" altLang="en-US" sz="2400"/>
          </a:p>
        </p:txBody>
      </p:sp>
      <p:sp>
        <p:nvSpPr>
          <p:cNvPr id="53" name="Text Box 55">
            <a:extLst>
              <a:ext uri="{FF2B5EF4-FFF2-40B4-BE49-F238E27FC236}">
                <a16:creationId xmlns:a16="http://schemas.microsoft.com/office/drawing/2014/main" id="{88F4F785-F8D0-5935-57BA-0B2CDD4497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77125" y="393700"/>
            <a:ext cx="9906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 sz="2400"/>
              <a:t>使当</a:t>
            </a:r>
          </a:p>
        </p:txBody>
      </p:sp>
      <p:sp>
        <p:nvSpPr>
          <p:cNvPr id="54" name="Text Box 60">
            <a:extLst>
              <a:ext uri="{FF2B5EF4-FFF2-40B4-BE49-F238E27FC236}">
                <a16:creationId xmlns:a16="http://schemas.microsoft.com/office/drawing/2014/main" id="{8FE84D6E-8DA8-A3D7-C1F8-1D8DE57C26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98838" y="1273175"/>
            <a:ext cx="1447800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2400">
                <a:latin typeface="+mn-ea"/>
              </a:rPr>
              <a:t>when , has</a:t>
            </a:r>
            <a:endParaRPr lang="zh-CN" altLang="en-US" sz="2400" dirty="0">
              <a:latin typeface="+mn-ea"/>
            </a:endParaRPr>
          </a:p>
        </p:txBody>
      </p:sp>
      <p:graphicFrame>
        <p:nvGraphicFramePr>
          <p:cNvPr id="55" name="Object 61">
            <a:extLst>
              <a:ext uri="{FF2B5EF4-FFF2-40B4-BE49-F238E27FC236}">
                <a16:creationId xmlns:a16="http://schemas.microsoft.com/office/drawing/2014/main" id="{05D6ADA0-1CFE-41AF-2A7F-011110BA1EB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87863" y="1060450"/>
          <a:ext cx="1844675" cy="84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0" imgH="0" progId="Equation.3">
                  <p:embed/>
                </p:oleObj>
              </mc:Choice>
              <mc:Fallback>
                <p:oleObj name="Equation" r:id="rId12" imgW="0" imgH="0" progId="Equation.3">
                  <p:embed/>
                  <p:pic>
                    <p:nvPicPr>
                      <p:cNvPr id="0" name="Object 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87863" y="1060450"/>
                        <a:ext cx="1844675" cy="844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" name="Rectangle 66">
            <a:extLst>
              <a:ext uri="{FF2B5EF4-FFF2-40B4-BE49-F238E27FC236}">
                <a16:creationId xmlns:a16="http://schemas.microsoft.com/office/drawing/2014/main" id="{4367BD27-EDF0-9922-3916-5A38BEC85C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1011238" cy="685800"/>
          </a:xfrm>
        </p:spPr>
        <p:txBody>
          <a:bodyPr/>
          <a:lstStyle/>
          <a:p>
            <a:pPr>
              <a:defRPr/>
            </a:pPr>
            <a:r>
              <a:rPr lang="en-US" altLang="zh-CN" sz="2800" b="1">
                <a:latin typeface="+mn-ea"/>
                <a:ea typeface="+mn-ea"/>
              </a:rPr>
              <a:t>Corollary:</a:t>
            </a:r>
            <a:endParaRPr lang="en-US" altLang="zh-CN" sz="2800" b="1" dirty="0">
              <a:latin typeface="+mn-ea"/>
              <a:ea typeface="+mn-ea"/>
            </a:endParaRPr>
          </a:p>
        </p:txBody>
      </p:sp>
      <p:graphicFrame>
        <p:nvGraphicFramePr>
          <p:cNvPr id="57" name="Object 68">
            <a:extLst>
              <a:ext uri="{FF2B5EF4-FFF2-40B4-BE49-F238E27FC236}">
                <a16:creationId xmlns:a16="http://schemas.microsoft.com/office/drawing/2014/main" id="{3C34A48C-729A-2337-C769-5B75197111B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78100" y="3683000"/>
          <a:ext cx="2074863" cy="808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0" imgH="0" progId="Equation.3">
                  <p:embed/>
                </p:oleObj>
              </mc:Choice>
              <mc:Fallback>
                <p:oleObj name="Equation" r:id="rId14" imgW="0" imgH="0" progId="Equation.3">
                  <p:embed/>
                  <p:pic>
                    <p:nvPicPr>
                      <p:cNvPr id="0" name="Object 6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8100" y="3683000"/>
                        <a:ext cx="2074863" cy="808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" name="Object 70">
            <a:extLst>
              <a:ext uri="{FF2B5EF4-FFF2-40B4-BE49-F238E27FC236}">
                <a16:creationId xmlns:a16="http://schemas.microsoft.com/office/drawing/2014/main" id="{B94ADB17-17C2-B92F-BDEF-FACF447DF6D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62200" y="4876800"/>
          <a:ext cx="2967038" cy="84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0" imgH="0" progId="Equation.3">
                  <p:embed/>
                </p:oleObj>
              </mc:Choice>
              <mc:Fallback>
                <p:oleObj name="Equation" r:id="rId16" imgW="0" imgH="0" progId="Equation.3">
                  <p:embed/>
                  <p:pic>
                    <p:nvPicPr>
                      <p:cNvPr id="0" name="Object 7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4876800"/>
                        <a:ext cx="2967038" cy="844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" name="Object 72">
            <a:extLst>
              <a:ext uri="{FF2B5EF4-FFF2-40B4-BE49-F238E27FC236}">
                <a16:creationId xmlns:a16="http://schemas.microsoft.com/office/drawing/2014/main" id="{3150B657-5138-564E-8210-7F21F9B8D78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02288" y="2743200"/>
          <a:ext cx="13970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0" imgH="0" progId="Equation.3">
                  <p:embed/>
                </p:oleObj>
              </mc:Choice>
              <mc:Fallback>
                <p:oleObj name="Equation" r:id="rId18" imgW="0" imgH="0" progId="Equation.3">
                  <p:embed/>
                  <p:pic>
                    <p:nvPicPr>
                      <p:cNvPr id="0" name="Object 7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02288" y="2743200"/>
                        <a:ext cx="139700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" name="Object 73">
            <a:extLst>
              <a:ext uri="{FF2B5EF4-FFF2-40B4-BE49-F238E27FC236}">
                <a16:creationId xmlns:a16="http://schemas.microsoft.com/office/drawing/2014/main" id="{1433562A-D41F-1A41-1FA5-B053D45E89D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30900" y="177800"/>
          <a:ext cx="15113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0" imgH="0" progId="Equation.3">
                  <p:embed/>
                </p:oleObj>
              </mc:Choice>
              <mc:Fallback>
                <p:oleObj name="Equation" r:id="rId20" imgW="0" imgH="0" progId="Equation.3">
                  <p:embed/>
                  <p:pic>
                    <p:nvPicPr>
                      <p:cNvPr id="0" name="Object 7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30900" y="177800"/>
                        <a:ext cx="151130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" name="Object 74">
            <a:extLst>
              <a:ext uri="{FF2B5EF4-FFF2-40B4-BE49-F238E27FC236}">
                <a16:creationId xmlns:a16="http://schemas.microsoft.com/office/drawing/2014/main" id="{66379FFF-D674-C35A-00C5-1BD01AB038F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71600" y="1025525"/>
          <a:ext cx="19304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0" imgH="0" progId="Equation.3">
                  <p:embed/>
                </p:oleObj>
              </mc:Choice>
              <mc:Fallback>
                <p:oleObj name="Equation" r:id="rId22" imgW="0" imgH="0" progId="Equation.3">
                  <p:embed/>
                  <p:pic>
                    <p:nvPicPr>
                      <p:cNvPr id="0" name="Object 7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1025525"/>
                        <a:ext cx="193040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" name="Line 75">
            <a:extLst>
              <a:ext uri="{FF2B5EF4-FFF2-40B4-BE49-F238E27FC236}">
                <a16:creationId xmlns:a16="http://schemas.microsoft.com/office/drawing/2014/main" id="{4EEEE95A-5898-FA10-6966-F4C7AD41CA6D}"/>
              </a:ext>
            </a:extLst>
          </p:cNvPr>
          <p:cNvSpPr>
            <a:spLocks noChangeShapeType="1"/>
          </p:cNvSpPr>
          <p:nvPr/>
        </p:nvSpPr>
        <p:spPr bwMode="auto">
          <a:xfrm>
            <a:off x="2963863" y="4587875"/>
            <a:ext cx="15240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3" name="Line 76">
            <a:extLst>
              <a:ext uri="{FF2B5EF4-FFF2-40B4-BE49-F238E27FC236}">
                <a16:creationId xmlns:a16="http://schemas.microsoft.com/office/drawing/2014/main" id="{A75E161C-C1B7-3B4B-112C-730CE8BC172F}"/>
              </a:ext>
            </a:extLst>
          </p:cNvPr>
          <p:cNvSpPr>
            <a:spLocks noChangeShapeType="1"/>
          </p:cNvSpPr>
          <p:nvPr/>
        </p:nvSpPr>
        <p:spPr bwMode="auto">
          <a:xfrm>
            <a:off x="3581400" y="5791200"/>
            <a:ext cx="19812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" name="Text Box 129">
            <a:extLst>
              <a:ext uri="{FF2B5EF4-FFF2-40B4-BE49-F238E27FC236}">
                <a16:creationId xmlns:a16="http://schemas.microsoft.com/office/drawing/2014/main" id="{3463E0EA-98B6-890F-F25A-B1F10F5C77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83338" y="1244600"/>
            <a:ext cx="203587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chemeClr val="accent2"/>
                </a:solidFill>
              </a:rPr>
              <a:t>(P32 Corollary)</a:t>
            </a:r>
          </a:p>
        </p:txBody>
      </p:sp>
      <p:grpSp>
        <p:nvGrpSpPr>
          <p:cNvPr id="65" name="Group 153">
            <a:extLst>
              <a:ext uri="{FF2B5EF4-FFF2-40B4-BE49-F238E27FC236}">
                <a16:creationId xmlns:a16="http://schemas.microsoft.com/office/drawing/2014/main" id="{DC798FCA-BF70-4288-F143-5A3880779176}"/>
              </a:ext>
            </a:extLst>
          </p:cNvPr>
          <p:cNvGrpSpPr>
            <a:grpSpLocks/>
          </p:cNvGrpSpPr>
          <p:nvPr/>
        </p:nvGrpSpPr>
        <p:grpSpPr bwMode="auto">
          <a:xfrm>
            <a:off x="5638800" y="3733800"/>
            <a:ext cx="3275013" cy="1985963"/>
            <a:chOff x="2980" y="2241"/>
            <a:chExt cx="2555" cy="1551"/>
          </a:xfrm>
        </p:grpSpPr>
        <p:grpSp>
          <p:nvGrpSpPr>
            <p:cNvPr id="21531" name="Group 130">
              <a:extLst>
                <a:ext uri="{FF2B5EF4-FFF2-40B4-BE49-F238E27FC236}">
                  <a16:creationId xmlns:a16="http://schemas.microsoft.com/office/drawing/2014/main" id="{36FCCE2D-A2FF-35C1-DFB7-D82467EE339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23" y="2544"/>
              <a:ext cx="1361" cy="1248"/>
              <a:chOff x="3823" y="2544"/>
              <a:chExt cx="1361" cy="1248"/>
            </a:xfrm>
          </p:grpSpPr>
          <p:graphicFrame>
            <p:nvGraphicFramePr>
              <p:cNvPr id="21550" name="Object 131">
                <a:extLst>
                  <a:ext uri="{FF2B5EF4-FFF2-40B4-BE49-F238E27FC236}">
                    <a16:creationId xmlns:a16="http://schemas.microsoft.com/office/drawing/2014/main" id="{903DDEE8-4615-BBE2-3BD9-AE0BAD60A35E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603" y="3408"/>
              <a:ext cx="581" cy="31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4" imgW="0" imgH="0" progId="Equation.3">
                      <p:embed/>
                    </p:oleObj>
                  </mc:Choice>
                  <mc:Fallback>
                    <p:oleObj name="Equation" r:id="rId24" imgW="0" imgH="0" progId="Equation.3">
                      <p:embed/>
                      <p:pic>
                        <p:nvPicPr>
                          <p:cNvPr id="0" name="Object 13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5">
                            <a:grayscl/>
                            <a:biLevel thresh="50000"/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603" y="3408"/>
                            <a:ext cx="581" cy="31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1551" name="Object 132">
                <a:extLst>
                  <a:ext uri="{FF2B5EF4-FFF2-40B4-BE49-F238E27FC236}">
                    <a16:creationId xmlns:a16="http://schemas.microsoft.com/office/drawing/2014/main" id="{838D606B-77B7-389B-B42F-639299C6AAD9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823" y="3370"/>
              <a:ext cx="545" cy="42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6" imgW="0" imgH="0" progId="Equation.3">
                      <p:embed/>
                    </p:oleObj>
                  </mc:Choice>
                  <mc:Fallback>
                    <p:oleObj name="Equation" r:id="rId26" imgW="0" imgH="0" progId="Equation.3">
                      <p:embed/>
                      <p:pic>
                        <p:nvPicPr>
                          <p:cNvPr id="0" name="Object 13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7">
                            <a:grayscl/>
                            <a:biLevel thresh="50000"/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823" y="3370"/>
                            <a:ext cx="545" cy="42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1552" name="Line 133">
                <a:extLst>
                  <a:ext uri="{FF2B5EF4-FFF2-40B4-BE49-F238E27FC236}">
                    <a16:creationId xmlns:a16="http://schemas.microsoft.com/office/drawing/2014/main" id="{29711A7D-98B4-6507-521E-FF5FE8317CD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4800" y="2544"/>
                <a:ext cx="0" cy="89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553" name="Line 134">
                <a:extLst>
                  <a:ext uri="{FF2B5EF4-FFF2-40B4-BE49-F238E27FC236}">
                    <a16:creationId xmlns:a16="http://schemas.microsoft.com/office/drawing/2014/main" id="{EE68DD61-4EF8-1C70-486B-92DB90B311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167" y="2544"/>
                <a:ext cx="9" cy="89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1532" name="Group 135">
              <a:extLst>
                <a:ext uri="{FF2B5EF4-FFF2-40B4-BE49-F238E27FC236}">
                  <a16:creationId xmlns:a16="http://schemas.microsoft.com/office/drawing/2014/main" id="{70C93DED-E35A-7196-1954-1E8C1B94BC3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80" y="2377"/>
              <a:ext cx="2246" cy="810"/>
              <a:chOff x="2980" y="2377"/>
              <a:chExt cx="2246" cy="810"/>
            </a:xfrm>
          </p:grpSpPr>
          <p:graphicFrame>
            <p:nvGraphicFramePr>
              <p:cNvPr id="21546" name="Object 136">
                <a:extLst>
                  <a:ext uri="{FF2B5EF4-FFF2-40B4-BE49-F238E27FC236}">
                    <a16:creationId xmlns:a16="http://schemas.microsoft.com/office/drawing/2014/main" id="{89C1024B-0F97-9833-ACDF-DD6C2536FA0B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997" y="2377"/>
              <a:ext cx="580" cy="27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8" imgW="0" imgH="0" progId="Equation.3">
                      <p:embed/>
                    </p:oleObj>
                  </mc:Choice>
                  <mc:Fallback>
                    <p:oleObj name="Equation" r:id="rId28" imgW="0" imgH="0" progId="Equation.3">
                      <p:embed/>
                      <p:pic>
                        <p:nvPicPr>
                          <p:cNvPr id="0" name="Object 13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9">
                            <a:grayscl/>
                            <a:biLevel thresh="50000"/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997" y="2377"/>
                            <a:ext cx="580" cy="27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1547" name="Object 137">
                <a:extLst>
                  <a:ext uri="{FF2B5EF4-FFF2-40B4-BE49-F238E27FC236}">
                    <a16:creationId xmlns:a16="http://schemas.microsoft.com/office/drawing/2014/main" id="{82695E31-50A6-D5FC-A1A0-F76C9FA9423C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980" y="2908"/>
              <a:ext cx="559" cy="27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30" imgW="0" imgH="0" progId="Equation.3">
                      <p:embed/>
                    </p:oleObj>
                  </mc:Choice>
                  <mc:Fallback>
                    <p:oleObj name="Equation" r:id="rId30" imgW="0" imgH="0" progId="Equation.3">
                      <p:embed/>
                      <p:pic>
                        <p:nvPicPr>
                          <p:cNvPr id="0" name="Object 13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1">
                            <a:grayscl/>
                            <a:biLevel thresh="50000"/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980" y="2908"/>
                            <a:ext cx="559" cy="27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1548" name="Line 138">
                <a:extLst>
                  <a:ext uri="{FF2B5EF4-FFF2-40B4-BE49-F238E27FC236}">
                    <a16:creationId xmlns:a16="http://schemas.microsoft.com/office/drawing/2014/main" id="{9A78364C-ED4C-BADD-423E-649AF7BAB56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93" y="2554"/>
                <a:ext cx="163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549" name="Line 139">
                <a:extLst>
                  <a:ext uri="{FF2B5EF4-FFF2-40B4-BE49-F238E27FC236}">
                    <a16:creationId xmlns:a16="http://schemas.microsoft.com/office/drawing/2014/main" id="{7837CFC0-336A-C38A-5E16-24302BB7F4B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71" y="3088"/>
                <a:ext cx="163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1533" name="Group 140">
              <a:extLst>
                <a:ext uri="{FF2B5EF4-FFF2-40B4-BE49-F238E27FC236}">
                  <a16:creationId xmlns:a16="http://schemas.microsoft.com/office/drawing/2014/main" id="{9F57FC5F-3790-9FC8-5220-6D58C890369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12" y="2670"/>
              <a:ext cx="301" cy="258"/>
              <a:chOff x="3312" y="2670"/>
              <a:chExt cx="301" cy="258"/>
            </a:xfrm>
          </p:grpSpPr>
          <p:sp>
            <p:nvSpPr>
              <p:cNvPr id="21544" name="Line 141">
                <a:extLst>
                  <a:ext uri="{FF2B5EF4-FFF2-40B4-BE49-F238E27FC236}">
                    <a16:creationId xmlns:a16="http://schemas.microsoft.com/office/drawing/2014/main" id="{0F3A6671-8A07-5C55-BD94-4D67B3B1B51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568" y="2820"/>
                <a:ext cx="4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21545" name="Object 142">
                <a:extLst>
                  <a:ext uri="{FF2B5EF4-FFF2-40B4-BE49-F238E27FC236}">
                    <a16:creationId xmlns:a16="http://schemas.microsoft.com/office/drawing/2014/main" id="{47507C5F-F22E-D06C-BA48-2D4FFF18BA68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312" y="2670"/>
              <a:ext cx="238" cy="25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32" imgW="0" imgH="0" progId="Equation.3">
                      <p:embed/>
                    </p:oleObj>
                  </mc:Choice>
                  <mc:Fallback>
                    <p:oleObj name="Equation" r:id="rId32" imgW="0" imgH="0" progId="Equation.3">
                      <p:embed/>
                      <p:pic>
                        <p:nvPicPr>
                          <p:cNvPr id="0" name="Object 14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3">
                            <a:grayscl/>
                            <a:biLevel thresh="50000"/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312" y="2670"/>
                            <a:ext cx="238" cy="25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1534" name="Group 143">
              <a:extLst>
                <a:ext uri="{FF2B5EF4-FFF2-40B4-BE49-F238E27FC236}">
                  <a16:creationId xmlns:a16="http://schemas.microsoft.com/office/drawing/2014/main" id="{E5C6F142-6163-88B3-45B6-D7C80A52227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39" y="2241"/>
              <a:ext cx="2096" cy="1503"/>
              <a:chOff x="3439" y="2241"/>
              <a:chExt cx="2096" cy="1503"/>
            </a:xfrm>
          </p:grpSpPr>
          <p:sp>
            <p:nvSpPr>
              <p:cNvPr id="21535" name="Line 144">
                <a:extLst>
                  <a:ext uri="{FF2B5EF4-FFF2-40B4-BE49-F238E27FC236}">
                    <a16:creationId xmlns:a16="http://schemas.microsoft.com/office/drawing/2014/main" id="{E8D2D973-63D8-5EA2-1B08-DF865D78EE3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476" y="2819"/>
                <a:ext cx="0" cy="61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536" name="Line 145">
                <a:extLst>
                  <a:ext uri="{FF2B5EF4-FFF2-40B4-BE49-F238E27FC236}">
                    <a16:creationId xmlns:a16="http://schemas.microsoft.com/office/drawing/2014/main" id="{0CB57D77-3F2E-AE93-A90B-964F44626AC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39" y="3438"/>
                <a:ext cx="198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537" name="Line 146">
                <a:extLst>
                  <a:ext uri="{FF2B5EF4-FFF2-40B4-BE49-F238E27FC236}">
                    <a16:creationId xmlns:a16="http://schemas.microsoft.com/office/drawing/2014/main" id="{BDFFB6D9-C2AC-CC26-6DE4-757F3FD31F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571" y="2289"/>
                <a:ext cx="0" cy="141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21538" name="Object 147">
                <a:extLst>
                  <a:ext uri="{FF2B5EF4-FFF2-40B4-BE49-F238E27FC236}">
                    <a16:creationId xmlns:a16="http://schemas.microsoft.com/office/drawing/2014/main" id="{4749CDA6-106F-1437-26AA-5452CAC51463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5280" y="3476"/>
              <a:ext cx="199" cy="22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34" imgW="0" imgH="0" progId="Equation.3">
                      <p:embed/>
                    </p:oleObj>
                  </mc:Choice>
                  <mc:Fallback>
                    <p:oleObj name="Equation" r:id="rId34" imgW="0" imgH="0" progId="Equation.3">
                      <p:embed/>
                      <p:pic>
                        <p:nvPicPr>
                          <p:cNvPr id="0" name="Object 14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5">
                            <a:grayscl/>
                            <a:biLevel thresh="50000"/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280" y="3476"/>
                            <a:ext cx="199" cy="22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1539" name="Object 148">
                <a:extLst>
                  <a:ext uri="{FF2B5EF4-FFF2-40B4-BE49-F238E27FC236}">
                    <a16:creationId xmlns:a16="http://schemas.microsoft.com/office/drawing/2014/main" id="{D1504642-C554-8524-22CA-3D5227E5B3AF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368" y="3381"/>
              <a:ext cx="263" cy="36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36" imgW="0" imgH="0" progId="Equation.3">
                      <p:embed/>
                    </p:oleObj>
                  </mc:Choice>
                  <mc:Fallback>
                    <p:oleObj name="Equation" r:id="rId36" imgW="0" imgH="0" progId="Equation.3">
                      <p:embed/>
                      <p:pic>
                        <p:nvPicPr>
                          <p:cNvPr id="0" name="Object 14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7">
                            <a:grayscl/>
                            <a:biLevel thresh="50000"/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68" y="3381"/>
                            <a:ext cx="263" cy="36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1540" name="Object 149">
                <a:extLst>
                  <a:ext uri="{FF2B5EF4-FFF2-40B4-BE49-F238E27FC236}">
                    <a16:creationId xmlns:a16="http://schemas.microsoft.com/office/drawing/2014/main" id="{DEAD7E60-E88C-148A-854A-BACF5254726F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600" y="2241"/>
              <a:ext cx="220" cy="26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38" imgW="0" imgH="0" progId="Equation.3">
                      <p:embed/>
                    </p:oleObj>
                  </mc:Choice>
                  <mc:Fallback>
                    <p:oleObj name="Equation" r:id="rId38" imgW="0" imgH="0" progId="Equation.3">
                      <p:embed/>
                      <p:pic>
                        <p:nvPicPr>
                          <p:cNvPr id="0" name="Object 14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9">
                            <a:grayscl/>
                            <a:biLevel thresh="50000"/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600" y="2241"/>
                            <a:ext cx="220" cy="26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1541" name="Freeform 150">
                <a:extLst>
                  <a:ext uri="{FF2B5EF4-FFF2-40B4-BE49-F238E27FC236}">
                    <a16:creationId xmlns:a16="http://schemas.microsoft.com/office/drawing/2014/main" id="{B28B362C-BA38-4C28-772E-DB0F540AE6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25" y="2421"/>
                <a:ext cx="1324" cy="885"/>
              </a:xfrm>
              <a:custGeom>
                <a:avLst/>
                <a:gdLst>
                  <a:gd name="T0" fmla="*/ 0 w 1440"/>
                  <a:gd name="T1" fmla="*/ 752 h 960"/>
                  <a:gd name="T2" fmla="*/ 150 w 1440"/>
                  <a:gd name="T3" fmla="*/ 489 h 960"/>
                  <a:gd name="T4" fmla="*/ 372 w 1440"/>
                  <a:gd name="T5" fmla="*/ 414 h 960"/>
                  <a:gd name="T6" fmla="*/ 634 w 1440"/>
                  <a:gd name="T7" fmla="*/ 338 h 960"/>
                  <a:gd name="T8" fmla="*/ 896 w 1440"/>
                  <a:gd name="T9" fmla="*/ 226 h 960"/>
                  <a:gd name="T10" fmla="*/ 1119 w 1440"/>
                  <a:gd name="T11" fmla="*/ 0 h 96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440" h="960">
                    <a:moveTo>
                      <a:pt x="0" y="960"/>
                    </a:moveTo>
                    <a:cubicBezTo>
                      <a:pt x="56" y="828"/>
                      <a:pt x="112" y="696"/>
                      <a:pt x="192" y="624"/>
                    </a:cubicBezTo>
                    <a:cubicBezTo>
                      <a:pt x="272" y="552"/>
                      <a:pt x="376" y="560"/>
                      <a:pt x="480" y="528"/>
                    </a:cubicBezTo>
                    <a:cubicBezTo>
                      <a:pt x="584" y="496"/>
                      <a:pt x="704" y="472"/>
                      <a:pt x="816" y="432"/>
                    </a:cubicBezTo>
                    <a:cubicBezTo>
                      <a:pt x="928" y="392"/>
                      <a:pt x="1048" y="360"/>
                      <a:pt x="1152" y="288"/>
                    </a:cubicBezTo>
                    <a:cubicBezTo>
                      <a:pt x="1256" y="216"/>
                      <a:pt x="1392" y="48"/>
                      <a:pt x="1440" y="0"/>
                    </a:cubicBezTo>
                  </a:path>
                </a:pathLst>
              </a:custGeom>
              <a:noFill/>
              <a:ln w="9525" cmpd="sng">
                <a:solidFill>
                  <a:srgbClr val="FF99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21542" name="Object 151">
                <a:extLst>
                  <a:ext uri="{FF2B5EF4-FFF2-40B4-BE49-F238E27FC236}">
                    <a16:creationId xmlns:a16="http://schemas.microsoft.com/office/drawing/2014/main" id="{EC9E315B-FF85-3AFD-04C3-D54A7656FEF9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758" y="2286"/>
              <a:ext cx="777" cy="26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40" imgW="0" imgH="0" progId="Equation.3">
                      <p:embed/>
                    </p:oleObj>
                  </mc:Choice>
                  <mc:Fallback>
                    <p:oleObj name="Equation" r:id="rId40" imgW="0" imgH="0" progId="Equation.3">
                      <p:embed/>
                      <p:pic>
                        <p:nvPicPr>
                          <p:cNvPr id="0" name="Object 15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1">
                            <a:grayscl/>
                            <a:biLevel thresh="50000"/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758" y="2286"/>
                            <a:ext cx="777" cy="26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1543" name="Oval 152">
                <a:extLst>
                  <a:ext uri="{FF2B5EF4-FFF2-40B4-BE49-F238E27FC236}">
                    <a16:creationId xmlns:a16="http://schemas.microsoft.com/office/drawing/2014/main" id="{40B63638-F154-9118-C536-AEF9B7ED38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52" y="2802"/>
                <a:ext cx="41" cy="41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</p:grpSp>
      </p:grpSp>
      <p:sp>
        <p:nvSpPr>
          <p:cNvPr id="89" name="Line 154">
            <a:extLst>
              <a:ext uri="{FF2B5EF4-FFF2-40B4-BE49-F238E27FC236}">
                <a16:creationId xmlns:a16="http://schemas.microsoft.com/office/drawing/2014/main" id="{2F2E0CC5-FDF5-B129-9575-3223360E7193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" y="2057400"/>
            <a:ext cx="86106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0" name="Text Box 155">
            <a:extLst>
              <a:ext uri="{FF2B5EF4-FFF2-40B4-BE49-F238E27FC236}">
                <a16:creationId xmlns:a16="http://schemas.microsoft.com/office/drawing/2014/main" id="{ACDB7D54-DF2F-2A54-B35F-A6451863B3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0075" y="2133600"/>
            <a:ext cx="1342034" cy="46166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400" b="1">
                <a:solidFill>
                  <a:schemeClr val="tx2"/>
                </a:solidFill>
                <a:latin typeface="+mn-ea"/>
              </a:rPr>
              <a:t>analysis:</a:t>
            </a:r>
            <a:endParaRPr lang="en-US" altLang="zh-CN" sz="2400" b="1" dirty="0">
              <a:solidFill>
                <a:schemeClr val="tx2"/>
              </a:solidFill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utoUpdateAnimBg="0"/>
      <p:bldP spid="45" grpId="0" autoUpdateAnimBg="0"/>
      <p:bldP spid="46" grpId="0" autoUpdateAnimBg="0"/>
      <p:bldP spid="49" grpId="0" autoUpdateAnimBg="0"/>
      <p:bldP spid="52" grpId="0" autoUpdateAnimBg="0"/>
      <p:bldP spid="53" grpId="0" autoUpdateAnimBg="0"/>
      <p:bldP spid="54" grpId="0" autoUpdateAnimBg="0"/>
      <p:bldP spid="64" grpId="0" build="p" autoUpdateAnimBg="0"/>
      <p:bldP spid="90" grpId="0" build="p" autoUpdateAnimBg="0" advAuto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2">
            <a:extLst>
              <a:ext uri="{FF2B5EF4-FFF2-40B4-BE49-F238E27FC236}">
                <a16:creationId xmlns:a16="http://schemas.microsoft.com/office/drawing/2014/main" id="{A0D8D99E-A0CB-6A7B-8C3F-91389CDFA8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27088" y="260350"/>
            <a:ext cx="2282825" cy="690563"/>
          </a:xfrm>
        </p:spPr>
        <p:txBody>
          <a:bodyPr/>
          <a:lstStyle/>
          <a:p>
            <a:pPr>
              <a:defRPr/>
            </a:pPr>
            <a:r>
              <a:rPr lang="en-US" altLang="zh-CN" sz="2400" b="1">
                <a:latin typeface="+mn-ea"/>
                <a:ea typeface="+mn-ea"/>
              </a:rPr>
              <a:t>Theorem 2 . ifin</a:t>
            </a:r>
            <a:endParaRPr lang="zh-CN" altLang="en-US" sz="2400" dirty="0">
              <a:latin typeface="+mn-ea"/>
              <a:ea typeface="+mn-ea"/>
            </a:endParaRPr>
          </a:p>
        </p:txBody>
      </p:sp>
      <p:graphicFrame>
        <p:nvGraphicFramePr>
          <p:cNvPr id="32" name="Object 3">
            <a:extLst>
              <a:ext uri="{FF2B5EF4-FFF2-40B4-BE49-F238E27FC236}">
                <a16:creationId xmlns:a16="http://schemas.microsoft.com/office/drawing/2014/main" id="{EB58CCA4-B8B8-73E6-91EA-59A56A3EB68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67000" y="269875"/>
          <a:ext cx="428625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3">
                  <p:embed/>
                </p:oleObj>
              </mc:Choice>
              <mc:Fallback>
                <p:oleObj name="Equation" r:id="rId2" imgW="0" imgH="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269875"/>
                        <a:ext cx="428625" cy="593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Text Box 4">
            <a:extLst>
              <a:ext uri="{FF2B5EF4-FFF2-40B4-BE49-F238E27FC236}">
                <a16:creationId xmlns:a16="http://schemas.microsoft.com/office/drawing/2014/main" id="{80CC10AA-370A-FC15-AEAD-25C39B8D57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9425" y="374650"/>
            <a:ext cx="300037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/>
              <a:t>'s somedeleted neighbourhood inside</a:t>
            </a:r>
            <a:endParaRPr lang="zh-CN" altLang="en-US" sz="2400"/>
          </a:p>
        </p:txBody>
      </p:sp>
      <p:graphicFrame>
        <p:nvGraphicFramePr>
          <p:cNvPr id="34" name="Object 5">
            <a:extLst>
              <a:ext uri="{FF2B5EF4-FFF2-40B4-BE49-F238E27FC236}">
                <a16:creationId xmlns:a16="http://schemas.microsoft.com/office/drawing/2014/main" id="{1706985C-7028-F105-DB76-64F9F69AD38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92725" y="328613"/>
          <a:ext cx="13970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0" imgH="0" progId="Equation.3">
                  <p:embed/>
                </p:oleObj>
              </mc:Choice>
              <mc:Fallback>
                <p:oleObj name="Equation" r:id="rId4" imgW="0" imgH="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2725" y="328613"/>
                        <a:ext cx="13970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7">
            <a:extLst>
              <a:ext uri="{FF2B5EF4-FFF2-40B4-BE49-F238E27FC236}">
                <a16:creationId xmlns:a16="http://schemas.microsoft.com/office/drawing/2014/main" id="{C4F3728A-BB44-0D63-C625-D740D86CFF2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13400" y="774700"/>
          <a:ext cx="1681163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0" imgH="0" progId="Equation.3">
                  <p:embed/>
                </p:oleObj>
              </mc:Choice>
              <mc:Fallback>
                <p:oleObj name="Equation" r:id="rId6" imgW="0" imgH="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13400" y="774700"/>
                        <a:ext cx="1681163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Text Box 8">
            <a:extLst>
              <a:ext uri="{FF2B5EF4-FFF2-40B4-BE49-F238E27FC236}">
                <a16:creationId xmlns:a16="http://schemas.microsoft.com/office/drawing/2014/main" id="{0A470B65-D813-E1F3-7F6A-990B855598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59563" y="303213"/>
            <a:ext cx="990600" cy="461962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zh-CN" sz="2400">
                <a:latin typeface="+mn-ea"/>
              </a:rPr>
              <a:t>, and</a:t>
            </a:r>
            <a:endParaRPr lang="zh-CN" altLang="en-US" sz="2400" dirty="0">
              <a:latin typeface="+mn-ea"/>
            </a:endParaRPr>
          </a:p>
        </p:txBody>
      </p:sp>
      <p:graphicFrame>
        <p:nvGraphicFramePr>
          <p:cNvPr id="37" name="Object 9">
            <a:extLst>
              <a:ext uri="{FF2B5EF4-FFF2-40B4-BE49-F238E27FC236}">
                <a16:creationId xmlns:a16="http://schemas.microsoft.com/office/drawing/2014/main" id="{E93A1793-FE3E-10AF-4E2E-735BC7C45A9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58863" y="900113"/>
          <a:ext cx="2411412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0" imgH="0" progId="Equation.3">
                  <p:embed/>
                </p:oleObj>
              </mc:Choice>
              <mc:Fallback>
                <p:oleObj name="Equation" r:id="rId8" imgW="0" imgH="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8863" y="900113"/>
                        <a:ext cx="2411412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" name="Text Box 10">
            <a:extLst>
              <a:ext uri="{FF2B5EF4-FFF2-40B4-BE49-F238E27FC236}">
                <a16:creationId xmlns:a16="http://schemas.microsoft.com/office/drawing/2014/main" id="{AEA83CE7-CAD6-C17E-E2B4-255C7A262D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33775" y="895350"/>
            <a:ext cx="990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/>
              <a:t>then</a:t>
            </a:r>
            <a:endParaRPr lang="zh-CN" altLang="en-US"/>
          </a:p>
        </p:txBody>
      </p:sp>
      <p:graphicFrame>
        <p:nvGraphicFramePr>
          <p:cNvPr id="39" name="Object 11">
            <a:extLst>
              <a:ext uri="{FF2B5EF4-FFF2-40B4-BE49-F238E27FC236}">
                <a16:creationId xmlns:a16="http://schemas.microsoft.com/office/drawing/2014/main" id="{1A930ECD-DFBC-3C8E-737E-638F39C9EB1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30675" y="908050"/>
          <a:ext cx="10144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0" imgH="0" progId="Equation.3">
                  <p:embed/>
                </p:oleObj>
              </mc:Choice>
              <mc:Fallback>
                <p:oleObj name="Equation" r:id="rId10" imgW="0" imgH="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30675" y="908050"/>
                        <a:ext cx="10144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Object 13">
            <a:extLst>
              <a:ext uri="{FF2B5EF4-FFF2-40B4-BE49-F238E27FC236}">
                <a16:creationId xmlns:a16="http://schemas.microsoft.com/office/drawing/2014/main" id="{E4F54D14-F0B9-219D-2B7B-13D4571A0DD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64000" y="1366838"/>
          <a:ext cx="1204913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0" imgH="0" progId="Equation.3">
                  <p:embed/>
                </p:oleObj>
              </mc:Choice>
              <mc:Fallback>
                <p:oleObj name="Equation" r:id="rId12" imgW="0" imgH="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4000" y="1366838"/>
                        <a:ext cx="1204913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" name="Text Box 14">
            <a:extLst>
              <a:ext uri="{FF2B5EF4-FFF2-40B4-BE49-F238E27FC236}">
                <a16:creationId xmlns:a16="http://schemas.microsoft.com/office/drawing/2014/main" id="{12704AEF-4295-71C8-D4AB-9A8E641871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9138" y="2289175"/>
            <a:ext cx="2590800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GB" altLang="zh-CN" sz="2400" b="1">
                <a:solidFill>
                  <a:schemeClr val="tx2"/>
                </a:solidFill>
                <a:latin typeface="+mn-ea"/>
              </a:rPr>
              <a:t>Proof: use</a:t>
            </a:r>
            <a:r>
              <a:rPr lang="zh-CN" altLang="en-GB" sz="2400" b="1">
                <a:solidFill>
                  <a:schemeClr val="tx2"/>
                </a:solidFill>
                <a:latin typeface="+mn-ea"/>
              </a:rPr>
              <a:t>反</a:t>
            </a:r>
            <a:r>
              <a:rPr lang="en-GB" altLang="zh-CN" sz="2400" b="1">
                <a:solidFill>
                  <a:schemeClr val="tx2"/>
                </a:solidFill>
                <a:latin typeface="+mn-ea"/>
              </a:rPr>
              <a:t>Proof</a:t>
            </a:r>
            <a:r>
              <a:rPr lang="zh-CN" altLang="en-GB" sz="2400" b="1">
                <a:solidFill>
                  <a:schemeClr val="tx2"/>
                </a:solidFill>
                <a:latin typeface="+mn-ea"/>
              </a:rPr>
              <a:t>法</a:t>
            </a:r>
            <a:r>
              <a:rPr lang="en-GB" altLang="zh-CN" sz="2400" b="1">
                <a:solidFill>
                  <a:schemeClr val="tx2"/>
                </a:solidFill>
                <a:latin typeface="+mn-ea"/>
              </a:rPr>
              <a:t>.</a:t>
            </a:r>
            <a:endParaRPr lang="en-US" altLang="zh-CN" sz="2400" dirty="0">
              <a:latin typeface="+mn-ea"/>
            </a:endParaRPr>
          </a:p>
        </p:txBody>
      </p:sp>
      <p:sp>
        <p:nvSpPr>
          <p:cNvPr id="65" name="Text Box 16">
            <a:extLst>
              <a:ext uri="{FF2B5EF4-FFF2-40B4-BE49-F238E27FC236}">
                <a16:creationId xmlns:a16="http://schemas.microsoft.com/office/drawing/2014/main" id="{4ED33065-650D-4429-7F28-FEB5139FD3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10300" y="2286000"/>
            <a:ext cx="20574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/>
              <a:t>thenfromTheorem 1,</a:t>
            </a:r>
            <a:endParaRPr lang="en-US" altLang="zh-CN" sz="1800"/>
          </a:p>
        </p:txBody>
      </p:sp>
      <p:graphicFrame>
        <p:nvGraphicFramePr>
          <p:cNvPr id="67" name="Object 17">
            <a:extLst>
              <a:ext uri="{FF2B5EF4-FFF2-40B4-BE49-F238E27FC236}">
                <a16:creationId xmlns:a16="http://schemas.microsoft.com/office/drawing/2014/main" id="{C93F525E-2911-013A-3EAB-DF16ED8615B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35125" y="2784475"/>
          <a:ext cx="415925" cy="573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3">
                  <p:embed/>
                </p:oleObj>
              </mc:Choice>
              <mc:Fallback>
                <p:oleObj name="Equation" r:id="rId2" imgW="0" imgH="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5125" y="2784475"/>
                        <a:ext cx="415925" cy="573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" name="Text Box 18">
            <a:extLst>
              <a:ext uri="{FF2B5EF4-FFF2-40B4-BE49-F238E27FC236}">
                <a16:creationId xmlns:a16="http://schemas.microsoft.com/office/drawing/2014/main" id="{1B9D931C-80A3-C661-05D1-92BCCD562D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5488" y="2867025"/>
            <a:ext cx="3124200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2400">
                <a:latin typeface="+mn-ea"/>
              </a:rPr>
              <a:t>'s somedeleted neighbourhood ,</a:t>
            </a:r>
            <a:endParaRPr lang="en-US" altLang="zh-CN" sz="2400" dirty="0">
              <a:latin typeface="+mn-ea"/>
            </a:endParaRPr>
          </a:p>
        </p:txBody>
      </p:sp>
      <p:sp>
        <p:nvSpPr>
          <p:cNvPr id="69" name="Text Box 19">
            <a:extLst>
              <a:ext uri="{FF2B5EF4-FFF2-40B4-BE49-F238E27FC236}">
                <a16:creationId xmlns:a16="http://schemas.microsoft.com/office/drawing/2014/main" id="{6E8F39B6-9B92-D9C6-A3F2-E0830824FC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6850" y="2881313"/>
            <a:ext cx="25146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 sz="2400"/>
              <a:t>使</a:t>
            </a:r>
            <a:r>
              <a:rPr lang="en-US" altLang="zh-CN" sz="2400"/>
              <a:t>in theneighbourhood inside</a:t>
            </a:r>
            <a:endParaRPr lang="zh-CN" altLang="en-US" sz="2400"/>
          </a:p>
        </p:txBody>
      </p:sp>
      <p:graphicFrame>
        <p:nvGraphicFramePr>
          <p:cNvPr id="70" name="Object 20">
            <a:extLst>
              <a:ext uri="{FF2B5EF4-FFF2-40B4-BE49-F238E27FC236}">
                <a16:creationId xmlns:a16="http://schemas.microsoft.com/office/drawing/2014/main" id="{89C9038D-8FD2-6729-ECDF-98DD1E52B63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40425" y="2921000"/>
          <a:ext cx="1585913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0" imgH="0" progId="Equation.3">
                  <p:embed/>
                </p:oleObj>
              </mc:Choice>
              <mc:Fallback>
                <p:oleObj name="Equation" r:id="rId14" imgW="0" imgH="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0425" y="2921000"/>
                        <a:ext cx="1585913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" name="Object 23">
            <a:extLst>
              <a:ext uri="{FF2B5EF4-FFF2-40B4-BE49-F238E27FC236}">
                <a16:creationId xmlns:a16="http://schemas.microsoft.com/office/drawing/2014/main" id="{508C1575-1041-91B3-6040-F7F7B988DF4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49925" y="3603625"/>
          <a:ext cx="10795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0" imgH="0" progId="Equation.3">
                  <p:embed/>
                </p:oleObj>
              </mc:Choice>
              <mc:Fallback>
                <p:oleObj name="Equation" r:id="rId16" imgW="0" imgH="0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49925" y="3603625"/>
                        <a:ext cx="10795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" name="Text Box 25">
            <a:extLst>
              <a:ext uri="{FF2B5EF4-FFF2-40B4-BE49-F238E27FC236}">
                <a16:creationId xmlns:a16="http://schemas.microsoft.com/office/drawing/2014/main" id="{4272C80A-B264-6FCE-A766-B8FA42C7D9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4267200"/>
            <a:ext cx="2286000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2400">
                <a:latin typeface="+mn-ea"/>
              </a:rPr>
              <a:t>(similarly canProof</a:t>
            </a:r>
            <a:endParaRPr lang="zh-CN" altLang="en-US" sz="2400" dirty="0">
              <a:latin typeface="+mn-ea"/>
            </a:endParaRPr>
          </a:p>
        </p:txBody>
      </p:sp>
      <p:graphicFrame>
        <p:nvGraphicFramePr>
          <p:cNvPr id="75" name="Object 26">
            <a:extLst>
              <a:ext uri="{FF2B5EF4-FFF2-40B4-BE49-F238E27FC236}">
                <a16:creationId xmlns:a16="http://schemas.microsoft.com/office/drawing/2014/main" id="{A8C6F186-8E12-0A80-8D7D-6E24F655A7E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62200" y="4227513"/>
          <a:ext cx="13970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0" imgH="0" progId="Equation.3">
                  <p:embed/>
                </p:oleObj>
              </mc:Choice>
              <mc:Fallback>
                <p:oleObj name="Equation" r:id="rId18" imgW="0" imgH="0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4227513"/>
                        <a:ext cx="13970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" name="Text Box 27">
            <a:extLst>
              <a:ext uri="{FF2B5EF4-FFF2-40B4-BE49-F238E27FC236}">
                <a16:creationId xmlns:a16="http://schemas.microsoft.com/office/drawing/2014/main" id="{6C83C8E8-D641-FB3E-393B-E157F1FF00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3163" y="4238625"/>
            <a:ext cx="1905000" cy="46196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2400">
                <a:latin typeface="+mn-ea"/>
              </a:rPr>
              <a:t>'s case)</a:t>
            </a:r>
            <a:endParaRPr lang="en-US" altLang="zh-CN" sz="2400" dirty="0">
              <a:latin typeface="+mn-ea"/>
            </a:endParaRPr>
          </a:p>
        </p:txBody>
      </p:sp>
      <p:sp>
        <p:nvSpPr>
          <p:cNvPr id="77" name="Text Box 30">
            <a:extLst>
              <a:ext uri="{FF2B5EF4-FFF2-40B4-BE49-F238E27FC236}">
                <a16:creationId xmlns:a16="http://schemas.microsoft.com/office/drawing/2014/main" id="{66774E22-A471-6E59-D2D7-F1FD590551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3450" y="4930775"/>
            <a:ext cx="5791200" cy="46196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GB" altLang="zh-CN" sz="2400">
                <a:solidFill>
                  <a:schemeClr val="tx2"/>
                </a:solidFill>
                <a:latin typeface="+mn-ea"/>
              </a:rPr>
              <a:t>Think: ifTheorem 2 in 's condition</a:t>
            </a:r>
            <a:r>
              <a:rPr lang="zh-CN" altLang="en-GB" sz="2400">
                <a:solidFill>
                  <a:schemeClr val="tx2"/>
                </a:solidFill>
                <a:latin typeface="+mn-ea"/>
              </a:rPr>
              <a:t>改 </a:t>
            </a:r>
            <a:r>
              <a:rPr lang="en-GB" altLang="zh-CN" sz="2400">
                <a:solidFill>
                  <a:schemeClr val="tx2"/>
                </a:solidFill>
                <a:latin typeface="+mn-ea"/>
              </a:rPr>
              <a:t>is</a:t>
            </a:r>
            <a:endParaRPr lang="zh-CN" altLang="en-US" sz="2400" dirty="0">
              <a:latin typeface="+mn-ea"/>
            </a:endParaRPr>
          </a:p>
        </p:txBody>
      </p:sp>
      <p:graphicFrame>
        <p:nvGraphicFramePr>
          <p:cNvPr id="78" name="Object 31">
            <a:extLst>
              <a:ext uri="{FF2B5EF4-FFF2-40B4-BE49-F238E27FC236}">
                <a16:creationId xmlns:a16="http://schemas.microsoft.com/office/drawing/2014/main" id="{F3817EED-C820-EE20-1B56-ADCDF8D5883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67275" y="4913313"/>
          <a:ext cx="149225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0" imgH="0" progId="Equation.3">
                  <p:embed/>
                </p:oleObj>
              </mc:Choice>
              <mc:Fallback>
                <p:oleObj name="Equation" r:id="rId20" imgW="0" imgH="0" progId="Equation.3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67275" y="4913313"/>
                        <a:ext cx="149225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" name="Text Box 32">
            <a:extLst>
              <a:ext uri="{FF2B5EF4-FFF2-40B4-BE49-F238E27FC236}">
                <a16:creationId xmlns:a16="http://schemas.microsoft.com/office/drawing/2014/main" id="{0B27DB4E-57C9-437C-3982-3B34730EF0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0800" y="4876800"/>
            <a:ext cx="19050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/>
              <a:t>is </a:t>
            </a:r>
            <a:r>
              <a:rPr lang="zh-CN" altLang="en-US" sz="2400"/>
              <a:t>否 </a:t>
            </a:r>
            <a:r>
              <a:rPr lang="en-US" altLang="zh-CN" sz="2400"/>
              <a:t>must has</a:t>
            </a:r>
            <a:endParaRPr lang="zh-CN" altLang="en-US" sz="2400"/>
          </a:p>
        </p:txBody>
      </p:sp>
      <p:graphicFrame>
        <p:nvGraphicFramePr>
          <p:cNvPr id="80" name="Object 33">
            <a:extLst>
              <a:ext uri="{FF2B5EF4-FFF2-40B4-BE49-F238E27FC236}">
                <a16:creationId xmlns:a16="http://schemas.microsoft.com/office/drawing/2014/main" id="{65241558-87A6-8632-AFB8-4CA148F295E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96200" y="4875213"/>
          <a:ext cx="1143000" cy="44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0" imgH="0" progId="Equation.3">
                  <p:embed/>
                </p:oleObj>
              </mc:Choice>
              <mc:Fallback>
                <p:oleObj name="Equation" r:id="rId22" imgW="0" imgH="0" progId="Equation.3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96200" y="4875213"/>
                        <a:ext cx="1143000" cy="442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" name="Text Box 34">
            <a:extLst>
              <a:ext uri="{FF2B5EF4-FFF2-40B4-BE49-F238E27FC236}">
                <a16:creationId xmlns:a16="http://schemas.microsoft.com/office/drawing/2014/main" id="{74A83190-F572-D0B9-BCB3-09AB7B8487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5619750"/>
            <a:ext cx="12954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 b="1">
                <a:solidFill>
                  <a:srgbClr val="FF0000"/>
                </a:solidFill>
                <a:latin typeface="等线" panose="02010600030101010101" pitchFamily="2" charset="-122"/>
              </a:rPr>
              <a:t>not can !</a:t>
            </a:r>
          </a:p>
        </p:txBody>
      </p:sp>
      <p:graphicFrame>
        <p:nvGraphicFramePr>
          <p:cNvPr id="82" name="Object 35">
            <a:extLst>
              <a:ext uri="{FF2B5EF4-FFF2-40B4-BE49-F238E27FC236}">
                <a16:creationId xmlns:a16="http://schemas.microsoft.com/office/drawing/2014/main" id="{B6D8F9B4-0900-654C-0EE0-78A6F50760E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51188" y="5392738"/>
          <a:ext cx="1808162" cy="920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0" imgH="0" progId="Equation.3">
                  <p:embed/>
                </p:oleObj>
              </mc:Choice>
              <mc:Fallback>
                <p:oleObj name="Equation" r:id="rId24" imgW="0" imgH="0" progId="Equation.3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51188" y="5392738"/>
                        <a:ext cx="1808162" cy="920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" name="Text Box 36">
            <a:extLst>
              <a:ext uri="{FF2B5EF4-FFF2-40B4-BE49-F238E27FC236}">
                <a16:creationId xmlns:a16="http://schemas.microsoft.com/office/drawing/2014/main" id="{DCD15595-1090-DAD4-B1DF-CEB6B62A38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5188" y="2852738"/>
            <a:ext cx="827087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/>
              <a:t>existence</a:t>
            </a:r>
            <a:endParaRPr lang="zh-CN" altLang="en-US" sz="2400"/>
          </a:p>
        </p:txBody>
      </p:sp>
      <p:sp>
        <p:nvSpPr>
          <p:cNvPr id="84" name="Text Box 37">
            <a:extLst>
              <a:ext uri="{FF2B5EF4-FFF2-40B4-BE49-F238E27FC236}">
                <a16:creationId xmlns:a16="http://schemas.microsoft.com/office/drawing/2014/main" id="{BF92BB62-2F75-D663-68BA-BC14D21078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0" y="5619750"/>
            <a:ext cx="7620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/>
              <a:t>such as</a:t>
            </a:r>
            <a:endParaRPr lang="zh-CN" altLang="en-US" sz="2400"/>
          </a:p>
        </p:txBody>
      </p:sp>
      <p:sp>
        <p:nvSpPr>
          <p:cNvPr id="85" name="Text Box 15">
            <a:extLst>
              <a:ext uri="{FF2B5EF4-FFF2-40B4-BE49-F238E27FC236}">
                <a16:creationId xmlns:a16="http://schemas.microsoft.com/office/drawing/2014/main" id="{11BC2A4D-8084-5BA5-D6E9-05E12C0C427C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4589117" y="2285653"/>
            <a:ext cx="2133600" cy="461665"/>
          </a:xfrm>
          <a:prstGeom prst="rect">
            <a:avLst/>
          </a:prstGeom>
          <a:blipFill>
            <a:blip r:embed="rId26"/>
            <a:stretch>
              <a:fillRect l="-4734" t="-10811" b="-27027"/>
            </a:stretch>
          </a:blipFill>
          <a:ln>
            <a:noFill/>
          </a:ln>
          <a:effectLst/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sp>
        <p:nvSpPr>
          <p:cNvPr id="86" name="Text Box 40">
            <a:extLst>
              <a:ext uri="{FF2B5EF4-FFF2-40B4-BE49-F238E27FC236}">
                <a16:creationId xmlns:a16="http://schemas.microsoft.com/office/drawing/2014/main" id="{7B18673D-0CDD-2EC0-B792-33D1F9DECB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5663" y="3597275"/>
            <a:ext cx="5867400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GB" altLang="zh-CN" sz="2400">
                <a:latin typeface="+mn-ea"/>
              </a:rPr>
              <a:t>and </a:t>
            </a:r>
            <a:r>
              <a:rPr lang="zh-CN" altLang="en-GB" sz="2400">
                <a:latin typeface="+mn-ea"/>
              </a:rPr>
              <a:t>已知</a:t>
            </a:r>
            <a:r>
              <a:rPr lang="en-GB" altLang="zh-CN" sz="2400">
                <a:latin typeface="+mn-ea"/>
              </a:rPr>
              <a:t>condition</a:t>
            </a:r>
            <a:r>
              <a:rPr lang="zh-CN" altLang="en-GB" sz="2400">
                <a:latin typeface="+mn-ea"/>
              </a:rPr>
              <a:t>矛盾</a:t>
            </a:r>
            <a:r>
              <a:rPr lang="en-GB" altLang="zh-CN" sz="2400">
                <a:latin typeface="+mn-ea"/>
              </a:rPr>
              <a:t>, therefore</a:t>
            </a:r>
            <a:r>
              <a:rPr lang="zh-CN" altLang="en-GB" sz="2400">
                <a:latin typeface="+mn-ea"/>
              </a:rPr>
              <a:t>假</a:t>
            </a:r>
            <a:r>
              <a:rPr lang="en-GB" altLang="zh-CN" sz="2400">
                <a:latin typeface="+mn-ea"/>
              </a:rPr>
              <a:t>Let not </a:t>
            </a:r>
            <a:r>
              <a:rPr lang="zh-CN" altLang="en-GB" sz="2400">
                <a:latin typeface="+mn-ea"/>
              </a:rPr>
              <a:t>真</a:t>
            </a:r>
            <a:r>
              <a:rPr lang="en-GB" altLang="zh-CN" sz="2400">
                <a:latin typeface="+mn-ea"/>
              </a:rPr>
              <a:t>, hence</a:t>
            </a:r>
            <a:endParaRPr lang="en-US" altLang="zh-CN" sz="2400" dirty="0">
              <a:latin typeface="+mn-ea"/>
            </a:endParaRPr>
          </a:p>
        </p:txBody>
      </p:sp>
      <p:graphicFrame>
        <p:nvGraphicFramePr>
          <p:cNvPr id="88" name="Object 47">
            <a:extLst>
              <a:ext uri="{FF2B5EF4-FFF2-40B4-BE49-F238E27FC236}">
                <a16:creationId xmlns:a16="http://schemas.microsoft.com/office/drawing/2014/main" id="{94440CCC-B776-21BB-009E-982D1197D91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44788" y="2338388"/>
          <a:ext cx="1827212" cy="44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0" imgH="0" progId="Equation.3">
                  <p:embed/>
                </p:oleObj>
              </mc:Choice>
              <mc:Fallback>
                <p:oleObj name="Equation" r:id="rId27" imgW="0" imgH="0" progId="Equation.3">
                  <p:embed/>
                  <p:pic>
                    <p:nvPicPr>
                      <p:cNvPr id="0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4788" y="2338388"/>
                        <a:ext cx="1827212" cy="442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7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8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utoUpdateAnimBg="0"/>
      <p:bldP spid="36" grpId="0" autoUpdateAnimBg="0"/>
      <p:bldP spid="38" grpId="0" autoUpdateAnimBg="0"/>
      <p:bldP spid="60" grpId="0" autoUpdateAnimBg="0"/>
      <p:bldP spid="65" grpId="0" autoUpdateAnimBg="0"/>
      <p:bldP spid="68" grpId="0" autoUpdateAnimBg="0"/>
      <p:bldP spid="69" grpId="0" autoUpdateAnimBg="0"/>
      <p:bldP spid="74" grpId="0" autoUpdateAnimBg="0"/>
      <p:bldP spid="76" grpId="0" autoUpdateAnimBg="0"/>
      <p:bldP spid="77" grpId="0" autoUpdateAnimBg="0"/>
      <p:bldP spid="79" grpId="0" autoUpdateAnimBg="0"/>
      <p:bldP spid="81" grpId="0" autoUpdateAnimBg="0"/>
      <p:bldP spid="83" grpId="0" autoUpdateAnimBg="0"/>
      <p:bldP spid="84" grpId="0" autoUpdateAnimBg="0"/>
      <p:bldP spid="86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2">
            <a:extLst>
              <a:ext uri="{FF2B5EF4-FFF2-40B4-BE49-F238E27FC236}">
                <a16:creationId xmlns:a16="http://schemas.microsoft.com/office/drawing/2014/main" id="{95B5BAC5-0D64-423C-3B28-42A82A6794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254000"/>
            <a:ext cx="4343400" cy="609600"/>
          </a:xfrm>
        </p:spPr>
        <p:txBody>
          <a:bodyPr/>
          <a:lstStyle/>
          <a:p>
            <a:pPr>
              <a:defRPr/>
            </a:pPr>
            <a:r>
              <a:rPr lang="en-GB" altLang="zh-CN" sz="2800" b="1">
                <a:latin typeface="+mn-ea"/>
                <a:ea typeface="+mn-ea"/>
              </a:rPr>
              <a:t>3. left limit and right limit</a:t>
            </a:r>
            <a:endParaRPr lang="zh-CN" altLang="en-US" sz="2800" b="1" dirty="0">
              <a:latin typeface="+mn-ea"/>
              <a:ea typeface="+mn-ea"/>
            </a:endParaRPr>
          </a:p>
        </p:txBody>
      </p:sp>
      <p:sp>
        <p:nvSpPr>
          <p:cNvPr id="51" name="Text Box 3">
            <a:extLst>
              <a:ext uri="{FF2B5EF4-FFF2-40B4-BE49-F238E27FC236}">
                <a16:creationId xmlns:a16="http://schemas.microsoft.com/office/drawing/2014/main" id="{CC1757FD-11BD-35AC-D4A8-1C8A44588C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" y="985838"/>
            <a:ext cx="1828800" cy="461962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2400">
                <a:latin typeface="+mn-ea"/>
              </a:rPr>
              <a:t>left limit :</a:t>
            </a:r>
            <a:endParaRPr lang="en-US" altLang="zh-CN" sz="2400" dirty="0">
              <a:latin typeface="+mn-ea"/>
            </a:endParaRPr>
          </a:p>
        </p:txBody>
      </p:sp>
      <p:graphicFrame>
        <p:nvGraphicFramePr>
          <p:cNvPr id="52" name="Object 4">
            <a:extLst>
              <a:ext uri="{FF2B5EF4-FFF2-40B4-BE49-F238E27FC236}">
                <a16:creationId xmlns:a16="http://schemas.microsoft.com/office/drawing/2014/main" id="{5582EB42-A0FA-0E90-2838-4A453CCD0D7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11350" y="857250"/>
          <a:ext cx="1365250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3">
                  <p:embed/>
                </p:oleObj>
              </mc:Choice>
              <mc:Fallback>
                <p:oleObj name="Equation" r:id="rId2" imgW="0" imgH="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1350" y="857250"/>
                        <a:ext cx="1365250" cy="666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" name="Object 5">
            <a:extLst>
              <a:ext uri="{FF2B5EF4-FFF2-40B4-BE49-F238E27FC236}">
                <a16:creationId xmlns:a16="http://schemas.microsoft.com/office/drawing/2014/main" id="{A4336B7F-A52B-EF44-CE91-12793992D79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89288" y="912813"/>
          <a:ext cx="2252662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0" imgH="0" progId="Equation.3">
                  <p:embed/>
                </p:oleObj>
              </mc:Choice>
              <mc:Fallback>
                <p:oleObj name="Equation" r:id="rId4" imgW="0" imgH="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9288" y="912813"/>
                        <a:ext cx="2252662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" name="Line 7">
            <a:extLst>
              <a:ext uri="{FF2B5EF4-FFF2-40B4-BE49-F238E27FC236}">
                <a16:creationId xmlns:a16="http://schemas.microsoft.com/office/drawing/2014/main" id="{AD9FE749-FF0E-CC13-8B4A-DC650F658125}"/>
              </a:ext>
            </a:extLst>
          </p:cNvPr>
          <p:cNvSpPr>
            <a:spLocks noChangeShapeType="1"/>
          </p:cNvSpPr>
          <p:nvPr/>
        </p:nvSpPr>
        <p:spPr bwMode="auto">
          <a:xfrm>
            <a:off x="1752600" y="198755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6" name="Line 8">
            <a:extLst>
              <a:ext uri="{FF2B5EF4-FFF2-40B4-BE49-F238E27FC236}">
                <a16:creationId xmlns:a16="http://schemas.microsoft.com/office/drawing/2014/main" id="{72C8FF29-FA2E-C892-C88F-FD21CFD1F5E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752600" y="210185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57" name="Object 9">
            <a:extLst>
              <a:ext uri="{FF2B5EF4-FFF2-40B4-BE49-F238E27FC236}">
                <a16:creationId xmlns:a16="http://schemas.microsoft.com/office/drawing/2014/main" id="{06B5A434-4637-7AB5-48CE-7A2CFE84DB7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24150" y="1787525"/>
          <a:ext cx="130175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0" imgH="0" progId="Equation.3">
                  <p:embed/>
                </p:oleObj>
              </mc:Choice>
              <mc:Fallback>
                <p:oleObj name="Equation" r:id="rId6" imgW="0" imgH="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4150" y="1787525"/>
                        <a:ext cx="130175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" name="Object 10">
            <a:extLst>
              <a:ext uri="{FF2B5EF4-FFF2-40B4-BE49-F238E27FC236}">
                <a16:creationId xmlns:a16="http://schemas.microsoft.com/office/drawing/2014/main" id="{914BC23F-AD3F-1863-D869-8C8D8644A6A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38600" y="1816100"/>
          <a:ext cx="1266825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0" imgH="0" progId="Equation.3">
                  <p:embed/>
                </p:oleObj>
              </mc:Choice>
              <mc:Fallback>
                <p:oleObj name="Equation" r:id="rId8" imgW="0" imgH="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0" y="1816100"/>
                        <a:ext cx="1266825" cy="506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" name="Text Box 11">
            <a:extLst>
              <a:ext uri="{FF2B5EF4-FFF2-40B4-BE49-F238E27FC236}">
                <a16:creationId xmlns:a16="http://schemas.microsoft.com/office/drawing/2014/main" id="{5FA9F36E-DA65-A7E3-DACC-887E65CF8C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7800" y="1814513"/>
            <a:ext cx="12192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 sz="2400"/>
              <a:t>当</a:t>
            </a:r>
          </a:p>
        </p:txBody>
      </p:sp>
      <p:graphicFrame>
        <p:nvGraphicFramePr>
          <p:cNvPr id="60" name="Object 12">
            <a:extLst>
              <a:ext uri="{FF2B5EF4-FFF2-40B4-BE49-F238E27FC236}">
                <a16:creationId xmlns:a16="http://schemas.microsoft.com/office/drawing/2014/main" id="{4104647F-16CB-9B29-A70B-DA77B983ACD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81675" y="1724025"/>
          <a:ext cx="2474913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0" imgH="0" progId="Equation.3">
                  <p:embed/>
                </p:oleObj>
              </mc:Choice>
              <mc:Fallback>
                <p:oleObj name="Equation" r:id="rId10" imgW="0" imgH="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81675" y="1724025"/>
                        <a:ext cx="2474913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" name="Text Box 13">
            <a:extLst>
              <a:ext uri="{FF2B5EF4-FFF2-40B4-BE49-F238E27FC236}">
                <a16:creationId xmlns:a16="http://schemas.microsoft.com/office/drawing/2014/main" id="{B4D76496-09E8-8F4F-96A9-761F6B70FE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4763" y="2460625"/>
            <a:ext cx="1752600" cy="4603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2400">
                <a:latin typeface="+mn-ea"/>
              </a:rPr>
              <a:t>when , has</a:t>
            </a:r>
            <a:endParaRPr lang="zh-CN" altLang="en-US" sz="2400" dirty="0">
              <a:latin typeface="+mn-ea"/>
            </a:endParaRPr>
          </a:p>
        </p:txBody>
      </p:sp>
      <p:graphicFrame>
        <p:nvGraphicFramePr>
          <p:cNvPr id="62" name="Object 14">
            <a:extLst>
              <a:ext uri="{FF2B5EF4-FFF2-40B4-BE49-F238E27FC236}">
                <a16:creationId xmlns:a16="http://schemas.microsoft.com/office/drawing/2014/main" id="{20F27278-ADEA-58CF-C177-07B22BF48D1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59175" y="2403475"/>
          <a:ext cx="2411413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0" imgH="0" progId="Equation.3">
                  <p:embed/>
                </p:oleObj>
              </mc:Choice>
              <mc:Fallback>
                <p:oleObj name="Equation" r:id="rId12" imgW="0" imgH="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59175" y="2403475"/>
                        <a:ext cx="2411413" cy="63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" name="Text Box 15">
            <a:extLst>
              <a:ext uri="{FF2B5EF4-FFF2-40B4-BE49-F238E27FC236}">
                <a16:creationId xmlns:a16="http://schemas.microsoft.com/office/drawing/2014/main" id="{39DD5758-4041-6897-8543-8B307B9F96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" y="2982913"/>
            <a:ext cx="1546225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2400">
                <a:latin typeface="+mn-ea"/>
              </a:rPr>
              <a:t>right limit :</a:t>
            </a:r>
            <a:endParaRPr lang="en-US" altLang="zh-CN" sz="2400" dirty="0">
              <a:latin typeface="+mn-ea"/>
            </a:endParaRPr>
          </a:p>
        </p:txBody>
      </p:sp>
      <p:graphicFrame>
        <p:nvGraphicFramePr>
          <p:cNvPr id="72" name="Object 16">
            <a:extLst>
              <a:ext uri="{FF2B5EF4-FFF2-40B4-BE49-F238E27FC236}">
                <a16:creationId xmlns:a16="http://schemas.microsoft.com/office/drawing/2014/main" id="{FF858BF0-2C0C-2F75-66F3-5B45EF0136B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05000" y="2909888"/>
          <a:ext cx="1365250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0" imgH="0" progId="Equation.3">
                  <p:embed/>
                </p:oleObj>
              </mc:Choice>
              <mc:Fallback>
                <p:oleObj name="Equation" r:id="rId14" imgW="0" imgH="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2909888"/>
                        <a:ext cx="1365250" cy="666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" name="Object 17">
            <a:extLst>
              <a:ext uri="{FF2B5EF4-FFF2-40B4-BE49-F238E27FC236}">
                <a16:creationId xmlns:a16="http://schemas.microsoft.com/office/drawing/2014/main" id="{126AE4EC-A070-8641-DC80-803DE616235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24200" y="2998788"/>
          <a:ext cx="2252663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0" imgH="0" progId="Equation.3">
                  <p:embed/>
                </p:oleObj>
              </mc:Choice>
              <mc:Fallback>
                <p:oleObj name="Equation" r:id="rId16" imgW="0" imgH="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2998788"/>
                        <a:ext cx="2252663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" name="Line 18">
            <a:extLst>
              <a:ext uri="{FF2B5EF4-FFF2-40B4-BE49-F238E27FC236}">
                <a16:creationId xmlns:a16="http://schemas.microsoft.com/office/drawing/2014/main" id="{FB22C751-800F-5625-8D23-4096CAB63543}"/>
              </a:ext>
            </a:extLst>
          </p:cNvPr>
          <p:cNvSpPr>
            <a:spLocks noChangeShapeType="1"/>
          </p:cNvSpPr>
          <p:nvPr/>
        </p:nvSpPr>
        <p:spPr bwMode="auto">
          <a:xfrm>
            <a:off x="1771650" y="3984625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5" name="Line 19">
            <a:extLst>
              <a:ext uri="{FF2B5EF4-FFF2-40B4-BE49-F238E27FC236}">
                <a16:creationId xmlns:a16="http://schemas.microsoft.com/office/drawing/2014/main" id="{9A379234-B57C-4455-D1A5-E1877B8CA30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752600" y="4103688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76" name="Object 20">
            <a:extLst>
              <a:ext uri="{FF2B5EF4-FFF2-40B4-BE49-F238E27FC236}">
                <a16:creationId xmlns:a16="http://schemas.microsoft.com/office/drawing/2014/main" id="{C023D29E-FFF9-A54C-7797-BD999270FD7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67000" y="3803650"/>
          <a:ext cx="130175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0" imgH="0" progId="Equation.3">
                  <p:embed/>
                </p:oleObj>
              </mc:Choice>
              <mc:Fallback>
                <p:oleObj name="Equation" r:id="rId6" imgW="0" imgH="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3803650"/>
                        <a:ext cx="130175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" name="Object 21">
            <a:extLst>
              <a:ext uri="{FF2B5EF4-FFF2-40B4-BE49-F238E27FC236}">
                <a16:creationId xmlns:a16="http://schemas.microsoft.com/office/drawing/2014/main" id="{B6495EFE-B1E4-D0CB-6542-E70B6682CA8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70350" y="3832225"/>
          <a:ext cx="1266825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0" imgH="0" progId="Equation.3">
                  <p:embed/>
                </p:oleObj>
              </mc:Choice>
              <mc:Fallback>
                <p:oleObj name="Equation" r:id="rId8" imgW="0" imgH="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0350" y="3832225"/>
                        <a:ext cx="1266825" cy="506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" name="Text Box 22">
            <a:extLst>
              <a:ext uri="{FF2B5EF4-FFF2-40B4-BE49-F238E27FC236}">
                <a16:creationId xmlns:a16="http://schemas.microsoft.com/office/drawing/2014/main" id="{E34E52D6-F739-D346-254B-2ABDBB69B8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1150" y="3830638"/>
            <a:ext cx="838200" cy="461962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2400" dirty="0">
                <a:latin typeface="+mn-ea"/>
              </a:rPr>
              <a:t>当</a:t>
            </a:r>
          </a:p>
        </p:txBody>
      </p:sp>
      <p:graphicFrame>
        <p:nvGraphicFramePr>
          <p:cNvPr id="79" name="Object 23">
            <a:extLst>
              <a:ext uri="{FF2B5EF4-FFF2-40B4-BE49-F238E27FC236}">
                <a16:creationId xmlns:a16="http://schemas.microsoft.com/office/drawing/2014/main" id="{1EB3A1D9-6DF6-F9AE-0398-499DD8028B4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40425" y="3794125"/>
          <a:ext cx="2538413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0" imgH="0" progId="Equation.3">
                  <p:embed/>
                </p:oleObj>
              </mc:Choice>
              <mc:Fallback>
                <p:oleObj name="Equation" r:id="rId20" imgW="0" imgH="0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0425" y="3794125"/>
                        <a:ext cx="2538413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" name="Text Box 24">
            <a:extLst>
              <a:ext uri="{FF2B5EF4-FFF2-40B4-BE49-F238E27FC236}">
                <a16:creationId xmlns:a16="http://schemas.microsoft.com/office/drawing/2014/main" id="{99765FCF-7812-D93A-6A6C-707A595E03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0" y="4371975"/>
            <a:ext cx="1752600" cy="46196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2400">
                <a:latin typeface="+mn-ea"/>
              </a:rPr>
              <a:t>when , has</a:t>
            </a:r>
            <a:endParaRPr lang="zh-CN" altLang="en-US" sz="2400" dirty="0">
              <a:latin typeface="+mn-ea"/>
            </a:endParaRPr>
          </a:p>
        </p:txBody>
      </p:sp>
      <p:graphicFrame>
        <p:nvGraphicFramePr>
          <p:cNvPr id="81" name="Object 25">
            <a:extLst>
              <a:ext uri="{FF2B5EF4-FFF2-40B4-BE49-F238E27FC236}">
                <a16:creationId xmlns:a16="http://schemas.microsoft.com/office/drawing/2014/main" id="{F30E3390-B794-6B70-B07B-64FF36169A0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33800" y="4306888"/>
          <a:ext cx="2605088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0" imgH="0" progId="Equation.3">
                  <p:embed/>
                </p:oleObj>
              </mc:Choice>
              <mc:Fallback>
                <p:oleObj name="Equation" r:id="rId12" imgW="0" imgH="0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4306888"/>
                        <a:ext cx="2605088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" name="Text Box 26">
            <a:extLst>
              <a:ext uri="{FF2B5EF4-FFF2-40B4-BE49-F238E27FC236}">
                <a16:creationId xmlns:a16="http://schemas.microsoft.com/office/drawing/2014/main" id="{15CAFD13-9067-BCEC-B788-D6317608A8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" y="4829175"/>
            <a:ext cx="1600200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2400" b="1">
                <a:solidFill>
                  <a:schemeClr val="tx2"/>
                </a:solidFill>
                <a:latin typeface="+mn-ea"/>
              </a:rPr>
              <a:t>Theorem 3 .</a:t>
            </a:r>
            <a:endParaRPr lang="en-US" altLang="zh-CN" sz="2400" b="1" dirty="0">
              <a:solidFill>
                <a:schemeClr val="tx2"/>
              </a:solidFill>
              <a:latin typeface="+mn-ea"/>
            </a:endParaRPr>
          </a:p>
        </p:txBody>
      </p:sp>
      <p:graphicFrame>
        <p:nvGraphicFramePr>
          <p:cNvPr id="83" name="Object 27">
            <a:extLst>
              <a:ext uri="{FF2B5EF4-FFF2-40B4-BE49-F238E27FC236}">
                <a16:creationId xmlns:a16="http://schemas.microsoft.com/office/drawing/2014/main" id="{ADE619F0-1488-F991-502B-2CD076457EE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73125" y="5272088"/>
          <a:ext cx="2220913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0" imgH="0" progId="Equation.3">
                  <p:embed/>
                </p:oleObj>
              </mc:Choice>
              <mc:Fallback>
                <p:oleObj name="Equation" r:id="rId23" imgW="0" imgH="0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3125" y="5272088"/>
                        <a:ext cx="2220913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4" name="Line 28">
            <a:extLst>
              <a:ext uri="{FF2B5EF4-FFF2-40B4-BE49-F238E27FC236}">
                <a16:creationId xmlns:a16="http://schemas.microsoft.com/office/drawing/2014/main" id="{6A254962-FC48-203E-97B8-C9B23C215731}"/>
              </a:ext>
            </a:extLst>
          </p:cNvPr>
          <p:cNvSpPr>
            <a:spLocks noChangeShapeType="1"/>
          </p:cNvSpPr>
          <p:nvPr/>
        </p:nvSpPr>
        <p:spPr bwMode="auto">
          <a:xfrm>
            <a:off x="3159125" y="5487988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5" name="Line 29">
            <a:extLst>
              <a:ext uri="{FF2B5EF4-FFF2-40B4-BE49-F238E27FC236}">
                <a16:creationId xmlns:a16="http://schemas.microsoft.com/office/drawing/2014/main" id="{280F705F-41A1-A6C5-3EB6-62E7B893A8F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59125" y="5603875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86" name="Object 30">
            <a:extLst>
              <a:ext uri="{FF2B5EF4-FFF2-40B4-BE49-F238E27FC236}">
                <a16:creationId xmlns:a16="http://schemas.microsoft.com/office/drawing/2014/main" id="{D85B2177-2C19-9B4F-0B67-2DCB9C5C5B2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38600" y="5257800"/>
          <a:ext cx="4156075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0" imgH="0" progId="Equation.3">
                  <p:embed/>
                </p:oleObj>
              </mc:Choice>
              <mc:Fallback>
                <p:oleObj name="Equation" r:id="rId25" imgW="0" imgH="0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0" y="5257800"/>
                        <a:ext cx="4156075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7" name="Text Box 31">
            <a:extLst>
              <a:ext uri="{FF2B5EF4-FFF2-40B4-BE49-F238E27FC236}">
                <a16:creationId xmlns:a16="http://schemas.microsoft.com/office/drawing/2014/main" id="{3F888192-9BDD-943C-7E05-BC66EEFEDE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5881688"/>
            <a:ext cx="1981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>
                <a:solidFill>
                  <a:schemeClr val="accent2"/>
                </a:solidFill>
              </a:rPr>
              <a:t>( P30 )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autoUpdateAnimBg="0"/>
      <p:bldP spid="59" grpId="0" autoUpdateAnimBg="0"/>
      <p:bldP spid="61" grpId="0" autoUpdateAnimBg="0"/>
      <p:bldP spid="71" grpId="0" autoUpdateAnimBg="0"/>
      <p:bldP spid="78" grpId="0" autoUpdateAnimBg="0"/>
      <p:bldP spid="80" grpId="0" autoUpdateAnimBg="0"/>
      <p:bldP spid="82" grpId="0" autoUpdateAnimBg="0"/>
      <p:bldP spid="87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2">
            <a:extLst>
              <a:ext uri="{FF2B5EF4-FFF2-40B4-BE49-F238E27FC236}">
                <a16:creationId xmlns:a16="http://schemas.microsoft.com/office/drawing/2014/main" id="{FF44F3E4-4ECE-D3AF-C0EB-A3E0890198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82588"/>
            <a:ext cx="2362200" cy="685800"/>
          </a:xfrm>
        </p:spPr>
        <p:txBody>
          <a:bodyPr/>
          <a:lstStyle/>
          <a:p>
            <a:pPr>
              <a:defRPr/>
            </a:pPr>
            <a:r>
              <a:rPr lang="en-US" altLang="zh-CN" sz="2800" b="1">
                <a:latin typeface="+mn-ea"/>
                <a:ea typeface="+mn-ea"/>
              </a:rPr>
              <a:t>Example5. Letfunction</a:t>
            </a:r>
            <a:endParaRPr lang="zh-CN" altLang="en-US" sz="2800" dirty="0">
              <a:latin typeface="+mn-ea"/>
              <a:ea typeface="+mn-ea"/>
            </a:endParaRPr>
          </a:p>
        </p:txBody>
      </p:sp>
      <p:graphicFrame>
        <p:nvGraphicFramePr>
          <p:cNvPr id="45" name="Object 3">
            <a:extLst>
              <a:ext uri="{FF2B5EF4-FFF2-40B4-BE49-F238E27FC236}">
                <a16:creationId xmlns:a16="http://schemas.microsoft.com/office/drawing/2014/main" id="{C07B8A65-1BE2-38E7-E724-16903BD5726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84300" y="950913"/>
          <a:ext cx="3490913" cy="152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3">
                  <p:embed/>
                </p:oleObj>
              </mc:Choice>
              <mc:Fallback>
                <p:oleObj name="Equation" r:id="rId2" imgW="0" imgH="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4300" y="950913"/>
                        <a:ext cx="3490913" cy="152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" name="Text Box 4">
            <a:extLst>
              <a:ext uri="{FF2B5EF4-FFF2-40B4-BE49-F238E27FC236}">
                <a16:creationId xmlns:a16="http://schemas.microsoft.com/office/drawing/2014/main" id="{7DB56C97-3FBD-74E4-C4DC-48C3C56287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5513" y="2617788"/>
            <a:ext cx="12954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/>
              <a:t>discuss</a:t>
            </a:r>
            <a:endParaRPr lang="zh-CN" altLang="en-US" sz="2400"/>
          </a:p>
        </p:txBody>
      </p:sp>
      <p:graphicFrame>
        <p:nvGraphicFramePr>
          <p:cNvPr id="47" name="Object 5">
            <a:extLst>
              <a:ext uri="{FF2B5EF4-FFF2-40B4-BE49-F238E27FC236}">
                <a16:creationId xmlns:a16="http://schemas.microsoft.com/office/drawing/2014/main" id="{E69139C4-458B-BEF3-0EEB-684173E149B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98625" y="2590800"/>
          <a:ext cx="1047750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0" imgH="0" progId="Equation.3">
                  <p:embed/>
                </p:oleObj>
              </mc:Choice>
              <mc:Fallback>
                <p:oleObj name="Equation" r:id="rId4" imgW="0" imgH="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8625" y="2590800"/>
                        <a:ext cx="1047750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" name="Text Box 6">
            <a:extLst>
              <a:ext uri="{FF2B5EF4-FFF2-40B4-BE49-F238E27FC236}">
                <a16:creationId xmlns:a16="http://schemas.microsoft.com/office/drawing/2014/main" id="{73A93484-867A-8FB2-8A77-880B6A5876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200" y="2609850"/>
            <a:ext cx="15240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/>
              <a:t>when</a:t>
            </a:r>
            <a:endParaRPr lang="zh-CN" altLang="en-US" sz="2400"/>
          </a:p>
        </p:txBody>
      </p:sp>
      <p:graphicFrame>
        <p:nvGraphicFramePr>
          <p:cNvPr id="51" name="Object 7">
            <a:extLst>
              <a:ext uri="{FF2B5EF4-FFF2-40B4-BE49-F238E27FC236}">
                <a16:creationId xmlns:a16="http://schemas.microsoft.com/office/drawing/2014/main" id="{8C5B43D5-21D1-47A7-6B08-1A728251F99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36913" y="2565400"/>
          <a:ext cx="85725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0" imgH="0" progId="Equation.3">
                  <p:embed/>
                </p:oleObj>
              </mc:Choice>
              <mc:Fallback>
                <p:oleObj name="Equation" r:id="rId6" imgW="0" imgH="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6913" y="2565400"/>
                        <a:ext cx="85725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" name="Text Box 8">
            <a:extLst>
              <a:ext uri="{FF2B5EF4-FFF2-40B4-BE49-F238E27FC236}">
                <a16:creationId xmlns:a16="http://schemas.microsoft.com/office/drawing/2014/main" id="{10C3EBFD-B914-5FD9-6CA3-9B1C78191A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4163" y="2606675"/>
            <a:ext cx="27559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GB" altLang="zh-CN" sz="2400"/>
              <a:t>'s limit is </a:t>
            </a:r>
            <a:r>
              <a:rPr lang="zh-CN" altLang="en-GB" sz="2400"/>
              <a:t>否</a:t>
            </a:r>
            <a:r>
              <a:rPr lang="en-GB" altLang="zh-CN" sz="2400"/>
              <a:t>existence .</a:t>
            </a:r>
            <a:endParaRPr lang="en-US" altLang="zh-CN" sz="2400">
              <a:solidFill>
                <a:schemeClr val="accent2"/>
              </a:solidFill>
            </a:endParaRPr>
          </a:p>
        </p:txBody>
      </p:sp>
      <p:grpSp>
        <p:nvGrpSpPr>
          <p:cNvPr id="89" name="Group 23">
            <a:extLst>
              <a:ext uri="{FF2B5EF4-FFF2-40B4-BE49-F238E27FC236}">
                <a16:creationId xmlns:a16="http://schemas.microsoft.com/office/drawing/2014/main" id="{161AE5AE-E0BA-E98A-9925-A48AA8B321B6}"/>
              </a:ext>
            </a:extLst>
          </p:cNvPr>
          <p:cNvGrpSpPr>
            <a:grpSpLocks/>
          </p:cNvGrpSpPr>
          <p:nvPr/>
        </p:nvGrpSpPr>
        <p:grpSpPr bwMode="auto">
          <a:xfrm>
            <a:off x="6008688" y="546100"/>
            <a:ext cx="2065337" cy="1952625"/>
            <a:chOff x="3648" y="31"/>
            <a:chExt cx="1531" cy="1445"/>
          </a:xfrm>
        </p:grpSpPr>
        <p:sp>
          <p:nvSpPr>
            <p:cNvPr id="24610" name="Line 9">
              <a:extLst>
                <a:ext uri="{FF2B5EF4-FFF2-40B4-BE49-F238E27FC236}">
                  <a16:creationId xmlns:a16="http://schemas.microsoft.com/office/drawing/2014/main" id="{A64E04D3-F679-9229-5AAF-83F1A6D500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8" y="864"/>
              <a:ext cx="12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11" name="Line 10">
              <a:extLst>
                <a:ext uri="{FF2B5EF4-FFF2-40B4-BE49-F238E27FC236}">
                  <a16:creationId xmlns:a16="http://schemas.microsoft.com/office/drawing/2014/main" id="{BBDA899A-5E5B-C044-FE41-197420FE885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20" y="48"/>
              <a:ext cx="0" cy="14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4612" name="Object 13">
              <a:extLst>
                <a:ext uri="{FF2B5EF4-FFF2-40B4-BE49-F238E27FC236}">
                  <a16:creationId xmlns:a16="http://schemas.microsoft.com/office/drawing/2014/main" id="{AAA7CBC7-388A-CECF-5C39-05B13E0AFDD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944" y="750"/>
            <a:ext cx="235" cy="2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0" imgH="0" progId="Equation.3">
                    <p:embed/>
                  </p:oleObj>
                </mc:Choice>
                <mc:Fallback>
                  <p:oleObj name="Equation" r:id="rId8" imgW="0" imgH="0" progId="Equation.3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44" y="750"/>
                          <a:ext cx="235" cy="25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613" name="Object 14">
              <a:extLst>
                <a:ext uri="{FF2B5EF4-FFF2-40B4-BE49-F238E27FC236}">
                  <a16:creationId xmlns:a16="http://schemas.microsoft.com/office/drawing/2014/main" id="{BE651D6F-4BDC-41DF-D1FB-8B1347CE9F6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062" y="31"/>
            <a:ext cx="258" cy="3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0" imgH="0" progId="Equation.3">
                    <p:embed/>
                  </p:oleObj>
                </mc:Choice>
                <mc:Fallback>
                  <p:oleObj name="Equation" r:id="rId10" imgW="0" imgH="0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62" y="31"/>
                          <a:ext cx="258" cy="3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614" name="Object 15">
              <a:extLst>
                <a:ext uri="{FF2B5EF4-FFF2-40B4-BE49-F238E27FC236}">
                  <a16:creationId xmlns:a16="http://schemas.microsoft.com/office/drawing/2014/main" id="{65280EA5-6C4F-B238-05D2-DC348F3E1A7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080" y="846"/>
            <a:ext cx="235" cy="2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0" imgH="0" progId="Equation.3">
                    <p:embed/>
                  </p:oleObj>
                </mc:Choice>
                <mc:Fallback>
                  <p:oleObj name="Equation" r:id="rId12" imgW="0" imgH="0" progId="Equation.3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80" y="846"/>
                          <a:ext cx="235" cy="25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5" name="Oval 20">
            <a:extLst>
              <a:ext uri="{FF2B5EF4-FFF2-40B4-BE49-F238E27FC236}">
                <a16:creationId xmlns:a16="http://schemas.microsoft.com/office/drawing/2014/main" id="{A5E417F6-4478-1D6C-5ACD-C7787A0C70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83400" y="1646238"/>
            <a:ext cx="55563" cy="55562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grpSp>
        <p:nvGrpSpPr>
          <p:cNvPr id="96" name="Group 41">
            <a:extLst>
              <a:ext uri="{FF2B5EF4-FFF2-40B4-BE49-F238E27FC236}">
                <a16:creationId xmlns:a16="http://schemas.microsoft.com/office/drawing/2014/main" id="{922BF9A2-9AD1-0596-998E-5DAA92AED61F}"/>
              </a:ext>
            </a:extLst>
          </p:cNvPr>
          <p:cNvGrpSpPr>
            <a:grpSpLocks/>
          </p:cNvGrpSpPr>
          <p:nvPr/>
        </p:nvGrpSpPr>
        <p:grpSpPr bwMode="auto">
          <a:xfrm>
            <a:off x="5375275" y="1746250"/>
            <a:ext cx="1989138" cy="768350"/>
            <a:chOff x="3173" y="967"/>
            <a:chExt cx="1475" cy="569"/>
          </a:xfrm>
        </p:grpSpPr>
        <p:grpSp>
          <p:nvGrpSpPr>
            <p:cNvPr id="24605" name="Group 40">
              <a:extLst>
                <a:ext uri="{FF2B5EF4-FFF2-40B4-BE49-F238E27FC236}">
                  <a16:creationId xmlns:a16="http://schemas.microsoft.com/office/drawing/2014/main" id="{62120A87-1652-4246-2762-546425037E6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73" y="967"/>
              <a:ext cx="1475" cy="569"/>
              <a:chOff x="3173" y="967"/>
              <a:chExt cx="1475" cy="569"/>
            </a:xfrm>
          </p:grpSpPr>
          <p:sp>
            <p:nvSpPr>
              <p:cNvPr id="24607" name="Line 12">
                <a:extLst>
                  <a:ext uri="{FF2B5EF4-FFF2-40B4-BE49-F238E27FC236}">
                    <a16:creationId xmlns:a16="http://schemas.microsoft.com/office/drawing/2014/main" id="{603713A6-42E3-6764-A3E9-0ABC5D9CB7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888" y="1104"/>
                <a:ext cx="432" cy="432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24608" name="Object 16">
                <a:extLst>
                  <a:ext uri="{FF2B5EF4-FFF2-40B4-BE49-F238E27FC236}">
                    <a16:creationId xmlns:a16="http://schemas.microsoft.com/office/drawing/2014/main" id="{BF83A864-BF46-8753-2AEC-EA886893E151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328" y="967"/>
              <a:ext cx="320" cy="26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4" imgW="0" imgH="0" progId="Equation.3">
                      <p:embed/>
                    </p:oleObj>
                  </mc:Choice>
                  <mc:Fallback>
                    <p:oleObj name="Equation" r:id="rId14" imgW="0" imgH="0" progId="Equation.3">
                      <p:embed/>
                      <p:pic>
                        <p:nvPicPr>
                          <p:cNvPr id="0" name="Object 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28" y="967"/>
                            <a:ext cx="320" cy="26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4609" name="Object 19">
                <a:extLst>
                  <a:ext uri="{FF2B5EF4-FFF2-40B4-BE49-F238E27FC236}">
                    <a16:creationId xmlns:a16="http://schemas.microsoft.com/office/drawing/2014/main" id="{38884FEA-1844-D0D4-4821-ADA86399BB7C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173" y="1150"/>
              <a:ext cx="859" cy="32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6" imgW="0" imgH="0" progId="Equation.3">
                      <p:embed/>
                    </p:oleObj>
                  </mc:Choice>
                  <mc:Fallback>
                    <p:oleObj name="Equation" r:id="rId16" imgW="0" imgH="0" progId="Equation.3">
                      <p:embed/>
                      <p:pic>
                        <p:nvPicPr>
                          <p:cNvPr id="0" name="Object 1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173" y="1150"/>
                            <a:ext cx="859" cy="32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24606" name="Oval 21">
              <a:extLst>
                <a:ext uri="{FF2B5EF4-FFF2-40B4-BE49-F238E27FC236}">
                  <a16:creationId xmlns:a16="http://schemas.microsoft.com/office/drawing/2014/main" id="{44B41D4A-8514-D20A-F929-389AD75655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91" y="1084"/>
              <a:ext cx="41" cy="41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</p:grpSp>
      <p:grpSp>
        <p:nvGrpSpPr>
          <p:cNvPr id="102" name="Group 42">
            <a:extLst>
              <a:ext uri="{FF2B5EF4-FFF2-40B4-BE49-F238E27FC236}">
                <a16:creationId xmlns:a16="http://schemas.microsoft.com/office/drawing/2014/main" id="{5B59D2C2-AA31-6C5E-80EC-129C5CDD9905}"/>
              </a:ext>
            </a:extLst>
          </p:cNvPr>
          <p:cNvGrpSpPr>
            <a:grpSpLocks/>
          </p:cNvGrpSpPr>
          <p:nvPr/>
        </p:nvGrpSpPr>
        <p:grpSpPr bwMode="auto">
          <a:xfrm>
            <a:off x="6662738" y="814388"/>
            <a:ext cx="1871662" cy="792162"/>
            <a:chOff x="4128" y="278"/>
            <a:chExt cx="1387" cy="586"/>
          </a:xfrm>
        </p:grpSpPr>
        <p:sp>
          <p:nvSpPr>
            <p:cNvPr id="24601" name="Line 11">
              <a:extLst>
                <a:ext uri="{FF2B5EF4-FFF2-40B4-BE49-F238E27FC236}">
                  <a16:creationId xmlns:a16="http://schemas.microsoft.com/office/drawing/2014/main" id="{C33B135A-5C79-7A90-DCA4-7970B095234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20" y="288"/>
              <a:ext cx="432" cy="432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4602" name="Object 17">
              <a:extLst>
                <a:ext uri="{FF2B5EF4-FFF2-40B4-BE49-F238E27FC236}">
                  <a16:creationId xmlns:a16="http://schemas.microsoft.com/office/drawing/2014/main" id="{25303BD1-8B0B-5A14-F77B-AF836235C8E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128" y="604"/>
            <a:ext cx="139" cy="2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0" imgH="0" progId="Equation.3">
                    <p:embed/>
                  </p:oleObj>
                </mc:Choice>
                <mc:Fallback>
                  <p:oleObj name="Equation" r:id="rId18" imgW="0" imgH="0" progId="Equation.3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28" y="604"/>
                          <a:ext cx="139" cy="2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603" name="Object 18">
              <a:extLst>
                <a:ext uri="{FF2B5EF4-FFF2-40B4-BE49-F238E27FC236}">
                  <a16:creationId xmlns:a16="http://schemas.microsoft.com/office/drawing/2014/main" id="{8FD2937A-4F6C-47D9-D458-39F43295C45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656" y="278"/>
            <a:ext cx="859" cy="3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0" imgH="0" progId="Equation.3">
                    <p:embed/>
                  </p:oleObj>
                </mc:Choice>
                <mc:Fallback>
                  <p:oleObj name="Equation" r:id="rId20" imgW="0" imgH="0" progId="Equation.3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56" y="278"/>
                          <a:ext cx="859" cy="3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604" name="Oval 22">
              <a:extLst>
                <a:ext uri="{FF2B5EF4-FFF2-40B4-BE49-F238E27FC236}">
                  <a16:creationId xmlns:a16="http://schemas.microsoft.com/office/drawing/2014/main" id="{DB32358F-155F-18A4-B8DA-6FF6BEB7E7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91" y="689"/>
              <a:ext cx="41" cy="41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</p:grpSp>
      <p:sp>
        <p:nvSpPr>
          <p:cNvPr id="107" name="Text Box 26">
            <a:extLst>
              <a:ext uri="{FF2B5EF4-FFF2-40B4-BE49-F238E27FC236}">
                <a16:creationId xmlns:a16="http://schemas.microsoft.com/office/drawing/2014/main" id="{4339E609-28B6-9251-F1A7-1D224C88E5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3200400"/>
            <a:ext cx="2438400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  <a:defRPr/>
            </a:pPr>
            <a:r>
              <a:rPr lang="en-US" altLang="zh-CN" sz="2400" b="1">
                <a:solidFill>
                  <a:schemeClr val="tx2"/>
                </a:solidFill>
                <a:latin typeface="+mn-ea"/>
              </a:rPr>
              <a:t>Solution: </a:t>
            </a:r>
            <a:r>
              <a:rPr lang="zh-CN" altLang="en-US" sz="2400" b="1">
                <a:solidFill>
                  <a:schemeClr val="tx2"/>
                </a:solidFill>
                <a:latin typeface="+mn-ea"/>
              </a:rPr>
              <a:t>利 </a:t>
            </a:r>
            <a:r>
              <a:rPr lang="en-US" altLang="zh-CN" sz="2400" b="1">
                <a:solidFill>
                  <a:schemeClr val="tx2"/>
                </a:solidFill>
                <a:latin typeface="+mn-ea"/>
              </a:rPr>
              <a:t>useTheorem 3 .</a:t>
            </a:r>
            <a:endParaRPr lang="en-US" altLang="zh-CN" sz="2400" dirty="0">
              <a:latin typeface="+mn-ea"/>
            </a:endParaRPr>
          </a:p>
        </p:txBody>
      </p:sp>
      <p:sp>
        <p:nvSpPr>
          <p:cNvPr id="108" name="Text Box 27">
            <a:extLst>
              <a:ext uri="{FF2B5EF4-FFF2-40B4-BE49-F238E27FC236}">
                <a16:creationId xmlns:a16="http://schemas.microsoft.com/office/drawing/2014/main" id="{B87B19EE-92D8-20C2-25C5-E3CFC8CD12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46400" y="3182938"/>
            <a:ext cx="10668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/>
              <a:t>because</a:t>
            </a:r>
            <a:endParaRPr lang="zh-CN" altLang="en-US" sz="2400"/>
          </a:p>
        </p:txBody>
      </p:sp>
      <p:graphicFrame>
        <p:nvGraphicFramePr>
          <p:cNvPr id="109" name="Object 28">
            <a:extLst>
              <a:ext uri="{FF2B5EF4-FFF2-40B4-BE49-F238E27FC236}">
                <a16:creationId xmlns:a16="http://schemas.microsoft.com/office/drawing/2014/main" id="{97D19915-C405-1674-A13A-1C198D6102D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55738" y="3875088"/>
          <a:ext cx="1649412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0" imgH="0" progId="Equation.3">
                  <p:embed/>
                </p:oleObj>
              </mc:Choice>
              <mc:Fallback>
                <p:oleObj name="Equation" r:id="rId22" imgW="0" imgH="0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5738" y="3875088"/>
                        <a:ext cx="1649412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" name="Object 29">
            <a:extLst>
              <a:ext uri="{FF2B5EF4-FFF2-40B4-BE49-F238E27FC236}">
                <a16:creationId xmlns:a16="http://schemas.microsoft.com/office/drawing/2014/main" id="{0F0D5523-700B-9CB3-3C5E-D1E498558A0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19438" y="3886200"/>
          <a:ext cx="2062162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0" imgH="0" progId="Equation.3">
                  <p:embed/>
                </p:oleObj>
              </mc:Choice>
              <mc:Fallback>
                <p:oleObj name="Equation" r:id="rId24" imgW="0" imgH="0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9438" y="3886200"/>
                        <a:ext cx="2062162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" name="Object 30">
            <a:extLst>
              <a:ext uri="{FF2B5EF4-FFF2-40B4-BE49-F238E27FC236}">
                <a16:creationId xmlns:a16="http://schemas.microsoft.com/office/drawing/2014/main" id="{C7347F84-D683-0A7C-E239-CF02CD116A2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51438" y="3924300"/>
          <a:ext cx="792162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0" imgH="0" progId="Equation.3">
                  <p:embed/>
                </p:oleObj>
              </mc:Choice>
              <mc:Fallback>
                <p:oleObj name="Equation" r:id="rId26" imgW="0" imgH="0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51438" y="3924300"/>
                        <a:ext cx="792162" cy="41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" name="Object 31">
            <a:extLst>
              <a:ext uri="{FF2B5EF4-FFF2-40B4-BE49-F238E27FC236}">
                <a16:creationId xmlns:a16="http://schemas.microsoft.com/office/drawing/2014/main" id="{501EB14D-4A2F-D6F4-14DA-C13BC28E453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55738" y="4792663"/>
          <a:ext cx="1649412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0" imgH="0" progId="Equation.3">
                  <p:embed/>
                </p:oleObj>
              </mc:Choice>
              <mc:Fallback>
                <p:oleObj name="Equation" r:id="rId28" imgW="0" imgH="0" progId="Equation.3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5738" y="4792663"/>
                        <a:ext cx="1649412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" name="Object 32">
            <a:extLst>
              <a:ext uri="{FF2B5EF4-FFF2-40B4-BE49-F238E27FC236}">
                <a16:creationId xmlns:a16="http://schemas.microsoft.com/office/drawing/2014/main" id="{BB14DC9A-6BD6-F9DD-6393-10286BCBB6C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48000" y="4789488"/>
          <a:ext cx="2093913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0" imgH="0" progId="Equation.3">
                  <p:embed/>
                </p:oleObj>
              </mc:Choice>
              <mc:Fallback>
                <p:oleObj name="Equation" r:id="rId30" imgW="0" imgH="0" progId="Equation.3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4789488"/>
                        <a:ext cx="2093913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4" name="Object 33">
            <a:extLst>
              <a:ext uri="{FF2B5EF4-FFF2-40B4-BE49-F238E27FC236}">
                <a16:creationId xmlns:a16="http://schemas.microsoft.com/office/drawing/2014/main" id="{94DBCC65-EB2B-40D8-2C7C-4B33823862C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05400" y="4800600"/>
          <a:ext cx="538163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0" imgH="0" progId="Equation.3">
                  <p:embed/>
                </p:oleObj>
              </mc:Choice>
              <mc:Fallback>
                <p:oleObj name="Equation" r:id="rId32" imgW="0" imgH="0" progId="Equation.3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4800600"/>
                        <a:ext cx="538163" cy="41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5" name="Text Box 34">
            <a:extLst>
              <a:ext uri="{FF2B5EF4-FFF2-40B4-BE49-F238E27FC236}">
                <a16:creationId xmlns:a16="http://schemas.microsoft.com/office/drawing/2014/main" id="{6781A045-58DE-FC23-8991-EF83DC5C2E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6588" y="5662613"/>
            <a:ext cx="1192212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/>
              <a:t>clearly</a:t>
            </a:r>
            <a:endParaRPr lang="zh-CN" altLang="en-US" sz="2400"/>
          </a:p>
        </p:txBody>
      </p:sp>
      <p:graphicFrame>
        <p:nvGraphicFramePr>
          <p:cNvPr id="116" name="Object 35">
            <a:extLst>
              <a:ext uri="{FF2B5EF4-FFF2-40B4-BE49-F238E27FC236}">
                <a16:creationId xmlns:a16="http://schemas.microsoft.com/office/drawing/2014/main" id="{A533CA8E-CB9F-7CDD-4253-C6F833DCEB9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52563" y="5529263"/>
          <a:ext cx="2538412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4" imgW="0" imgH="0" progId="Equation.3">
                  <p:embed/>
                </p:oleObj>
              </mc:Choice>
              <mc:Fallback>
                <p:oleObj name="Equation" r:id="rId34" imgW="0" imgH="0" progId="Equation.3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2563" y="5529263"/>
                        <a:ext cx="2538412" cy="63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7" name="Text Box 36">
            <a:extLst>
              <a:ext uri="{FF2B5EF4-FFF2-40B4-BE49-F238E27FC236}">
                <a16:creationId xmlns:a16="http://schemas.microsoft.com/office/drawing/2014/main" id="{7255EB87-FF99-8E62-868A-A376239C73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5900" y="5649913"/>
            <a:ext cx="9906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/>
              <a:t>therefore</a:t>
            </a:r>
            <a:endParaRPr lang="zh-CN" altLang="en-US" sz="2400"/>
          </a:p>
        </p:txBody>
      </p:sp>
      <p:graphicFrame>
        <p:nvGraphicFramePr>
          <p:cNvPr id="118" name="Object 37">
            <a:extLst>
              <a:ext uri="{FF2B5EF4-FFF2-40B4-BE49-F238E27FC236}">
                <a16:creationId xmlns:a16="http://schemas.microsoft.com/office/drawing/2014/main" id="{6BC4C84F-8A10-2AAA-7F34-FC5CF45947F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37113" y="5556250"/>
          <a:ext cx="149225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6" imgW="0" imgH="0" progId="Equation.3">
                  <p:embed/>
                </p:oleObj>
              </mc:Choice>
              <mc:Fallback>
                <p:oleObj name="Equation" r:id="rId36" imgW="0" imgH="0" progId="Equation.3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37113" y="5556250"/>
                        <a:ext cx="149225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9" name="Text Box 38">
            <a:extLst>
              <a:ext uri="{FF2B5EF4-FFF2-40B4-BE49-F238E27FC236}">
                <a16:creationId xmlns:a16="http://schemas.microsoft.com/office/drawing/2014/main" id="{12994F21-2FA2-E6E4-838A-D350F35E28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6350" y="5613400"/>
            <a:ext cx="1524000" cy="1200329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2400">
                <a:latin typeface="+mn-ea"/>
              </a:rPr>
              <a:t>not existence .</a:t>
            </a:r>
            <a:endParaRPr lang="en-US" altLang="zh-CN" sz="2400" dirty="0"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utoUpdateAnimBg="0"/>
      <p:bldP spid="48" grpId="0" autoUpdateAnimBg="0"/>
      <p:bldP spid="52" grpId="0" autoUpdateAnimBg="0"/>
      <p:bldP spid="107" grpId="0" autoUpdateAnimBg="0"/>
      <p:bldP spid="108" grpId="0" autoUpdateAnimBg="0"/>
      <p:bldP spid="115" grpId="0" autoUpdateAnimBg="0"/>
      <p:bldP spid="117" grpId="0" autoUpdateAnimBg="0"/>
      <p:bldP spid="119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75">
            <a:extLst>
              <a:ext uri="{FF2B5EF4-FFF2-40B4-BE49-F238E27FC236}">
                <a16:creationId xmlns:a16="http://schemas.microsoft.com/office/drawing/2014/main" id="{4CEFF3F2-B55B-E1C5-571F-1BD9564240AD}"/>
              </a:ext>
            </a:extLst>
          </p:cNvPr>
          <p:cNvGrpSpPr>
            <a:grpSpLocks/>
          </p:cNvGrpSpPr>
          <p:nvPr/>
        </p:nvGrpSpPr>
        <p:grpSpPr bwMode="auto">
          <a:xfrm>
            <a:off x="3090863" y="4254500"/>
            <a:ext cx="2368550" cy="1444625"/>
            <a:chOff x="1413" y="3024"/>
            <a:chExt cx="1492" cy="910"/>
          </a:xfrm>
        </p:grpSpPr>
        <p:sp>
          <p:nvSpPr>
            <p:cNvPr id="25650" name="Line 44">
              <a:extLst>
                <a:ext uri="{FF2B5EF4-FFF2-40B4-BE49-F238E27FC236}">
                  <a16:creationId xmlns:a16="http://schemas.microsoft.com/office/drawing/2014/main" id="{EE12AC77-B4FD-2516-8DF3-958BF739545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19" y="3024"/>
              <a:ext cx="0" cy="740"/>
            </a:xfrm>
            <a:prstGeom prst="line">
              <a:avLst/>
            </a:prstGeom>
            <a:noFill/>
            <a:ln w="9525">
              <a:solidFill>
                <a:srgbClr val="00FF99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51" name="Line 45">
              <a:extLst>
                <a:ext uri="{FF2B5EF4-FFF2-40B4-BE49-F238E27FC236}">
                  <a16:creationId xmlns:a16="http://schemas.microsoft.com/office/drawing/2014/main" id="{63C57F89-B195-B67F-FB49-68A05A464B4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70" y="3024"/>
              <a:ext cx="0" cy="740"/>
            </a:xfrm>
            <a:prstGeom prst="line">
              <a:avLst/>
            </a:prstGeom>
            <a:noFill/>
            <a:ln w="9525">
              <a:solidFill>
                <a:srgbClr val="00FF99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5652" name="Object 46">
              <a:extLst>
                <a:ext uri="{FF2B5EF4-FFF2-40B4-BE49-F238E27FC236}">
                  <a16:creationId xmlns:a16="http://schemas.microsoft.com/office/drawing/2014/main" id="{7FC72023-615A-F985-D787-B6E8AAAD574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26" y="3780"/>
            <a:ext cx="179" cy="1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0" imgH="0" progId="Equation.3">
                    <p:embed/>
                  </p:oleObj>
                </mc:Choice>
                <mc:Fallback>
                  <p:oleObj name="Equation" r:id="rId2" imgW="0" imgH="0" progId="Equation.3">
                    <p:embed/>
                    <p:pic>
                      <p:nvPicPr>
                        <p:cNvPr id="0" name="Object 4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26" y="3780"/>
                          <a:ext cx="179" cy="1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53" name="Object 47">
              <a:extLst>
                <a:ext uri="{FF2B5EF4-FFF2-40B4-BE49-F238E27FC236}">
                  <a16:creationId xmlns:a16="http://schemas.microsoft.com/office/drawing/2014/main" id="{77BABF69-1943-8EF9-C0D4-98409C25407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413" y="3780"/>
            <a:ext cx="313" cy="1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0" imgH="0" progId="Equation.3">
                    <p:embed/>
                  </p:oleObj>
                </mc:Choice>
                <mc:Fallback>
                  <p:oleObj name="Equation" r:id="rId4" imgW="0" imgH="0" progId="Equation.3">
                    <p:embed/>
                    <p:pic>
                      <p:nvPicPr>
                        <p:cNvPr id="0" name="Object 4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13" y="3780"/>
                          <a:ext cx="313" cy="1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4" name="Group 77">
            <a:extLst>
              <a:ext uri="{FF2B5EF4-FFF2-40B4-BE49-F238E27FC236}">
                <a16:creationId xmlns:a16="http://schemas.microsoft.com/office/drawing/2014/main" id="{CF0EF298-E7F8-0F45-AE2B-FA71A90BCAE2}"/>
              </a:ext>
            </a:extLst>
          </p:cNvPr>
          <p:cNvGrpSpPr>
            <a:grpSpLocks/>
          </p:cNvGrpSpPr>
          <p:nvPr/>
        </p:nvGrpSpPr>
        <p:grpSpPr bwMode="auto">
          <a:xfrm>
            <a:off x="1457325" y="4348163"/>
            <a:ext cx="6257925" cy="1074737"/>
            <a:chOff x="384" y="3083"/>
            <a:chExt cx="3942" cy="677"/>
          </a:xfrm>
        </p:grpSpPr>
        <p:sp>
          <p:nvSpPr>
            <p:cNvPr id="25646" name="Line 57">
              <a:extLst>
                <a:ext uri="{FF2B5EF4-FFF2-40B4-BE49-F238E27FC236}">
                  <a16:creationId xmlns:a16="http://schemas.microsoft.com/office/drawing/2014/main" id="{665E5D44-9A4D-73F4-6E4D-D8B79F6483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" y="3233"/>
              <a:ext cx="394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47" name="Line 58">
              <a:extLst>
                <a:ext uri="{FF2B5EF4-FFF2-40B4-BE49-F238E27FC236}">
                  <a16:creationId xmlns:a16="http://schemas.microsoft.com/office/drawing/2014/main" id="{986E76DE-A99D-D837-49DD-9CAE34E8F1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" y="3619"/>
              <a:ext cx="394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5648" name="Object 59">
              <a:extLst>
                <a:ext uri="{FF2B5EF4-FFF2-40B4-BE49-F238E27FC236}">
                  <a16:creationId xmlns:a16="http://schemas.microsoft.com/office/drawing/2014/main" id="{B80D89A7-58DA-E7EF-888C-98FE88CD19D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274" y="3083"/>
            <a:ext cx="409" cy="1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0" imgH="0" progId="Equation.3">
                    <p:embed/>
                  </p:oleObj>
                </mc:Choice>
                <mc:Fallback>
                  <p:oleObj name="Equation" r:id="rId6" imgW="0" imgH="0" progId="Equation.3">
                    <p:embed/>
                    <p:pic>
                      <p:nvPicPr>
                        <p:cNvPr id="0" name="Object 5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74" y="3083"/>
                          <a:ext cx="409" cy="1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49" name="Object 61">
              <a:extLst>
                <a:ext uri="{FF2B5EF4-FFF2-40B4-BE49-F238E27FC236}">
                  <a16:creationId xmlns:a16="http://schemas.microsoft.com/office/drawing/2014/main" id="{9C7BE437-5A28-5C65-2874-ED0B0037379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824" y="3600"/>
            <a:ext cx="403" cy="1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0" imgH="0" progId="Equation.3">
                    <p:embed/>
                  </p:oleObj>
                </mc:Choice>
                <mc:Fallback>
                  <p:oleObj name="Equation" r:id="rId8" imgW="0" imgH="0" progId="Equation.3">
                    <p:embed/>
                    <p:pic>
                      <p:nvPicPr>
                        <p:cNvPr id="0" name="Object 6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24" y="3600"/>
                          <a:ext cx="403" cy="1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9" name="Rectangle 41">
            <a:extLst>
              <a:ext uri="{FF2B5EF4-FFF2-40B4-BE49-F238E27FC236}">
                <a16:creationId xmlns:a16="http://schemas.microsoft.com/office/drawing/2014/main" id="{AAF2FC8E-A021-A14C-7B61-624F11C3BE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4597400"/>
            <a:ext cx="2138363" cy="615950"/>
          </a:xfrm>
          <a:prstGeom prst="rect">
            <a:avLst/>
          </a:prstGeom>
          <a:solidFill>
            <a:srgbClr val="CCFFCC">
              <a:alpha val="50195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30" name="Rectangle 42">
            <a:extLst>
              <a:ext uri="{FF2B5EF4-FFF2-40B4-BE49-F238E27FC236}">
                <a16:creationId xmlns:a16="http://schemas.microsoft.com/office/drawing/2014/main" id="{E14B5A8A-55BC-FE45-7321-009BD823BA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1300" y="4597400"/>
            <a:ext cx="2400300" cy="615950"/>
          </a:xfrm>
          <a:prstGeom prst="rect">
            <a:avLst/>
          </a:prstGeom>
          <a:solidFill>
            <a:srgbClr val="CCFFCC">
              <a:alpha val="50195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grpSp>
        <p:nvGrpSpPr>
          <p:cNvPr id="31" name="Group 71">
            <a:extLst>
              <a:ext uri="{FF2B5EF4-FFF2-40B4-BE49-F238E27FC236}">
                <a16:creationId xmlns:a16="http://schemas.microsoft.com/office/drawing/2014/main" id="{1FBA8DB4-E409-DC84-C04B-EF808B414DD6}"/>
              </a:ext>
            </a:extLst>
          </p:cNvPr>
          <p:cNvGrpSpPr>
            <a:grpSpLocks/>
          </p:cNvGrpSpPr>
          <p:nvPr/>
        </p:nvGrpSpPr>
        <p:grpSpPr bwMode="auto">
          <a:xfrm>
            <a:off x="1612900" y="4102100"/>
            <a:ext cx="6002338" cy="1612900"/>
            <a:chOff x="482" y="2928"/>
            <a:chExt cx="3781" cy="1016"/>
          </a:xfrm>
        </p:grpSpPr>
        <p:sp>
          <p:nvSpPr>
            <p:cNvPr id="25641" name="Line 49">
              <a:extLst>
                <a:ext uri="{FF2B5EF4-FFF2-40B4-BE49-F238E27FC236}">
                  <a16:creationId xmlns:a16="http://schemas.microsoft.com/office/drawing/2014/main" id="{363B75F4-0705-80F4-22A9-B0D8F8BCFD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2" y="3759"/>
              <a:ext cx="37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42" name="Line 50">
              <a:extLst>
                <a:ext uri="{FF2B5EF4-FFF2-40B4-BE49-F238E27FC236}">
                  <a16:creationId xmlns:a16="http://schemas.microsoft.com/office/drawing/2014/main" id="{2912A861-4C54-1B28-2644-E7D234F670F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56" y="2928"/>
              <a:ext cx="0" cy="10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5643" name="Object 52">
              <a:extLst>
                <a:ext uri="{FF2B5EF4-FFF2-40B4-BE49-F238E27FC236}">
                  <a16:creationId xmlns:a16="http://schemas.microsoft.com/office/drawing/2014/main" id="{F80EA289-526F-B561-4B97-768E80CB0B2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112" y="3792"/>
            <a:ext cx="123" cy="1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0" imgH="0" progId="Equation.3">
                    <p:embed/>
                  </p:oleObj>
                </mc:Choice>
                <mc:Fallback>
                  <p:oleObj name="Equation" r:id="rId10" imgW="0" imgH="0" progId="Equation.3">
                    <p:embed/>
                    <p:pic>
                      <p:nvPicPr>
                        <p:cNvPr id="0" name="Object 5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12" y="3792"/>
                          <a:ext cx="123" cy="1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44" name="Object 53">
              <a:extLst>
                <a:ext uri="{FF2B5EF4-FFF2-40B4-BE49-F238E27FC236}">
                  <a16:creationId xmlns:a16="http://schemas.microsoft.com/office/drawing/2014/main" id="{97FB3E09-C106-59C6-83FD-1F28B388610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128" y="3787"/>
            <a:ext cx="129" cy="1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0" imgH="0" progId="Equation.3">
                    <p:embed/>
                  </p:oleObj>
                </mc:Choice>
                <mc:Fallback>
                  <p:oleObj name="Equation" r:id="rId12" imgW="0" imgH="0" progId="Equation.3">
                    <p:embed/>
                    <p:pic>
                      <p:nvPicPr>
                        <p:cNvPr id="0" name="Object 5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28" y="3787"/>
                          <a:ext cx="129" cy="1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45" name="Object 54">
              <a:extLst>
                <a:ext uri="{FF2B5EF4-FFF2-40B4-BE49-F238E27FC236}">
                  <a16:creationId xmlns:a16="http://schemas.microsoft.com/office/drawing/2014/main" id="{94EAAF2A-0B1C-F24E-AE9A-7B6DC10FFF1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064" y="2941"/>
            <a:ext cx="136" cy="1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0" imgH="0" progId="Equation.3">
                    <p:embed/>
                  </p:oleObj>
                </mc:Choice>
                <mc:Fallback>
                  <p:oleObj name="Equation" r:id="rId14" imgW="0" imgH="0" progId="Equation.3">
                    <p:embed/>
                    <p:pic>
                      <p:nvPicPr>
                        <p:cNvPr id="0" name="Object 5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64" y="2941"/>
                          <a:ext cx="136" cy="1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7" name="Group 72">
            <a:extLst>
              <a:ext uri="{FF2B5EF4-FFF2-40B4-BE49-F238E27FC236}">
                <a16:creationId xmlns:a16="http://schemas.microsoft.com/office/drawing/2014/main" id="{51FCD070-FA93-0216-07A5-9695CB9EED75}"/>
              </a:ext>
            </a:extLst>
          </p:cNvPr>
          <p:cNvGrpSpPr>
            <a:grpSpLocks/>
          </p:cNvGrpSpPr>
          <p:nvPr/>
        </p:nvGrpSpPr>
        <p:grpSpPr bwMode="auto">
          <a:xfrm>
            <a:off x="1674813" y="4435475"/>
            <a:ext cx="7250112" cy="909638"/>
            <a:chOff x="521" y="3138"/>
            <a:chExt cx="4567" cy="573"/>
          </a:xfrm>
        </p:grpSpPr>
        <p:sp>
          <p:nvSpPr>
            <p:cNvPr id="25639" name="Freeform 51">
              <a:extLst>
                <a:ext uri="{FF2B5EF4-FFF2-40B4-BE49-F238E27FC236}">
                  <a16:creationId xmlns:a16="http://schemas.microsoft.com/office/drawing/2014/main" id="{DE5A6BFE-7931-BB94-0B5E-9F967354014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1" y="3138"/>
              <a:ext cx="3665" cy="573"/>
            </a:xfrm>
            <a:custGeom>
              <a:avLst/>
              <a:gdLst>
                <a:gd name="T0" fmla="*/ 0 w 4512"/>
                <a:gd name="T1" fmla="*/ 216 h 704"/>
                <a:gd name="T2" fmla="*/ 180 w 4512"/>
                <a:gd name="T3" fmla="*/ 190 h 704"/>
                <a:gd name="T4" fmla="*/ 309 w 4512"/>
                <a:gd name="T5" fmla="*/ 164 h 704"/>
                <a:gd name="T6" fmla="*/ 463 w 4512"/>
                <a:gd name="T7" fmla="*/ 242 h 704"/>
                <a:gd name="T8" fmla="*/ 669 w 4512"/>
                <a:gd name="T9" fmla="*/ 164 h 704"/>
                <a:gd name="T10" fmla="*/ 824 w 4512"/>
                <a:gd name="T11" fmla="*/ 268 h 704"/>
                <a:gd name="T12" fmla="*/ 926 w 4512"/>
                <a:gd name="T13" fmla="*/ 216 h 704"/>
                <a:gd name="T14" fmla="*/ 1029 w 4512"/>
                <a:gd name="T15" fmla="*/ 9 h 704"/>
                <a:gd name="T16" fmla="*/ 1209 w 4512"/>
                <a:gd name="T17" fmla="*/ 268 h 704"/>
                <a:gd name="T18" fmla="*/ 1260 w 4512"/>
                <a:gd name="T19" fmla="*/ 371 h 704"/>
                <a:gd name="T20" fmla="*/ 1389 w 4512"/>
                <a:gd name="T21" fmla="*/ 216 h 704"/>
                <a:gd name="T22" fmla="*/ 1646 w 4512"/>
                <a:gd name="T23" fmla="*/ 164 h 704"/>
                <a:gd name="T24" fmla="*/ 1749 w 4512"/>
                <a:gd name="T25" fmla="*/ 242 h 704"/>
                <a:gd name="T26" fmla="*/ 2006 w 4512"/>
                <a:gd name="T27" fmla="*/ 164 h 704"/>
                <a:gd name="T28" fmla="*/ 2213 w 4512"/>
                <a:gd name="T29" fmla="*/ 216 h 704"/>
                <a:gd name="T30" fmla="*/ 2367 w 4512"/>
                <a:gd name="T31" fmla="*/ 164 h 704"/>
                <a:gd name="T32" fmla="*/ 2418 w 4512"/>
                <a:gd name="T33" fmla="*/ 164 h 70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4512" h="704">
                  <a:moveTo>
                    <a:pt x="0" y="400"/>
                  </a:moveTo>
                  <a:cubicBezTo>
                    <a:pt x="120" y="384"/>
                    <a:pt x="240" y="368"/>
                    <a:pt x="336" y="352"/>
                  </a:cubicBezTo>
                  <a:cubicBezTo>
                    <a:pt x="432" y="336"/>
                    <a:pt x="488" y="288"/>
                    <a:pt x="576" y="304"/>
                  </a:cubicBezTo>
                  <a:cubicBezTo>
                    <a:pt x="664" y="320"/>
                    <a:pt x="752" y="448"/>
                    <a:pt x="864" y="448"/>
                  </a:cubicBezTo>
                  <a:cubicBezTo>
                    <a:pt x="976" y="448"/>
                    <a:pt x="1136" y="296"/>
                    <a:pt x="1248" y="304"/>
                  </a:cubicBezTo>
                  <a:cubicBezTo>
                    <a:pt x="1360" y="312"/>
                    <a:pt x="1456" y="480"/>
                    <a:pt x="1536" y="496"/>
                  </a:cubicBezTo>
                  <a:cubicBezTo>
                    <a:pt x="1616" y="512"/>
                    <a:pt x="1664" y="480"/>
                    <a:pt x="1728" y="400"/>
                  </a:cubicBezTo>
                  <a:cubicBezTo>
                    <a:pt x="1792" y="320"/>
                    <a:pt x="1832" y="0"/>
                    <a:pt x="1920" y="16"/>
                  </a:cubicBezTo>
                  <a:cubicBezTo>
                    <a:pt x="2008" y="32"/>
                    <a:pt x="2184" y="384"/>
                    <a:pt x="2256" y="496"/>
                  </a:cubicBezTo>
                  <a:cubicBezTo>
                    <a:pt x="2328" y="608"/>
                    <a:pt x="2296" y="704"/>
                    <a:pt x="2352" y="688"/>
                  </a:cubicBezTo>
                  <a:cubicBezTo>
                    <a:pt x="2408" y="672"/>
                    <a:pt x="2472" y="464"/>
                    <a:pt x="2592" y="400"/>
                  </a:cubicBezTo>
                  <a:cubicBezTo>
                    <a:pt x="2712" y="336"/>
                    <a:pt x="2960" y="296"/>
                    <a:pt x="3072" y="304"/>
                  </a:cubicBezTo>
                  <a:cubicBezTo>
                    <a:pt x="3184" y="312"/>
                    <a:pt x="3152" y="448"/>
                    <a:pt x="3264" y="448"/>
                  </a:cubicBezTo>
                  <a:cubicBezTo>
                    <a:pt x="3376" y="448"/>
                    <a:pt x="3600" y="312"/>
                    <a:pt x="3744" y="304"/>
                  </a:cubicBezTo>
                  <a:cubicBezTo>
                    <a:pt x="3888" y="296"/>
                    <a:pt x="4016" y="400"/>
                    <a:pt x="4128" y="400"/>
                  </a:cubicBezTo>
                  <a:cubicBezTo>
                    <a:pt x="4240" y="400"/>
                    <a:pt x="4352" y="320"/>
                    <a:pt x="4416" y="304"/>
                  </a:cubicBezTo>
                  <a:cubicBezTo>
                    <a:pt x="4480" y="288"/>
                    <a:pt x="4496" y="304"/>
                    <a:pt x="4512" y="304"/>
                  </a:cubicBezTo>
                </a:path>
              </a:pathLst>
            </a:custGeom>
            <a:noFill/>
            <a:ln w="19050" cmpd="sng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5640" name="Object 55">
              <a:extLst>
                <a:ext uri="{FF2B5EF4-FFF2-40B4-BE49-F238E27FC236}">
                  <a16:creationId xmlns:a16="http://schemas.microsoft.com/office/drawing/2014/main" id="{7610BBBE-D47A-83C8-0D80-B0383B10CA3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40" y="3168"/>
            <a:ext cx="748" cy="2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0" imgH="0" progId="Equation.3">
                    <p:embed/>
                  </p:oleObj>
                </mc:Choice>
                <mc:Fallback>
                  <p:oleObj name="Equation" r:id="rId16" imgW="0" imgH="0" progId="Equation.3">
                    <p:embed/>
                    <p:pic>
                      <p:nvPicPr>
                        <p:cNvPr id="0" name="Object 5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40" y="3168"/>
                          <a:ext cx="748" cy="23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0" name="Group 79">
            <a:extLst>
              <a:ext uri="{FF2B5EF4-FFF2-40B4-BE49-F238E27FC236}">
                <a16:creationId xmlns:a16="http://schemas.microsoft.com/office/drawing/2014/main" id="{D90B156A-D37F-269E-9163-7CBA64466E7B}"/>
              </a:ext>
            </a:extLst>
          </p:cNvPr>
          <p:cNvGrpSpPr>
            <a:grpSpLocks/>
          </p:cNvGrpSpPr>
          <p:nvPr/>
        </p:nvGrpSpPr>
        <p:grpSpPr bwMode="auto">
          <a:xfrm>
            <a:off x="1371600" y="4773613"/>
            <a:ext cx="6334125" cy="242887"/>
            <a:chOff x="864" y="3007"/>
            <a:chExt cx="3990" cy="153"/>
          </a:xfrm>
        </p:grpSpPr>
        <p:graphicFrame>
          <p:nvGraphicFramePr>
            <p:cNvPr id="25637" name="Object 60">
              <a:extLst>
                <a:ext uri="{FF2B5EF4-FFF2-40B4-BE49-F238E27FC236}">
                  <a16:creationId xmlns:a16="http://schemas.microsoft.com/office/drawing/2014/main" id="{AD5887BA-8B00-5804-6F10-402FA39BDB8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595" y="3007"/>
            <a:ext cx="141" cy="1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0" imgH="0" progId="Equation.3">
                    <p:embed/>
                  </p:oleObj>
                </mc:Choice>
                <mc:Fallback>
                  <p:oleObj name="Equation" r:id="rId18" imgW="0" imgH="0" progId="Equation.3">
                    <p:embed/>
                    <p:pic>
                      <p:nvPicPr>
                        <p:cNvPr id="0" name="Object 6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95" y="3007"/>
                          <a:ext cx="141" cy="15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638" name="Line 62">
              <a:extLst>
                <a:ext uri="{FF2B5EF4-FFF2-40B4-BE49-F238E27FC236}">
                  <a16:creationId xmlns:a16="http://schemas.microsoft.com/office/drawing/2014/main" id="{73DECA25-7B7C-C51B-4F27-98B0757F37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3083"/>
              <a:ext cx="3990" cy="0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5608" name="Rectangle 2">
            <a:extLst>
              <a:ext uri="{FF2B5EF4-FFF2-40B4-BE49-F238E27FC236}">
                <a16:creationId xmlns:a16="http://schemas.microsoft.com/office/drawing/2014/main" id="{9D1033E8-987E-8F9B-9086-16AD0BDF0B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152400"/>
            <a:ext cx="6858000" cy="685800"/>
          </a:xfrm>
        </p:spPr>
        <p:txBody>
          <a:bodyPr/>
          <a:lstStyle/>
          <a:p>
            <a:r>
              <a:rPr lang="en-GB" altLang="zh-CN" sz="3200" b="1">
                <a:ea typeface="楷体_GB2312" pitchFamily="49" charset="-122"/>
              </a:rPr>
              <a:t>II. independent variabletends toinfinity when Limits of Functions</a:t>
            </a:r>
            <a:endParaRPr lang="zh-CN" altLang="en-US" sz="3200" b="1">
              <a:ea typeface="楷体_GB2312" pitchFamily="49" charset="-122"/>
            </a:endParaRPr>
          </a:p>
        </p:txBody>
      </p:sp>
      <p:sp>
        <p:nvSpPr>
          <p:cNvPr id="44" name="Text Box 3">
            <a:extLst>
              <a:ext uri="{FF2B5EF4-FFF2-40B4-BE49-F238E27FC236}">
                <a16:creationId xmlns:a16="http://schemas.microsoft.com/office/drawing/2014/main" id="{5EACFF3E-2224-A8A5-DD80-F7E23AFC93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792163"/>
            <a:ext cx="2895600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zh-CN" sz="2400" b="1">
                <a:solidFill>
                  <a:schemeClr val="tx2"/>
                </a:solidFill>
                <a:latin typeface="+mn-ea"/>
              </a:rPr>
              <a:t>Definition2 . Letfunction</a:t>
            </a:r>
            <a:endParaRPr lang="zh-CN" altLang="en-US" sz="2400" dirty="0">
              <a:latin typeface="+mn-ea"/>
            </a:endParaRPr>
          </a:p>
        </p:txBody>
      </p:sp>
      <p:graphicFrame>
        <p:nvGraphicFramePr>
          <p:cNvPr id="45" name="Object 4">
            <a:extLst>
              <a:ext uri="{FF2B5EF4-FFF2-40B4-BE49-F238E27FC236}">
                <a16:creationId xmlns:a16="http://schemas.microsoft.com/office/drawing/2014/main" id="{C99FF2CF-57F0-4F5B-C57E-C67C29C90EA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98738" y="833438"/>
          <a:ext cx="1460500" cy="46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0" imgH="0" progId="Equation.3">
                  <p:embed/>
                </p:oleObj>
              </mc:Choice>
              <mc:Fallback>
                <p:oleObj name="Equation" r:id="rId20" imgW="0" imgH="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8738" y="833438"/>
                        <a:ext cx="1460500" cy="461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" name="Text Box 8">
            <a:extLst>
              <a:ext uri="{FF2B5EF4-FFF2-40B4-BE49-F238E27FC236}">
                <a16:creationId xmlns:a16="http://schemas.microsoft.com/office/drawing/2014/main" id="{F995EEAF-FFE6-56A2-D807-6A25FE708E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02100" y="808038"/>
            <a:ext cx="3390900" cy="1200329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GB" altLang="zh-CN" sz="2400">
                <a:latin typeface="+mn-ea"/>
              </a:rPr>
              <a:t>greater than some</a:t>
            </a:r>
            <a:r>
              <a:rPr lang="zh-CN" altLang="en-GB" sz="2400">
                <a:latin typeface="+mn-ea"/>
              </a:rPr>
              <a:t>一</a:t>
            </a:r>
            <a:r>
              <a:rPr lang="en-GB" altLang="zh-CN" sz="2400">
                <a:latin typeface="+mn-ea"/>
              </a:rPr>
              <a:t>positive number when has Definition,</a:t>
            </a:r>
            <a:endParaRPr lang="en-US" altLang="zh-CN" sz="2400" dirty="0">
              <a:latin typeface="+mn-ea"/>
            </a:endParaRPr>
          </a:p>
        </p:txBody>
      </p:sp>
      <p:sp>
        <p:nvSpPr>
          <p:cNvPr id="47" name="Text Box 9">
            <a:extLst>
              <a:ext uri="{FF2B5EF4-FFF2-40B4-BE49-F238E27FC236}">
                <a16:creationId xmlns:a16="http://schemas.microsoft.com/office/drawing/2014/main" id="{BF228093-AE7D-19F7-9596-40C2957F00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16800" y="806450"/>
            <a:ext cx="6096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/>
              <a:t>if</a:t>
            </a:r>
            <a:endParaRPr lang="zh-CN" altLang="en-US" sz="2400"/>
          </a:p>
        </p:txBody>
      </p:sp>
      <p:graphicFrame>
        <p:nvGraphicFramePr>
          <p:cNvPr id="48" name="Object 10">
            <a:extLst>
              <a:ext uri="{FF2B5EF4-FFF2-40B4-BE49-F238E27FC236}">
                <a16:creationId xmlns:a16="http://schemas.microsoft.com/office/drawing/2014/main" id="{DFFFB8BB-A575-6823-DBE6-1D237075A0E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71625" y="1527175"/>
          <a:ext cx="1008063" cy="319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0" imgH="0" progId="Equation.3">
                  <p:embed/>
                </p:oleObj>
              </mc:Choice>
              <mc:Fallback>
                <p:oleObj name="Equation" r:id="rId22" imgW="0" imgH="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1625" y="1527175"/>
                        <a:ext cx="1008063" cy="319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" name="Object 12">
            <a:extLst>
              <a:ext uri="{FF2B5EF4-FFF2-40B4-BE49-F238E27FC236}">
                <a16:creationId xmlns:a16="http://schemas.microsoft.com/office/drawing/2014/main" id="{F330F6A2-6E59-37CC-31BE-BA3A4B77B07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28900" y="1441450"/>
          <a:ext cx="4133850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0" imgH="0" progId="Equation.3">
                  <p:embed/>
                </p:oleObj>
              </mc:Choice>
              <mc:Fallback>
                <p:oleObj name="Equation" r:id="rId24" imgW="0" imgH="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8900" y="1441450"/>
                        <a:ext cx="4133850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" name="Text Box 15">
            <a:extLst>
              <a:ext uri="{FF2B5EF4-FFF2-40B4-BE49-F238E27FC236}">
                <a16:creationId xmlns:a16="http://schemas.microsoft.com/office/drawing/2014/main" id="{C685525A-EF78-991F-7CB8-FB8DB73BEA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3388" y="1435100"/>
            <a:ext cx="16764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/>
              <a:t>then</a:t>
            </a:r>
            <a:r>
              <a:rPr lang="zh-CN" altLang="en-US" sz="2400"/>
              <a:t>称</a:t>
            </a:r>
            <a:r>
              <a:rPr lang="en-US" altLang="zh-CN" sz="2400"/>
              <a:t>constant</a:t>
            </a:r>
            <a:endParaRPr lang="zh-CN" altLang="en-US" sz="2400"/>
          </a:p>
        </p:txBody>
      </p:sp>
      <p:sp>
        <p:nvSpPr>
          <p:cNvPr id="51" name="Text Box 18">
            <a:extLst>
              <a:ext uri="{FF2B5EF4-FFF2-40B4-BE49-F238E27FC236}">
                <a16:creationId xmlns:a16="http://schemas.microsoft.com/office/drawing/2014/main" id="{0A250EE0-B988-F53D-2801-B34F1749A7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1588" y="2132013"/>
            <a:ext cx="1828800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2400">
                <a:latin typeface="+mn-ea"/>
              </a:rPr>
              <a:t>when 's limit,</a:t>
            </a:r>
            <a:endParaRPr lang="en-US" altLang="zh-CN" sz="2400" dirty="0">
              <a:latin typeface="+mn-ea"/>
            </a:endParaRPr>
          </a:p>
        </p:txBody>
      </p:sp>
      <p:graphicFrame>
        <p:nvGraphicFramePr>
          <p:cNvPr id="52" name="Object 19">
            <a:extLst>
              <a:ext uri="{FF2B5EF4-FFF2-40B4-BE49-F238E27FC236}">
                <a16:creationId xmlns:a16="http://schemas.microsoft.com/office/drawing/2014/main" id="{E91A1F35-D6BA-DB65-39BE-0B6E0D688A3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00200" y="2733675"/>
          <a:ext cx="1776413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0" imgH="0" progId="Equation.3">
                  <p:embed/>
                </p:oleObj>
              </mc:Choice>
              <mc:Fallback>
                <p:oleObj name="Equation" r:id="rId26" imgW="0" imgH="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2733675"/>
                        <a:ext cx="1776413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" name="Object 20">
            <a:extLst>
              <a:ext uri="{FF2B5EF4-FFF2-40B4-BE49-F238E27FC236}">
                <a16:creationId xmlns:a16="http://schemas.microsoft.com/office/drawing/2014/main" id="{1D81A4B2-D36C-F074-B02D-4586C9E2163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48088" y="2724150"/>
          <a:ext cx="3200400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0" imgH="0" progId="Equation.3">
                  <p:embed/>
                </p:oleObj>
              </mc:Choice>
              <mc:Fallback>
                <p:oleObj name="Equation" r:id="rId28" imgW="0" imgH="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48088" y="2724150"/>
                        <a:ext cx="3200400" cy="387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" name="Text Box 21">
            <a:extLst>
              <a:ext uri="{FF2B5EF4-FFF2-40B4-BE49-F238E27FC236}">
                <a16:creationId xmlns:a16="http://schemas.microsoft.com/office/drawing/2014/main" id="{D28C6FFA-6036-1190-6496-BC085E484D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9113" y="3930650"/>
            <a:ext cx="1981200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2400" b="1">
                <a:solidFill>
                  <a:schemeClr val="tx2"/>
                </a:solidFill>
                <a:latin typeface="+mn-ea"/>
              </a:rPr>
              <a:t>geometricSolution</a:t>
            </a:r>
            <a:r>
              <a:rPr lang="zh-CN" altLang="en-US" sz="2400" b="1">
                <a:solidFill>
                  <a:schemeClr val="tx2"/>
                </a:solidFill>
                <a:latin typeface="+mn-ea"/>
              </a:rPr>
              <a:t>释</a:t>
            </a:r>
            <a:r>
              <a:rPr lang="en-US" altLang="zh-CN" sz="2400" b="1">
                <a:solidFill>
                  <a:schemeClr val="tx2"/>
                </a:solidFill>
                <a:latin typeface="+mn-ea"/>
              </a:rPr>
              <a:t>:</a:t>
            </a:r>
            <a:endParaRPr lang="en-US" altLang="zh-CN" sz="2400" b="1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55" name="Rectangle 22">
            <a:extLst>
              <a:ext uri="{FF2B5EF4-FFF2-40B4-BE49-F238E27FC236}">
                <a16:creationId xmlns:a16="http://schemas.microsoft.com/office/drawing/2014/main" id="{DEEA3341-9680-E96D-FF1B-01BF550C5D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8800" y="3313113"/>
            <a:ext cx="3200400" cy="457200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graphicFrame>
        <p:nvGraphicFramePr>
          <p:cNvPr id="56" name="Object 23">
            <a:extLst>
              <a:ext uri="{FF2B5EF4-FFF2-40B4-BE49-F238E27FC236}">
                <a16:creationId xmlns:a16="http://schemas.microsoft.com/office/drawing/2014/main" id="{5E1793BB-210A-22C8-E307-97934624CB6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83238" y="3395663"/>
          <a:ext cx="3092450" cy="414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0" imgH="0" progId="Equation.3">
                  <p:embed/>
                </p:oleObj>
              </mc:Choice>
              <mc:Fallback>
                <p:oleObj name="Equation" r:id="rId30" imgW="0" imgH="0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3238" y="3395663"/>
                        <a:ext cx="3092450" cy="414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7" name="Group 78">
            <a:extLst>
              <a:ext uri="{FF2B5EF4-FFF2-40B4-BE49-F238E27FC236}">
                <a16:creationId xmlns:a16="http://schemas.microsoft.com/office/drawing/2014/main" id="{1ABCDF99-ABF5-F2E6-B411-FC0767D6A613}"/>
              </a:ext>
            </a:extLst>
          </p:cNvPr>
          <p:cNvGrpSpPr>
            <a:grpSpLocks/>
          </p:cNvGrpSpPr>
          <p:nvPr/>
        </p:nvGrpSpPr>
        <p:grpSpPr bwMode="auto">
          <a:xfrm>
            <a:off x="5156200" y="1981200"/>
            <a:ext cx="2159000" cy="1295400"/>
            <a:chOff x="3744" y="1248"/>
            <a:chExt cx="1360" cy="816"/>
          </a:xfrm>
        </p:grpSpPr>
        <p:sp>
          <p:nvSpPr>
            <p:cNvPr id="25635" name="Line 25">
              <a:extLst>
                <a:ext uri="{FF2B5EF4-FFF2-40B4-BE49-F238E27FC236}">
                  <a16:creationId xmlns:a16="http://schemas.microsoft.com/office/drawing/2014/main" id="{DA382EC8-CBB7-A1DB-FBDB-179261A13D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44" y="1248"/>
              <a:ext cx="1360" cy="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36" name="Line 26">
              <a:extLst>
                <a:ext uri="{FF2B5EF4-FFF2-40B4-BE49-F238E27FC236}">
                  <a16:creationId xmlns:a16="http://schemas.microsoft.com/office/drawing/2014/main" id="{3C86B60B-2C66-62D0-1A54-2821E2F4E5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60" y="1248"/>
              <a:ext cx="0" cy="816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0" name="Group 82">
            <a:extLst>
              <a:ext uri="{FF2B5EF4-FFF2-40B4-BE49-F238E27FC236}">
                <a16:creationId xmlns:a16="http://schemas.microsoft.com/office/drawing/2014/main" id="{5E9DDF7F-BFAB-97D5-79E2-55FC6A38F510}"/>
              </a:ext>
            </a:extLst>
          </p:cNvPr>
          <p:cNvGrpSpPr>
            <a:grpSpLocks/>
          </p:cNvGrpSpPr>
          <p:nvPr/>
        </p:nvGrpSpPr>
        <p:grpSpPr bwMode="auto">
          <a:xfrm>
            <a:off x="3124200" y="1981200"/>
            <a:ext cx="1223963" cy="1295400"/>
            <a:chOff x="1984" y="1200"/>
            <a:chExt cx="771" cy="864"/>
          </a:xfrm>
        </p:grpSpPr>
        <p:sp>
          <p:nvSpPr>
            <p:cNvPr id="25633" name="Line 28">
              <a:extLst>
                <a:ext uri="{FF2B5EF4-FFF2-40B4-BE49-F238E27FC236}">
                  <a16:creationId xmlns:a16="http://schemas.microsoft.com/office/drawing/2014/main" id="{6A78B779-8864-9717-1A25-4EB7B1BD1F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84" y="1200"/>
              <a:ext cx="771" cy="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34" name="Line 29">
              <a:extLst>
                <a:ext uri="{FF2B5EF4-FFF2-40B4-BE49-F238E27FC236}">
                  <a16:creationId xmlns:a16="http://schemas.microsoft.com/office/drawing/2014/main" id="{B5B00288-6870-0487-EE78-0667B9E67D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4" y="1200"/>
              <a:ext cx="0" cy="864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3" name="Rectangle 30">
            <a:extLst>
              <a:ext uri="{FF2B5EF4-FFF2-40B4-BE49-F238E27FC236}">
                <a16:creationId xmlns:a16="http://schemas.microsoft.com/office/drawing/2014/main" id="{EE2D5FFB-FD65-1E07-82C6-7B6B61D891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3800" y="3314700"/>
            <a:ext cx="2667000" cy="468313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graphicFrame>
        <p:nvGraphicFramePr>
          <p:cNvPr id="64" name="Object 32">
            <a:extLst>
              <a:ext uri="{FF2B5EF4-FFF2-40B4-BE49-F238E27FC236}">
                <a16:creationId xmlns:a16="http://schemas.microsoft.com/office/drawing/2014/main" id="{E097CB05-A77C-FF62-8A36-DC2B890D28C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16200" y="3381375"/>
          <a:ext cx="2259013" cy="41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0" imgH="0" progId="Equation.3">
                  <p:embed/>
                </p:oleObj>
              </mc:Choice>
              <mc:Fallback>
                <p:oleObj name="Equation" r:id="rId32" imgW="0" imgH="0" progId="Equation.3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6200" y="3381375"/>
                        <a:ext cx="2259013" cy="414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" name="Text Box 35">
            <a:extLst>
              <a:ext uri="{FF2B5EF4-FFF2-40B4-BE49-F238E27FC236}">
                <a16:creationId xmlns:a16="http://schemas.microsoft.com/office/drawing/2014/main" id="{14C0B70C-7459-A94C-5D6D-D6C57DAEC4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6213" y="2136775"/>
            <a:ext cx="9144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/>
              <a:t>denoted by</a:t>
            </a:r>
            <a:endParaRPr lang="zh-CN" altLang="en-US" sz="2400"/>
          </a:p>
        </p:txBody>
      </p:sp>
      <p:sp>
        <p:nvSpPr>
          <p:cNvPr id="66" name="Text Box 36">
            <a:extLst>
              <a:ext uri="{FF2B5EF4-FFF2-40B4-BE49-F238E27FC236}">
                <a16:creationId xmlns:a16="http://schemas.microsoft.com/office/drawing/2014/main" id="{190F549C-FBE1-89B6-5944-14C0FB8157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0450" y="5873750"/>
            <a:ext cx="25273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GB" altLang="zh-CN" sz="2400"/>
              <a:t>line y = A is curve</a:t>
            </a:r>
            <a:endParaRPr lang="zh-CN" altLang="en-US" sz="2400"/>
          </a:p>
        </p:txBody>
      </p:sp>
      <p:graphicFrame>
        <p:nvGraphicFramePr>
          <p:cNvPr id="67" name="Object 37">
            <a:extLst>
              <a:ext uri="{FF2B5EF4-FFF2-40B4-BE49-F238E27FC236}">
                <a16:creationId xmlns:a16="http://schemas.microsoft.com/office/drawing/2014/main" id="{860F9369-6A08-9293-95AC-20F1AFE75CE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05200" y="5867400"/>
          <a:ext cx="13208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4" imgW="0" imgH="0" progId="Equation.3">
                  <p:embed/>
                </p:oleObj>
              </mc:Choice>
              <mc:Fallback>
                <p:oleObj name="Equation" r:id="rId34" imgW="0" imgH="0" progId="Equation.3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5867400"/>
                        <a:ext cx="13208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" name="Text Box 38">
            <a:extLst>
              <a:ext uri="{FF2B5EF4-FFF2-40B4-BE49-F238E27FC236}">
                <a16:creationId xmlns:a16="http://schemas.microsoft.com/office/drawing/2014/main" id="{F16F5B51-851B-EB02-73FD-FA192D85C6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65688" y="5822950"/>
            <a:ext cx="25146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/>
              <a:t>'s horizontal asymptote</a:t>
            </a:r>
            <a:endParaRPr lang="zh-CN" altLang="en-US" sz="2400"/>
          </a:p>
        </p:txBody>
      </p:sp>
      <p:graphicFrame>
        <p:nvGraphicFramePr>
          <p:cNvPr id="69" name="Object 39">
            <a:extLst>
              <a:ext uri="{FF2B5EF4-FFF2-40B4-BE49-F238E27FC236}">
                <a16:creationId xmlns:a16="http://schemas.microsoft.com/office/drawing/2014/main" id="{9D90E73C-F058-0CDC-93C9-E4A426934DF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3088" y="1555750"/>
          <a:ext cx="974725" cy="32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5" imgW="0" imgH="0" progId="Equation.3">
                  <p:embed/>
                </p:oleObj>
              </mc:Choice>
              <mc:Fallback>
                <p:oleObj name="Equation" r:id="rId35" imgW="0" imgH="0" progId="Equation.3">
                  <p:embed/>
                  <p:pic>
                    <p:nvPicPr>
                      <p:cNvPr id="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3088" y="1555750"/>
                        <a:ext cx="974725" cy="320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" name="Object 40">
            <a:extLst>
              <a:ext uri="{FF2B5EF4-FFF2-40B4-BE49-F238E27FC236}">
                <a16:creationId xmlns:a16="http://schemas.microsoft.com/office/drawing/2014/main" id="{45CCA146-DB1D-CDD0-C709-B1FB0AA8991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76400" y="2117725"/>
          <a:ext cx="2146300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7" imgW="0" imgH="0" progId="Equation.3">
                  <p:embed/>
                </p:oleObj>
              </mc:Choice>
              <mc:Fallback>
                <p:oleObj name="Equation" r:id="rId37" imgW="0" imgH="0" progId="Equation.3">
                  <p:embed/>
                  <p:pic>
                    <p:nvPicPr>
                      <p:cNvPr id="0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2117725"/>
                        <a:ext cx="2146300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" name="Text Box 83">
            <a:extLst>
              <a:ext uri="{FF2B5EF4-FFF2-40B4-BE49-F238E27FC236}">
                <a16:creationId xmlns:a16="http://schemas.microsoft.com/office/drawing/2014/main" id="{DD10D4C0-027B-0822-86C3-E38EA5E2197E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421483" y="2150269"/>
            <a:ext cx="1600200" cy="461665"/>
          </a:xfrm>
          <a:prstGeom prst="rect">
            <a:avLst/>
          </a:prstGeom>
          <a:blipFill>
            <a:blip r:embed="rId39"/>
            <a:stretch>
              <a:fillRect l="-787" t="-10811" b="-27027"/>
            </a:stretch>
          </a:blipFill>
          <a:ln>
            <a:noFill/>
          </a:ln>
          <a:effectLst/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 nodeType="clickPar">
                      <p:stCondLst>
                        <p:cond delay="indefinite"/>
                      </p:stCondLst>
                      <p:childTnLst>
                        <p:par>
                          <p:cTn id="1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utoUpdateAnimBg="0"/>
      <p:bldP spid="46" grpId="0" build="p" autoUpdateAnimBg="0" advAuto="0"/>
      <p:bldP spid="47" grpId="0" autoUpdateAnimBg="0"/>
      <p:bldP spid="50" grpId="0" autoUpdateAnimBg="0"/>
      <p:bldP spid="51" grpId="0" autoUpdateAnimBg="0"/>
      <p:bldP spid="54" grpId="0" autoUpdateAnimBg="0"/>
      <p:bldP spid="65" grpId="0" autoUpdateAnimBg="0"/>
      <p:bldP spid="66" grpId="0" autoUpdateAnimBg="0"/>
      <p:bldP spid="68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2">
            <a:extLst>
              <a:ext uri="{FF2B5EF4-FFF2-40B4-BE49-F238E27FC236}">
                <a16:creationId xmlns:a16="http://schemas.microsoft.com/office/drawing/2014/main" id="{174E56E2-96ED-C285-5114-4E573EA0B7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55638" y="457200"/>
            <a:ext cx="3124200" cy="609600"/>
          </a:xfrm>
        </p:spPr>
        <p:txBody>
          <a:bodyPr/>
          <a:lstStyle/>
          <a:p>
            <a:pPr>
              <a:defRPr/>
            </a:pPr>
            <a:r>
              <a:rPr lang="en-US" altLang="zh-CN" sz="2800" b="1">
                <a:latin typeface="+mn-ea"/>
                <a:ea typeface="+mn-ea"/>
              </a:rPr>
              <a:t>Example6. Proof</a:t>
            </a:r>
            <a:endParaRPr lang="zh-CN" altLang="en-US" sz="2800" dirty="0">
              <a:latin typeface="+mn-ea"/>
              <a:ea typeface="+mn-ea"/>
            </a:endParaRPr>
          </a:p>
        </p:txBody>
      </p:sp>
      <p:graphicFrame>
        <p:nvGraphicFramePr>
          <p:cNvPr id="26626" name="Object 3">
            <a:extLst>
              <a:ext uri="{FF2B5EF4-FFF2-40B4-BE49-F238E27FC236}">
                <a16:creationId xmlns:a16="http://schemas.microsoft.com/office/drawing/2014/main" id="{15045A76-2CAC-5E4A-24BA-F5A5EA27C55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55850" y="273050"/>
          <a:ext cx="15113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3">
                  <p:embed/>
                </p:oleObj>
              </mc:Choice>
              <mc:Fallback>
                <p:oleObj name="Equation" r:id="rId2" imgW="0" imgH="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5850" y="273050"/>
                        <a:ext cx="15113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" name="Text Box 5">
            <a:extLst>
              <a:ext uri="{FF2B5EF4-FFF2-40B4-BE49-F238E27FC236}">
                <a16:creationId xmlns:a16="http://schemas.microsoft.com/office/drawing/2014/main" id="{B913CD59-E319-C730-0EE9-C3CA77B074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0288" y="1533525"/>
            <a:ext cx="709612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2400" b="1">
                <a:solidFill>
                  <a:schemeClr val="tx2"/>
                </a:solidFill>
                <a:latin typeface="+mn-ea"/>
              </a:rPr>
              <a:t>Proof:</a:t>
            </a:r>
            <a:endParaRPr lang="en-US" altLang="zh-CN" sz="2400" b="1" dirty="0">
              <a:solidFill>
                <a:schemeClr val="tx2"/>
              </a:solidFill>
              <a:latin typeface="+mn-ea"/>
            </a:endParaRPr>
          </a:p>
        </p:txBody>
      </p:sp>
      <p:graphicFrame>
        <p:nvGraphicFramePr>
          <p:cNvPr id="64" name="Object 7">
            <a:extLst>
              <a:ext uri="{FF2B5EF4-FFF2-40B4-BE49-F238E27FC236}">
                <a16:creationId xmlns:a16="http://schemas.microsoft.com/office/drawing/2014/main" id="{A34545B1-EEE5-0115-6AB4-E4230FF069B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20863" y="1308100"/>
          <a:ext cx="9652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0" imgH="0" progId="Equation.3">
                  <p:embed/>
                </p:oleObj>
              </mc:Choice>
              <mc:Fallback>
                <p:oleObj name="Equation" r:id="rId4" imgW="0" imgH="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0863" y="1308100"/>
                        <a:ext cx="9652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" name="Object 8">
            <a:extLst>
              <a:ext uri="{FF2B5EF4-FFF2-40B4-BE49-F238E27FC236}">
                <a16:creationId xmlns:a16="http://schemas.microsoft.com/office/drawing/2014/main" id="{E0EBDBAC-6C78-8D24-D9C5-C993B0F136C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33700" y="1263650"/>
          <a:ext cx="7493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0" imgH="0" progId="Equation.3">
                  <p:embed/>
                </p:oleObj>
              </mc:Choice>
              <mc:Fallback>
                <p:oleObj name="Equation" r:id="rId6" imgW="0" imgH="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3700" y="1263650"/>
                        <a:ext cx="749300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" name="Text Box 15">
            <a:extLst>
              <a:ext uri="{FF2B5EF4-FFF2-40B4-BE49-F238E27FC236}">
                <a16:creationId xmlns:a16="http://schemas.microsoft.com/office/drawing/2014/main" id="{CE1B7D23-8F19-CBDE-8AD7-F372E77EF3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3763" y="3727450"/>
            <a:ext cx="6858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/>
              <a:t>take</a:t>
            </a:r>
            <a:endParaRPr lang="zh-CN" altLang="en-US" sz="2400"/>
          </a:p>
        </p:txBody>
      </p:sp>
      <p:graphicFrame>
        <p:nvGraphicFramePr>
          <p:cNvPr id="67" name="Object 16">
            <a:extLst>
              <a:ext uri="{FF2B5EF4-FFF2-40B4-BE49-F238E27FC236}">
                <a16:creationId xmlns:a16="http://schemas.microsoft.com/office/drawing/2014/main" id="{A8594E28-BBB7-2874-7A6D-31268609F04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12875" y="3513138"/>
          <a:ext cx="10922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0" imgH="0" progId="Equation.3">
                  <p:embed/>
                </p:oleObj>
              </mc:Choice>
              <mc:Fallback>
                <p:oleObj name="Equation" r:id="rId8" imgW="0" imgH="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2875" y="3513138"/>
                        <a:ext cx="10922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" name="Object 18">
            <a:extLst>
              <a:ext uri="{FF2B5EF4-FFF2-40B4-BE49-F238E27FC236}">
                <a16:creationId xmlns:a16="http://schemas.microsoft.com/office/drawing/2014/main" id="{344D16CF-E73F-10A8-4CF6-6510860830B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62225" y="3724275"/>
          <a:ext cx="1943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0" imgH="0" progId="Equation.3">
                  <p:embed/>
                </p:oleObj>
              </mc:Choice>
              <mc:Fallback>
                <p:oleObj name="Equation" r:id="rId10" imgW="0" imgH="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2225" y="3724275"/>
                        <a:ext cx="1943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" name="Object 20">
            <a:extLst>
              <a:ext uri="{FF2B5EF4-FFF2-40B4-BE49-F238E27FC236}">
                <a16:creationId xmlns:a16="http://schemas.microsoft.com/office/drawing/2014/main" id="{56AA7AA4-0765-4AA6-1856-4A0A54228AA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62575" y="3454400"/>
          <a:ext cx="15240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0" imgH="0" progId="Equation.3">
                  <p:embed/>
                </p:oleObj>
              </mc:Choice>
              <mc:Fallback>
                <p:oleObj name="Equation" r:id="rId12" imgW="0" imgH="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2575" y="3454400"/>
                        <a:ext cx="15240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" name="Text Box 21">
            <a:extLst>
              <a:ext uri="{FF2B5EF4-FFF2-40B4-BE49-F238E27FC236}">
                <a16:creationId xmlns:a16="http://schemas.microsoft.com/office/drawing/2014/main" id="{600DBF82-8F09-B524-9899-65F25D7173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85975" y="4692650"/>
            <a:ext cx="12954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/>
              <a:t>therefore</a:t>
            </a:r>
            <a:endParaRPr lang="zh-CN" altLang="en-US" sz="2400"/>
          </a:p>
        </p:txBody>
      </p:sp>
      <p:graphicFrame>
        <p:nvGraphicFramePr>
          <p:cNvPr id="71" name="Object 22">
            <a:extLst>
              <a:ext uri="{FF2B5EF4-FFF2-40B4-BE49-F238E27FC236}">
                <a16:creationId xmlns:a16="http://schemas.microsoft.com/office/drawing/2014/main" id="{76838B75-C2F4-F2F8-FBCD-15C7833AA9B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97213" y="4410075"/>
          <a:ext cx="14351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0" imgH="0" progId="Equation.3">
                  <p:embed/>
                </p:oleObj>
              </mc:Choice>
              <mc:Fallback>
                <p:oleObj name="Equation" r:id="rId14" imgW="0" imgH="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7213" y="4410075"/>
                        <a:ext cx="14351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" name="Text Box 27">
            <a:extLst>
              <a:ext uri="{FF2B5EF4-FFF2-40B4-BE49-F238E27FC236}">
                <a16:creationId xmlns:a16="http://schemas.microsoft.com/office/drawing/2014/main" id="{CA016086-C722-CF29-C36F-B232CAA8DB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1775" y="5589588"/>
            <a:ext cx="838200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2400" b="1">
                <a:solidFill>
                  <a:schemeClr val="tx2"/>
                </a:solidFill>
                <a:latin typeface="+mn-ea"/>
              </a:rPr>
              <a:t>Note:</a:t>
            </a:r>
            <a:endParaRPr lang="en-US" altLang="zh-CN" sz="2400" b="1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73" name="Text Box 29">
            <a:extLst>
              <a:ext uri="{FF2B5EF4-FFF2-40B4-BE49-F238E27FC236}">
                <a16:creationId xmlns:a16="http://schemas.microsoft.com/office/drawing/2014/main" id="{E1BF13FA-7175-C1AB-9F02-B3E629785B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6763" y="3687763"/>
            <a:ext cx="12192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 sz="2400"/>
              <a:t>就 </a:t>
            </a:r>
            <a:r>
              <a:rPr lang="en-US" altLang="zh-CN" sz="2400"/>
              <a:t>has</a:t>
            </a:r>
            <a:endParaRPr lang="zh-CN" altLang="en-US" sz="2400"/>
          </a:p>
        </p:txBody>
      </p:sp>
      <p:sp>
        <p:nvSpPr>
          <p:cNvPr id="74" name="Text Box 9">
            <a:extLst>
              <a:ext uri="{FF2B5EF4-FFF2-40B4-BE49-F238E27FC236}">
                <a16:creationId xmlns:a16="http://schemas.microsoft.com/office/drawing/2014/main" id="{2EE34B3B-456B-2BE9-96A8-37418D3091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038" y="2720975"/>
            <a:ext cx="7620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/>
              <a:t>hence</a:t>
            </a:r>
            <a:endParaRPr lang="zh-CN" altLang="en-US" sz="2400"/>
          </a:p>
        </p:txBody>
      </p:sp>
      <p:graphicFrame>
        <p:nvGraphicFramePr>
          <p:cNvPr id="75" name="Object 10">
            <a:extLst>
              <a:ext uri="{FF2B5EF4-FFF2-40B4-BE49-F238E27FC236}">
                <a16:creationId xmlns:a16="http://schemas.microsoft.com/office/drawing/2014/main" id="{4E7C4897-8864-94DA-6525-1248ADDA2D5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58875" y="2774950"/>
          <a:ext cx="11938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0" imgH="0" progId="Equation.3">
                  <p:embed/>
                </p:oleObj>
              </mc:Choice>
              <mc:Fallback>
                <p:oleObj name="Equation" r:id="rId16" imgW="0" imgH="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8875" y="2774950"/>
                        <a:ext cx="11938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" name="Text Box 11">
            <a:extLst>
              <a:ext uri="{FF2B5EF4-FFF2-40B4-BE49-F238E27FC236}">
                <a16:creationId xmlns:a16="http://schemas.microsoft.com/office/drawing/2014/main" id="{FCB854CC-8951-3D48-FC0E-BC58115B98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4575" y="2720975"/>
            <a:ext cx="10668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 sz="2400"/>
              <a:t>欲使</a:t>
            </a:r>
          </a:p>
        </p:txBody>
      </p:sp>
      <p:graphicFrame>
        <p:nvGraphicFramePr>
          <p:cNvPr id="77" name="Object 12">
            <a:extLst>
              <a:ext uri="{FF2B5EF4-FFF2-40B4-BE49-F238E27FC236}">
                <a16:creationId xmlns:a16="http://schemas.microsoft.com/office/drawing/2014/main" id="{FFE3B0C4-6EFB-A54C-60E4-C1A6ABCE44F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49613" y="2540000"/>
          <a:ext cx="16510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0" imgH="0" progId="Equation.3">
                  <p:embed/>
                </p:oleObj>
              </mc:Choice>
              <mc:Fallback>
                <p:oleObj name="Equation" r:id="rId18" imgW="0" imgH="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49613" y="2540000"/>
                        <a:ext cx="16510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" name="Text Box 13">
            <a:extLst>
              <a:ext uri="{FF2B5EF4-FFF2-40B4-BE49-F238E27FC236}">
                <a16:creationId xmlns:a16="http://schemas.microsoft.com/office/drawing/2014/main" id="{6140AF13-6D45-DD66-2CDD-B83B668098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1263" y="2751138"/>
            <a:ext cx="9906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/>
              <a:t>i.e.</a:t>
            </a:r>
            <a:endParaRPr lang="zh-CN" altLang="en-US" sz="2400"/>
          </a:p>
        </p:txBody>
      </p:sp>
      <p:graphicFrame>
        <p:nvGraphicFramePr>
          <p:cNvPr id="79" name="Object 14">
            <a:extLst>
              <a:ext uri="{FF2B5EF4-FFF2-40B4-BE49-F238E27FC236}">
                <a16:creationId xmlns:a16="http://schemas.microsoft.com/office/drawing/2014/main" id="{73A940A4-02C5-65DA-093C-89C75AE44AF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34025" y="2527300"/>
          <a:ext cx="11811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0" imgH="0" progId="Equation.3">
                  <p:embed/>
                </p:oleObj>
              </mc:Choice>
              <mc:Fallback>
                <p:oleObj name="Equation" r:id="rId20" imgW="0" imgH="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34025" y="2527300"/>
                        <a:ext cx="11811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" name="Freeform 80">
            <a:extLst>
              <a:ext uri="{FF2B5EF4-FFF2-40B4-BE49-F238E27FC236}">
                <a16:creationId xmlns:a16="http://schemas.microsoft.com/office/drawing/2014/main" id="{7D9F4E44-11E6-8C56-5F89-1F7E1D89D032}"/>
              </a:ext>
            </a:extLst>
          </p:cNvPr>
          <p:cNvSpPr>
            <a:spLocks/>
          </p:cNvSpPr>
          <p:nvPr/>
        </p:nvSpPr>
        <p:spPr bwMode="auto">
          <a:xfrm>
            <a:off x="7115175" y="1219200"/>
            <a:ext cx="1038225" cy="742950"/>
          </a:xfrm>
          <a:custGeom>
            <a:avLst/>
            <a:gdLst>
              <a:gd name="T0" fmla="*/ 2147483646 w 654"/>
              <a:gd name="T1" fmla="*/ 2147483646 h 468"/>
              <a:gd name="T2" fmla="*/ 2147483646 w 654"/>
              <a:gd name="T3" fmla="*/ 2147483646 h 468"/>
              <a:gd name="T4" fmla="*/ 2147483646 w 654"/>
              <a:gd name="T5" fmla="*/ 2147483646 h 468"/>
              <a:gd name="T6" fmla="*/ 2147483646 w 654"/>
              <a:gd name="T7" fmla="*/ 2147483646 h 468"/>
              <a:gd name="T8" fmla="*/ 2147483646 w 654"/>
              <a:gd name="T9" fmla="*/ 2147483646 h 468"/>
              <a:gd name="T10" fmla="*/ 2147483646 w 654"/>
              <a:gd name="T11" fmla="*/ 2147483646 h 468"/>
              <a:gd name="T12" fmla="*/ 2147483646 w 654"/>
              <a:gd name="T13" fmla="*/ 2147483646 h 468"/>
              <a:gd name="T14" fmla="*/ 2147483646 w 654"/>
              <a:gd name="T15" fmla="*/ 2147483646 h 468"/>
              <a:gd name="T16" fmla="*/ 2147483646 w 654"/>
              <a:gd name="T17" fmla="*/ 2147483646 h 468"/>
              <a:gd name="T18" fmla="*/ 2147483646 w 654"/>
              <a:gd name="T19" fmla="*/ 2147483646 h 468"/>
              <a:gd name="T20" fmla="*/ 2147483646 w 654"/>
              <a:gd name="T21" fmla="*/ 2147483646 h 468"/>
              <a:gd name="T22" fmla="*/ 2147483646 w 654"/>
              <a:gd name="T23" fmla="*/ 2147483646 h 468"/>
              <a:gd name="T24" fmla="*/ 2147483646 w 654"/>
              <a:gd name="T25" fmla="*/ 2147483646 h 468"/>
              <a:gd name="T26" fmla="*/ 2147483646 w 654"/>
              <a:gd name="T27" fmla="*/ 2147483646 h 468"/>
              <a:gd name="T28" fmla="*/ 2147483646 w 654"/>
              <a:gd name="T29" fmla="*/ 2147483646 h 468"/>
              <a:gd name="T30" fmla="*/ 2147483646 w 654"/>
              <a:gd name="T31" fmla="*/ 2147483646 h 468"/>
              <a:gd name="T32" fmla="*/ 2147483646 w 654"/>
              <a:gd name="T33" fmla="*/ 2147483646 h 468"/>
              <a:gd name="T34" fmla="*/ 2147483646 w 654"/>
              <a:gd name="T35" fmla="*/ 2147483646 h 468"/>
              <a:gd name="T36" fmla="*/ 2147483646 w 654"/>
              <a:gd name="T37" fmla="*/ 2147483646 h 468"/>
              <a:gd name="T38" fmla="*/ 2147483646 w 654"/>
              <a:gd name="T39" fmla="*/ 2147483646 h 468"/>
              <a:gd name="T40" fmla="*/ 2147483646 w 654"/>
              <a:gd name="T41" fmla="*/ 2147483646 h 468"/>
              <a:gd name="T42" fmla="*/ 2147483646 w 654"/>
              <a:gd name="T43" fmla="*/ 2147483646 h 468"/>
              <a:gd name="T44" fmla="*/ 2147483646 w 654"/>
              <a:gd name="T45" fmla="*/ 2147483646 h 468"/>
              <a:gd name="T46" fmla="*/ 2147483646 w 654"/>
              <a:gd name="T47" fmla="*/ 2147483646 h 468"/>
              <a:gd name="T48" fmla="*/ 2147483646 w 654"/>
              <a:gd name="T49" fmla="*/ 2147483646 h 468"/>
              <a:gd name="T50" fmla="*/ 2147483646 w 654"/>
              <a:gd name="T51" fmla="*/ 2147483646 h 468"/>
              <a:gd name="T52" fmla="*/ 2147483646 w 654"/>
              <a:gd name="T53" fmla="*/ 2147483646 h 468"/>
              <a:gd name="T54" fmla="*/ 2147483646 w 654"/>
              <a:gd name="T55" fmla="*/ 2147483646 h 468"/>
              <a:gd name="T56" fmla="*/ 2147483646 w 654"/>
              <a:gd name="T57" fmla="*/ 2147483646 h 468"/>
              <a:gd name="T58" fmla="*/ 2147483646 w 654"/>
              <a:gd name="T59" fmla="*/ 2147483646 h 468"/>
              <a:gd name="T60" fmla="*/ 2147483646 w 654"/>
              <a:gd name="T61" fmla="*/ 2147483646 h 468"/>
              <a:gd name="T62" fmla="*/ 2147483646 w 654"/>
              <a:gd name="T63" fmla="*/ 2147483646 h 468"/>
              <a:gd name="T64" fmla="*/ 2147483646 w 654"/>
              <a:gd name="T65" fmla="*/ 2147483646 h 468"/>
              <a:gd name="T66" fmla="*/ 2147483646 w 654"/>
              <a:gd name="T67" fmla="*/ 2147483646 h 468"/>
              <a:gd name="T68" fmla="*/ 2147483646 w 654"/>
              <a:gd name="T69" fmla="*/ 2147483646 h 468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</a:gdLst>
            <a:ahLst/>
            <a:cxnLst>
              <a:cxn ang="T70">
                <a:pos x="T0" y="T1"/>
              </a:cxn>
              <a:cxn ang="T71">
                <a:pos x="T2" y="T3"/>
              </a:cxn>
              <a:cxn ang="T72">
                <a:pos x="T4" y="T5"/>
              </a:cxn>
              <a:cxn ang="T73">
                <a:pos x="T6" y="T7"/>
              </a:cxn>
              <a:cxn ang="T74">
                <a:pos x="T8" y="T9"/>
              </a:cxn>
              <a:cxn ang="T75">
                <a:pos x="T10" y="T11"/>
              </a:cxn>
              <a:cxn ang="T76">
                <a:pos x="T12" y="T13"/>
              </a:cxn>
              <a:cxn ang="T77">
                <a:pos x="T14" y="T15"/>
              </a:cxn>
              <a:cxn ang="T78">
                <a:pos x="T16" y="T17"/>
              </a:cxn>
              <a:cxn ang="T79">
                <a:pos x="T18" y="T19"/>
              </a:cxn>
              <a:cxn ang="T80">
                <a:pos x="T20" y="T21"/>
              </a:cxn>
              <a:cxn ang="T81">
                <a:pos x="T22" y="T23"/>
              </a:cxn>
              <a:cxn ang="T82">
                <a:pos x="T24" y="T25"/>
              </a:cxn>
              <a:cxn ang="T83">
                <a:pos x="T26" y="T27"/>
              </a:cxn>
              <a:cxn ang="T84">
                <a:pos x="T28" y="T29"/>
              </a:cxn>
              <a:cxn ang="T85">
                <a:pos x="T30" y="T31"/>
              </a:cxn>
              <a:cxn ang="T86">
                <a:pos x="T32" y="T33"/>
              </a:cxn>
              <a:cxn ang="T87">
                <a:pos x="T34" y="T35"/>
              </a:cxn>
              <a:cxn ang="T88">
                <a:pos x="T36" y="T37"/>
              </a:cxn>
              <a:cxn ang="T89">
                <a:pos x="T38" y="T39"/>
              </a:cxn>
              <a:cxn ang="T90">
                <a:pos x="T40" y="T41"/>
              </a:cxn>
              <a:cxn ang="T91">
                <a:pos x="T42" y="T43"/>
              </a:cxn>
              <a:cxn ang="T92">
                <a:pos x="T44" y="T45"/>
              </a:cxn>
              <a:cxn ang="T93">
                <a:pos x="T46" y="T47"/>
              </a:cxn>
              <a:cxn ang="T94">
                <a:pos x="T48" y="T49"/>
              </a:cxn>
              <a:cxn ang="T95">
                <a:pos x="T50" y="T51"/>
              </a:cxn>
              <a:cxn ang="T96">
                <a:pos x="T52" y="T53"/>
              </a:cxn>
              <a:cxn ang="T97">
                <a:pos x="T54" y="T55"/>
              </a:cxn>
              <a:cxn ang="T98">
                <a:pos x="T56" y="T57"/>
              </a:cxn>
              <a:cxn ang="T99">
                <a:pos x="T58" y="T59"/>
              </a:cxn>
              <a:cxn ang="T100">
                <a:pos x="T60" y="T61"/>
              </a:cxn>
              <a:cxn ang="T101">
                <a:pos x="T62" y="T63"/>
              </a:cxn>
              <a:cxn ang="T102">
                <a:pos x="T64" y="T65"/>
              </a:cxn>
              <a:cxn ang="T103">
                <a:pos x="T66" y="T67"/>
              </a:cxn>
              <a:cxn ang="T104">
                <a:pos x="T68" y="T69"/>
              </a:cxn>
            </a:cxnLst>
            <a:rect l="0" t="0" r="r" b="b"/>
            <a:pathLst>
              <a:path w="654" h="468">
                <a:moveTo>
                  <a:pt x="0" y="0"/>
                </a:moveTo>
                <a:lnTo>
                  <a:pt x="6" y="162"/>
                </a:lnTo>
                <a:lnTo>
                  <a:pt x="18" y="240"/>
                </a:lnTo>
                <a:lnTo>
                  <a:pt x="24" y="288"/>
                </a:lnTo>
                <a:lnTo>
                  <a:pt x="36" y="318"/>
                </a:lnTo>
                <a:lnTo>
                  <a:pt x="42" y="342"/>
                </a:lnTo>
                <a:lnTo>
                  <a:pt x="54" y="360"/>
                </a:lnTo>
                <a:lnTo>
                  <a:pt x="66" y="372"/>
                </a:lnTo>
                <a:lnTo>
                  <a:pt x="72" y="384"/>
                </a:lnTo>
                <a:lnTo>
                  <a:pt x="84" y="390"/>
                </a:lnTo>
                <a:lnTo>
                  <a:pt x="90" y="402"/>
                </a:lnTo>
                <a:lnTo>
                  <a:pt x="102" y="408"/>
                </a:lnTo>
                <a:lnTo>
                  <a:pt x="108" y="414"/>
                </a:lnTo>
                <a:lnTo>
                  <a:pt x="120" y="414"/>
                </a:lnTo>
                <a:lnTo>
                  <a:pt x="132" y="420"/>
                </a:lnTo>
                <a:lnTo>
                  <a:pt x="138" y="426"/>
                </a:lnTo>
                <a:lnTo>
                  <a:pt x="150" y="426"/>
                </a:lnTo>
                <a:lnTo>
                  <a:pt x="156" y="432"/>
                </a:lnTo>
                <a:lnTo>
                  <a:pt x="168" y="432"/>
                </a:lnTo>
                <a:lnTo>
                  <a:pt x="174" y="432"/>
                </a:lnTo>
                <a:lnTo>
                  <a:pt x="186" y="438"/>
                </a:lnTo>
                <a:lnTo>
                  <a:pt x="192" y="438"/>
                </a:lnTo>
                <a:lnTo>
                  <a:pt x="204" y="438"/>
                </a:lnTo>
                <a:lnTo>
                  <a:pt x="216" y="444"/>
                </a:lnTo>
                <a:lnTo>
                  <a:pt x="222" y="444"/>
                </a:lnTo>
                <a:lnTo>
                  <a:pt x="234" y="444"/>
                </a:lnTo>
                <a:lnTo>
                  <a:pt x="240" y="444"/>
                </a:lnTo>
                <a:lnTo>
                  <a:pt x="252" y="444"/>
                </a:lnTo>
                <a:lnTo>
                  <a:pt x="258" y="450"/>
                </a:lnTo>
                <a:lnTo>
                  <a:pt x="270" y="450"/>
                </a:lnTo>
                <a:lnTo>
                  <a:pt x="282" y="450"/>
                </a:lnTo>
                <a:lnTo>
                  <a:pt x="288" y="450"/>
                </a:lnTo>
                <a:lnTo>
                  <a:pt x="300" y="450"/>
                </a:lnTo>
                <a:lnTo>
                  <a:pt x="306" y="450"/>
                </a:lnTo>
                <a:lnTo>
                  <a:pt x="318" y="456"/>
                </a:lnTo>
                <a:lnTo>
                  <a:pt x="324" y="456"/>
                </a:lnTo>
                <a:lnTo>
                  <a:pt x="336" y="456"/>
                </a:lnTo>
                <a:lnTo>
                  <a:pt x="348" y="456"/>
                </a:lnTo>
                <a:lnTo>
                  <a:pt x="354" y="456"/>
                </a:lnTo>
                <a:lnTo>
                  <a:pt x="366" y="456"/>
                </a:lnTo>
                <a:lnTo>
                  <a:pt x="372" y="456"/>
                </a:lnTo>
                <a:lnTo>
                  <a:pt x="384" y="456"/>
                </a:lnTo>
                <a:lnTo>
                  <a:pt x="390" y="456"/>
                </a:lnTo>
                <a:lnTo>
                  <a:pt x="402" y="456"/>
                </a:lnTo>
                <a:lnTo>
                  <a:pt x="408" y="462"/>
                </a:lnTo>
                <a:lnTo>
                  <a:pt x="420" y="462"/>
                </a:lnTo>
                <a:lnTo>
                  <a:pt x="432" y="462"/>
                </a:lnTo>
                <a:lnTo>
                  <a:pt x="438" y="462"/>
                </a:lnTo>
                <a:lnTo>
                  <a:pt x="450" y="462"/>
                </a:lnTo>
                <a:lnTo>
                  <a:pt x="456" y="462"/>
                </a:lnTo>
                <a:lnTo>
                  <a:pt x="468" y="462"/>
                </a:lnTo>
                <a:lnTo>
                  <a:pt x="474" y="462"/>
                </a:lnTo>
                <a:lnTo>
                  <a:pt x="486" y="462"/>
                </a:lnTo>
                <a:lnTo>
                  <a:pt x="498" y="462"/>
                </a:lnTo>
                <a:lnTo>
                  <a:pt x="504" y="462"/>
                </a:lnTo>
                <a:lnTo>
                  <a:pt x="516" y="462"/>
                </a:lnTo>
                <a:lnTo>
                  <a:pt x="522" y="462"/>
                </a:lnTo>
                <a:lnTo>
                  <a:pt x="534" y="462"/>
                </a:lnTo>
                <a:lnTo>
                  <a:pt x="540" y="462"/>
                </a:lnTo>
                <a:lnTo>
                  <a:pt x="552" y="462"/>
                </a:lnTo>
                <a:lnTo>
                  <a:pt x="558" y="462"/>
                </a:lnTo>
                <a:lnTo>
                  <a:pt x="570" y="462"/>
                </a:lnTo>
                <a:lnTo>
                  <a:pt x="582" y="462"/>
                </a:lnTo>
                <a:lnTo>
                  <a:pt x="588" y="468"/>
                </a:lnTo>
                <a:lnTo>
                  <a:pt x="600" y="468"/>
                </a:lnTo>
                <a:lnTo>
                  <a:pt x="606" y="468"/>
                </a:lnTo>
                <a:lnTo>
                  <a:pt x="618" y="468"/>
                </a:lnTo>
                <a:lnTo>
                  <a:pt x="624" y="468"/>
                </a:lnTo>
                <a:lnTo>
                  <a:pt x="636" y="468"/>
                </a:lnTo>
                <a:lnTo>
                  <a:pt x="648" y="468"/>
                </a:lnTo>
                <a:lnTo>
                  <a:pt x="654" y="468"/>
                </a:lnTo>
              </a:path>
            </a:pathLst>
          </a:custGeom>
          <a:noFill/>
          <a:ln w="12700" cmpd="sng">
            <a:solidFill>
              <a:schemeClr val="accent2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6" name="Freeform 82">
            <a:extLst>
              <a:ext uri="{FF2B5EF4-FFF2-40B4-BE49-F238E27FC236}">
                <a16:creationId xmlns:a16="http://schemas.microsoft.com/office/drawing/2014/main" id="{AF5FC376-901F-E345-D17A-8E8BC0C84946}"/>
              </a:ext>
            </a:extLst>
          </p:cNvPr>
          <p:cNvSpPr>
            <a:spLocks/>
          </p:cNvSpPr>
          <p:nvPr/>
        </p:nvSpPr>
        <p:spPr bwMode="auto">
          <a:xfrm>
            <a:off x="6019800" y="2000250"/>
            <a:ext cx="1028700" cy="742950"/>
          </a:xfrm>
          <a:custGeom>
            <a:avLst/>
            <a:gdLst>
              <a:gd name="T0" fmla="*/ 2147483646 w 648"/>
              <a:gd name="T1" fmla="*/ 2147483646 h 468"/>
              <a:gd name="T2" fmla="*/ 2147483646 w 648"/>
              <a:gd name="T3" fmla="*/ 2147483646 h 468"/>
              <a:gd name="T4" fmla="*/ 2147483646 w 648"/>
              <a:gd name="T5" fmla="*/ 2147483646 h 468"/>
              <a:gd name="T6" fmla="*/ 2147483646 w 648"/>
              <a:gd name="T7" fmla="*/ 2147483646 h 468"/>
              <a:gd name="T8" fmla="*/ 2147483646 w 648"/>
              <a:gd name="T9" fmla="*/ 2147483646 h 468"/>
              <a:gd name="T10" fmla="*/ 2147483646 w 648"/>
              <a:gd name="T11" fmla="*/ 2147483646 h 468"/>
              <a:gd name="T12" fmla="*/ 2147483646 w 648"/>
              <a:gd name="T13" fmla="*/ 2147483646 h 468"/>
              <a:gd name="T14" fmla="*/ 2147483646 w 648"/>
              <a:gd name="T15" fmla="*/ 2147483646 h 468"/>
              <a:gd name="T16" fmla="*/ 2147483646 w 648"/>
              <a:gd name="T17" fmla="*/ 2147483646 h 468"/>
              <a:gd name="T18" fmla="*/ 2147483646 w 648"/>
              <a:gd name="T19" fmla="*/ 2147483646 h 468"/>
              <a:gd name="T20" fmla="*/ 2147483646 w 648"/>
              <a:gd name="T21" fmla="*/ 2147483646 h 468"/>
              <a:gd name="T22" fmla="*/ 2147483646 w 648"/>
              <a:gd name="T23" fmla="*/ 2147483646 h 468"/>
              <a:gd name="T24" fmla="*/ 2147483646 w 648"/>
              <a:gd name="T25" fmla="*/ 2147483646 h 468"/>
              <a:gd name="T26" fmla="*/ 2147483646 w 648"/>
              <a:gd name="T27" fmla="*/ 2147483646 h 468"/>
              <a:gd name="T28" fmla="*/ 2147483646 w 648"/>
              <a:gd name="T29" fmla="*/ 2147483646 h 468"/>
              <a:gd name="T30" fmla="*/ 2147483646 w 648"/>
              <a:gd name="T31" fmla="*/ 2147483646 h 468"/>
              <a:gd name="T32" fmla="*/ 2147483646 w 648"/>
              <a:gd name="T33" fmla="*/ 2147483646 h 468"/>
              <a:gd name="T34" fmla="*/ 2147483646 w 648"/>
              <a:gd name="T35" fmla="*/ 2147483646 h 468"/>
              <a:gd name="T36" fmla="*/ 2147483646 w 648"/>
              <a:gd name="T37" fmla="*/ 2147483646 h 468"/>
              <a:gd name="T38" fmla="*/ 2147483646 w 648"/>
              <a:gd name="T39" fmla="*/ 2147483646 h 468"/>
              <a:gd name="T40" fmla="*/ 2147483646 w 648"/>
              <a:gd name="T41" fmla="*/ 2147483646 h 468"/>
              <a:gd name="T42" fmla="*/ 2147483646 w 648"/>
              <a:gd name="T43" fmla="*/ 2147483646 h 468"/>
              <a:gd name="T44" fmla="*/ 2147483646 w 648"/>
              <a:gd name="T45" fmla="*/ 2147483646 h 468"/>
              <a:gd name="T46" fmla="*/ 2147483646 w 648"/>
              <a:gd name="T47" fmla="*/ 2147483646 h 468"/>
              <a:gd name="T48" fmla="*/ 2147483646 w 648"/>
              <a:gd name="T49" fmla="*/ 2147483646 h 468"/>
              <a:gd name="T50" fmla="*/ 2147483646 w 648"/>
              <a:gd name="T51" fmla="*/ 2147483646 h 468"/>
              <a:gd name="T52" fmla="*/ 2147483646 w 648"/>
              <a:gd name="T53" fmla="*/ 2147483646 h 468"/>
              <a:gd name="T54" fmla="*/ 2147483646 w 648"/>
              <a:gd name="T55" fmla="*/ 2147483646 h 468"/>
              <a:gd name="T56" fmla="*/ 2147483646 w 648"/>
              <a:gd name="T57" fmla="*/ 2147483646 h 468"/>
              <a:gd name="T58" fmla="*/ 2147483646 w 648"/>
              <a:gd name="T59" fmla="*/ 2147483646 h 468"/>
              <a:gd name="T60" fmla="*/ 2147483646 w 648"/>
              <a:gd name="T61" fmla="*/ 2147483646 h 468"/>
              <a:gd name="T62" fmla="*/ 2147483646 w 648"/>
              <a:gd name="T63" fmla="*/ 0 h 468"/>
              <a:gd name="T64" fmla="*/ 2147483646 w 648"/>
              <a:gd name="T65" fmla="*/ 0 h 468"/>
              <a:gd name="T66" fmla="*/ 2147483646 w 648"/>
              <a:gd name="T67" fmla="*/ 0 h 468"/>
              <a:gd name="T68" fmla="*/ 2147483646 w 648"/>
              <a:gd name="T69" fmla="*/ 0 h 468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</a:gdLst>
            <a:ahLst/>
            <a:cxnLst>
              <a:cxn ang="T70">
                <a:pos x="T0" y="T1"/>
              </a:cxn>
              <a:cxn ang="T71">
                <a:pos x="T2" y="T3"/>
              </a:cxn>
              <a:cxn ang="T72">
                <a:pos x="T4" y="T5"/>
              </a:cxn>
              <a:cxn ang="T73">
                <a:pos x="T6" y="T7"/>
              </a:cxn>
              <a:cxn ang="T74">
                <a:pos x="T8" y="T9"/>
              </a:cxn>
              <a:cxn ang="T75">
                <a:pos x="T10" y="T11"/>
              </a:cxn>
              <a:cxn ang="T76">
                <a:pos x="T12" y="T13"/>
              </a:cxn>
              <a:cxn ang="T77">
                <a:pos x="T14" y="T15"/>
              </a:cxn>
              <a:cxn ang="T78">
                <a:pos x="T16" y="T17"/>
              </a:cxn>
              <a:cxn ang="T79">
                <a:pos x="T18" y="T19"/>
              </a:cxn>
              <a:cxn ang="T80">
                <a:pos x="T20" y="T21"/>
              </a:cxn>
              <a:cxn ang="T81">
                <a:pos x="T22" y="T23"/>
              </a:cxn>
              <a:cxn ang="T82">
                <a:pos x="T24" y="T25"/>
              </a:cxn>
              <a:cxn ang="T83">
                <a:pos x="T26" y="T27"/>
              </a:cxn>
              <a:cxn ang="T84">
                <a:pos x="T28" y="T29"/>
              </a:cxn>
              <a:cxn ang="T85">
                <a:pos x="T30" y="T31"/>
              </a:cxn>
              <a:cxn ang="T86">
                <a:pos x="T32" y="T33"/>
              </a:cxn>
              <a:cxn ang="T87">
                <a:pos x="T34" y="T35"/>
              </a:cxn>
              <a:cxn ang="T88">
                <a:pos x="T36" y="T37"/>
              </a:cxn>
              <a:cxn ang="T89">
                <a:pos x="T38" y="T39"/>
              </a:cxn>
              <a:cxn ang="T90">
                <a:pos x="T40" y="T41"/>
              </a:cxn>
              <a:cxn ang="T91">
                <a:pos x="T42" y="T43"/>
              </a:cxn>
              <a:cxn ang="T92">
                <a:pos x="T44" y="T45"/>
              </a:cxn>
              <a:cxn ang="T93">
                <a:pos x="T46" y="T47"/>
              </a:cxn>
              <a:cxn ang="T94">
                <a:pos x="T48" y="T49"/>
              </a:cxn>
              <a:cxn ang="T95">
                <a:pos x="T50" y="T51"/>
              </a:cxn>
              <a:cxn ang="T96">
                <a:pos x="T52" y="T53"/>
              </a:cxn>
              <a:cxn ang="T97">
                <a:pos x="T54" y="T55"/>
              </a:cxn>
              <a:cxn ang="T98">
                <a:pos x="T56" y="T57"/>
              </a:cxn>
              <a:cxn ang="T99">
                <a:pos x="T58" y="T59"/>
              </a:cxn>
              <a:cxn ang="T100">
                <a:pos x="T60" y="T61"/>
              </a:cxn>
              <a:cxn ang="T101">
                <a:pos x="T62" y="T63"/>
              </a:cxn>
              <a:cxn ang="T102">
                <a:pos x="T64" y="T65"/>
              </a:cxn>
              <a:cxn ang="T103">
                <a:pos x="T66" y="T67"/>
              </a:cxn>
              <a:cxn ang="T104">
                <a:pos x="T68" y="T69"/>
              </a:cxn>
            </a:cxnLst>
            <a:rect l="0" t="0" r="r" b="b"/>
            <a:pathLst>
              <a:path w="648" h="468">
                <a:moveTo>
                  <a:pt x="648" y="468"/>
                </a:moveTo>
                <a:lnTo>
                  <a:pt x="642" y="306"/>
                </a:lnTo>
                <a:lnTo>
                  <a:pt x="630" y="228"/>
                </a:lnTo>
                <a:lnTo>
                  <a:pt x="624" y="180"/>
                </a:lnTo>
                <a:lnTo>
                  <a:pt x="612" y="150"/>
                </a:lnTo>
                <a:lnTo>
                  <a:pt x="606" y="126"/>
                </a:lnTo>
                <a:lnTo>
                  <a:pt x="594" y="108"/>
                </a:lnTo>
                <a:lnTo>
                  <a:pt x="582" y="96"/>
                </a:lnTo>
                <a:lnTo>
                  <a:pt x="576" y="84"/>
                </a:lnTo>
                <a:lnTo>
                  <a:pt x="564" y="78"/>
                </a:lnTo>
                <a:lnTo>
                  <a:pt x="558" y="66"/>
                </a:lnTo>
                <a:lnTo>
                  <a:pt x="546" y="60"/>
                </a:lnTo>
                <a:lnTo>
                  <a:pt x="540" y="54"/>
                </a:lnTo>
                <a:lnTo>
                  <a:pt x="528" y="54"/>
                </a:lnTo>
                <a:lnTo>
                  <a:pt x="516" y="48"/>
                </a:lnTo>
                <a:lnTo>
                  <a:pt x="510" y="42"/>
                </a:lnTo>
                <a:lnTo>
                  <a:pt x="498" y="42"/>
                </a:lnTo>
                <a:lnTo>
                  <a:pt x="492" y="36"/>
                </a:lnTo>
                <a:lnTo>
                  <a:pt x="480" y="36"/>
                </a:lnTo>
                <a:lnTo>
                  <a:pt x="474" y="36"/>
                </a:lnTo>
                <a:lnTo>
                  <a:pt x="462" y="30"/>
                </a:lnTo>
                <a:lnTo>
                  <a:pt x="456" y="30"/>
                </a:lnTo>
                <a:lnTo>
                  <a:pt x="444" y="30"/>
                </a:lnTo>
                <a:lnTo>
                  <a:pt x="432" y="24"/>
                </a:lnTo>
                <a:lnTo>
                  <a:pt x="426" y="24"/>
                </a:lnTo>
                <a:lnTo>
                  <a:pt x="414" y="24"/>
                </a:lnTo>
                <a:lnTo>
                  <a:pt x="408" y="24"/>
                </a:lnTo>
                <a:lnTo>
                  <a:pt x="396" y="24"/>
                </a:lnTo>
                <a:lnTo>
                  <a:pt x="390" y="18"/>
                </a:lnTo>
                <a:lnTo>
                  <a:pt x="378" y="18"/>
                </a:lnTo>
                <a:lnTo>
                  <a:pt x="366" y="18"/>
                </a:lnTo>
                <a:lnTo>
                  <a:pt x="360" y="18"/>
                </a:lnTo>
                <a:lnTo>
                  <a:pt x="348" y="18"/>
                </a:lnTo>
                <a:lnTo>
                  <a:pt x="342" y="18"/>
                </a:lnTo>
                <a:lnTo>
                  <a:pt x="330" y="12"/>
                </a:lnTo>
                <a:lnTo>
                  <a:pt x="324" y="12"/>
                </a:lnTo>
                <a:lnTo>
                  <a:pt x="312" y="12"/>
                </a:lnTo>
                <a:lnTo>
                  <a:pt x="300" y="12"/>
                </a:lnTo>
                <a:lnTo>
                  <a:pt x="294" y="12"/>
                </a:lnTo>
                <a:lnTo>
                  <a:pt x="282" y="12"/>
                </a:lnTo>
                <a:lnTo>
                  <a:pt x="276" y="12"/>
                </a:lnTo>
                <a:lnTo>
                  <a:pt x="264" y="12"/>
                </a:lnTo>
                <a:lnTo>
                  <a:pt x="258" y="12"/>
                </a:lnTo>
                <a:lnTo>
                  <a:pt x="246" y="12"/>
                </a:lnTo>
                <a:lnTo>
                  <a:pt x="240" y="6"/>
                </a:lnTo>
                <a:lnTo>
                  <a:pt x="228" y="6"/>
                </a:lnTo>
                <a:lnTo>
                  <a:pt x="216" y="6"/>
                </a:lnTo>
                <a:lnTo>
                  <a:pt x="210" y="6"/>
                </a:lnTo>
                <a:lnTo>
                  <a:pt x="198" y="6"/>
                </a:lnTo>
                <a:lnTo>
                  <a:pt x="192" y="6"/>
                </a:lnTo>
                <a:lnTo>
                  <a:pt x="180" y="6"/>
                </a:lnTo>
                <a:lnTo>
                  <a:pt x="174" y="6"/>
                </a:lnTo>
                <a:lnTo>
                  <a:pt x="162" y="6"/>
                </a:lnTo>
                <a:lnTo>
                  <a:pt x="150" y="6"/>
                </a:lnTo>
                <a:lnTo>
                  <a:pt x="144" y="6"/>
                </a:lnTo>
                <a:lnTo>
                  <a:pt x="132" y="6"/>
                </a:lnTo>
                <a:lnTo>
                  <a:pt x="126" y="6"/>
                </a:lnTo>
                <a:lnTo>
                  <a:pt x="114" y="6"/>
                </a:lnTo>
                <a:lnTo>
                  <a:pt x="108" y="6"/>
                </a:lnTo>
                <a:lnTo>
                  <a:pt x="96" y="6"/>
                </a:lnTo>
                <a:lnTo>
                  <a:pt x="90" y="6"/>
                </a:lnTo>
                <a:lnTo>
                  <a:pt x="78" y="6"/>
                </a:lnTo>
                <a:lnTo>
                  <a:pt x="66" y="0"/>
                </a:lnTo>
                <a:lnTo>
                  <a:pt x="60" y="0"/>
                </a:lnTo>
                <a:lnTo>
                  <a:pt x="48" y="0"/>
                </a:lnTo>
                <a:lnTo>
                  <a:pt x="42" y="0"/>
                </a:lnTo>
                <a:lnTo>
                  <a:pt x="30" y="0"/>
                </a:lnTo>
                <a:lnTo>
                  <a:pt x="24" y="0"/>
                </a:lnTo>
                <a:lnTo>
                  <a:pt x="12" y="0"/>
                </a:lnTo>
                <a:lnTo>
                  <a:pt x="6" y="0"/>
                </a:lnTo>
                <a:lnTo>
                  <a:pt x="0" y="0"/>
                </a:lnTo>
              </a:path>
            </a:pathLst>
          </a:custGeom>
          <a:noFill/>
          <a:ln w="12700" cmpd="sng">
            <a:solidFill>
              <a:schemeClr val="accent2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90" name="Group 87">
            <a:extLst>
              <a:ext uri="{FF2B5EF4-FFF2-40B4-BE49-F238E27FC236}">
                <a16:creationId xmlns:a16="http://schemas.microsoft.com/office/drawing/2014/main" id="{7CEAE67B-D3B3-E310-3FC4-9588929FCF37}"/>
              </a:ext>
            </a:extLst>
          </p:cNvPr>
          <p:cNvGrpSpPr>
            <a:grpSpLocks/>
          </p:cNvGrpSpPr>
          <p:nvPr/>
        </p:nvGrpSpPr>
        <p:grpSpPr bwMode="auto">
          <a:xfrm>
            <a:off x="6038850" y="817563"/>
            <a:ext cx="2219325" cy="2230437"/>
            <a:chOff x="4122" y="317"/>
            <a:chExt cx="1398" cy="1405"/>
          </a:xfrm>
        </p:grpSpPr>
        <p:sp>
          <p:nvSpPr>
            <p:cNvPr id="26650" name="Line 78">
              <a:extLst>
                <a:ext uri="{FF2B5EF4-FFF2-40B4-BE49-F238E27FC236}">
                  <a16:creationId xmlns:a16="http://schemas.microsoft.com/office/drawing/2014/main" id="{3E2130EC-84D9-5A55-D29E-685357477A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22" y="1050"/>
              <a:ext cx="1314" cy="1"/>
            </a:xfrm>
            <a:prstGeom prst="line">
              <a:avLst/>
            </a:prstGeom>
            <a:noFill/>
            <a:ln w="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51" name="Line 79">
              <a:extLst>
                <a:ext uri="{FF2B5EF4-FFF2-40B4-BE49-F238E27FC236}">
                  <a16:creationId xmlns:a16="http://schemas.microsoft.com/office/drawing/2014/main" id="{D210BE8B-6CCB-D65D-624A-F712750812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76" y="378"/>
              <a:ext cx="1" cy="1344"/>
            </a:xfrm>
            <a:prstGeom prst="line">
              <a:avLst/>
            </a:prstGeom>
            <a:noFill/>
            <a:ln w="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6652" name="Object 84">
              <a:extLst>
                <a:ext uri="{FF2B5EF4-FFF2-40B4-BE49-F238E27FC236}">
                  <a16:creationId xmlns:a16="http://schemas.microsoft.com/office/drawing/2014/main" id="{8036F687-2B53-F92A-6FDB-A767475AC4C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792" y="1056"/>
            <a:ext cx="190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0" imgH="0" progId="Equation.3">
                    <p:embed/>
                  </p:oleObj>
                </mc:Choice>
                <mc:Fallback>
                  <p:oleObj name="Equation" r:id="rId22" imgW="0" imgH="0" progId="Equation.3">
                    <p:embed/>
                    <p:pic>
                      <p:nvPicPr>
                        <p:cNvPr id="0" name="Object 8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92" y="1056"/>
                          <a:ext cx="190" cy="2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653" name="Object 85">
              <a:extLst>
                <a:ext uri="{FF2B5EF4-FFF2-40B4-BE49-F238E27FC236}">
                  <a16:creationId xmlns:a16="http://schemas.microsoft.com/office/drawing/2014/main" id="{BF55363E-F845-117E-68AE-5AFCEE60A32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330" y="1056"/>
            <a:ext cx="190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4" imgW="0" imgH="0" progId="Equation.3">
                    <p:embed/>
                  </p:oleObj>
                </mc:Choice>
                <mc:Fallback>
                  <p:oleObj name="Equation" r:id="rId24" imgW="0" imgH="0" progId="Equation.3">
                    <p:embed/>
                    <p:pic>
                      <p:nvPicPr>
                        <p:cNvPr id="0" name="Object 8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30" y="1056"/>
                          <a:ext cx="190" cy="2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654" name="Object 86">
              <a:extLst>
                <a:ext uri="{FF2B5EF4-FFF2-40B4-BE49-F238E27FC236}">
                  <a16:creationId xmlns:a16="http://schemas.microsoft.com/office/drawing/2014/main" id="{03D4EE3E-8770-59E6-2A80-0DAEA6FE51A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800" y="317"/>
            <a:ext cx="209" cy="2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6" imgW="0" imgH="0" progId="Equation.3">
                    <p:embed/>
                  </p:oleObj>
                </mc:Choice>
                <mc:Fallback>
                  <p:oleObj name="Equation" r:id="rId26" imgW="0" imgH="0" progId="Equation.3">
                    <p:embed/>
                    <p:pic>
                      <p:nvPicPr>
                        <p:cNvPr id="0" name="Object 8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00" y="317"/>
                          <a:ext cx="209" cy="2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96" name="Object 88">
            <a:extLst>
              <a:ext uri="{FF2B5EF4-FFF2-40B4-BE49-F238E27FC236}">
                <a16:creationId xmlns:a16="http://schemas.microsoft.com/office/drawing/2014/main" id="{5FA30E27-C21D-347B-BCE8-A9440F26BCE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67575" y="771525"/>
          <a:ext cx="911225" cy="906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0" imgH="0" progId="Equation.3">
                  <p:embed/>
                </p:oleObj>
              </mc:Choice>
              <mc:Fallback>
                <p:oleObj name="Equation" r:id="rId28" imgW="0" imgH="0" progId="Equation.3">
                  <p:embed/>
                  <p:pic>
                    <p:nvPicPr>
                      <p:cNvPr id="0" name="Object 8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67575" y="771525"/>
                        <a:ext cx="911225" cy="906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" name="Object 112">
            <a:extLst>
              <a:ext uri="{FF2B5EF4-FFF2-40B4-BE49-F238E27FC236}">
                <a16:creationId xmlns:a16="http://schemas.microsoft.com/office/drawing/2014/main" id="{CE1CE70A-D35A-034E-5BA9-561B88891D2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81225" y="5418138"/>
          <a:ext cx="3914775" cy="776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0" imgH="0" progId="Equation.3">
                  <p:embed/>
                </p:oleObj>
              </mc:Choice>
              <mc:Fallback>
                <p:oleObj name="Equation" r:id="rId30" imgW="0" imgH="0" progId="Equation.3">
                  <p:embed/>
                  <p:pic>
                    <p:nvPicPr>
                      <p:cNvPr id="0" name="Object 1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1225" y="5418138"/>
                        <a:ext cx="3914775" cy="776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5" name="Line 113">
            <a:extLst>
              <a:ext uri="{FF2B5EF4-FFF2-40B4-BE49-F238E27FC236}">
                <a16:creationId xmlns:a16="http://schemas.microsoft.com/office/drawing/2014/main" id="{C3923CC6-DBEC-7909-EE16-9FC6258F37D1}"/>
              </a:ext>
            </a:extLst>
          </p:cNvPr>
          <p:cNvSpPr>
            <a:spLocks noChangeShapeType="1"/>
          </p:cNvSpPr>
          <p:nvPr/>
        </p:nvSpPr>
        <p:spPr bwMode="auto">
          <a:xfrm>
            <a:off x="6019800" y="1981200"/>
            <a:ext cx="205740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9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 autoUpdateAnimBg="0"/>
      <p:bldP spid="66" grpId="0" autoUpdateAnimBg="0"/>
      <p:bldP spid="70" grpId="0" autoUpdateAnimBg="0"/>
      <p:bldP spid="72" grpId="0" autoUpdateAnimBg="0"/>
      <p:bldP spid="73" grpId="0" autoUpdateAnimBg="0"/>
      <p:bldP spid="74" grpId="0" autoUpdateAnimBg="0"/>
      <p:bldP spid="76" grpId="0" autoUpdateAnimBg="0"/>
      <p:bldP spid="78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60">
            <a:extLst>
              <a:ext uri="{FF2B5EF4-FFF2-40B4-BE49-F238E27FC236}">
                <a16:creationId xmlns:a16="http://schemas.microsoft.com/office/drawing/2014/main" id="{9C7D11DF-554B-A150-3071-4D7A401BD385}"/>
              </a:ext>
            </a:extLst>
          </p:cNvPr>
          <p:cNvGrpSpPr>
            <a:grpSpLocks/>
          </p:cNvGrpSpPr>
          <p:nvPr/>
        </p:nvGrpSpPr>
        <p:grpSpPr bwMode="auto">
          <a:xfrm>
            <a:off x="6019800" y="4025900"/>
            <a:ext cx="2595563" cy="1460500"/>
            <a:chOff x="3936" y="2832"/>
            <a:chExt cx="1635" cy="920"/>
          </a:xfrm>
        </p:grpSpPr>
        <p:graphicFrame>
          <p:nvGraphicFramePr>
            <p:cNvPr id="27693" name="Object 5">
              <a:extLst>
                <a:ext uri="{FF2B5EF4-FFF2-40B4-BE49-F238E27FC236}">
                  <a16:creationId xmlns:a16="http://schemas.microsoft.com/office/drawing/2014/main" id="{ED71AD7E-AD45-7E10-0559-A09CCF5E92C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977" y="3004"/>
            <a:ext cx="293" cy="4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0" imgH="0" progId="Equation.3">
                    <p:embed/>
                  </p:oleObj>
                </mc:Choice>
                <mc:Fallback>
                  <p:oleObj name="公式" r:id="rId2" imgW="0" imgH="0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77" y="3004"/>
                          <a:ext cx="293" cy="4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94" name="Object 6">
              <a:extLst>
                <a:ext uri="{FF2B5EF4-FFF2-40B4-BE49-F238E27FC236}">
                  <a16:creationId xmlns:a16="http://schemas.microsoft.com/office/drawing/2014/main" id="{C15D0BF4-7C1D-85CE-2318-8CCC0AD97EB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992" y="3024"/>
            <a:ext cx="472" cy="4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0" imgH="0" progId="Equation.3">
                    <p:embed/>
                  </p:oleObj>
                </mc:Choice>
                <mc:Fallback>
                  <p:oleObj name="公式" r:id="rId4" imgW="0" imgH="0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92" y="3024"/>
                          <a:ext cx="472" cy="4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7695" name="Group 359">
              <a:extLst>
                <a:ext uri="{FF2B5EF4-FFF2-40B4-BE49-F238E27FC236}">
                  <a16:creationId xmlns:a16="http://schemas.microsoft.com/office/drawing/2014/main" id="{0FA69725-32F6-703C-ACB1-74B5E5D3F60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36" y="2832"/>
              <a:ext cx="1635" cy="920"/>
              <a:chOff x="3936" y="2832"/>
              <a:chExt cx="1635" cy="920"/>
            </a:xfrm>
          </p:grpSpPr>
          <p:sp>
            <p:nvSpPr>
              <p:cNvPr id="27696" name="Freeform 351">
                <a:extLst>
                  <a:ext uri="{FF2B5EF4-FFF2-40B4-BE49-F238E27FC236}">
                    <a16:creationId xmlns:a16="http://schemas.microsoft.com/office/drawing/2014/main" id="{6A746692-BF0E-5053-67CE-4CDB2F8047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14" y="3045"/>
                <a:ext cx="906" cy="438"/>
              </a:xfrm>
              <a:custGeom>
                <a:avLst/>
                <a:gdLst>
                  <a:gd name="T0" fmla="*/ 0 w 906"/>
                  <a:gd name="T1" fmla="*/ 0 h 438"/>
                  <a:gd name="T2" fmla="*/ 18 w 906"/>
                  <a:gd name="T3" fmla="*/ 96 h 438"/>
                  <a:gd name="T4" fmla="*/ 30 w 906"/>
                  <a:gd name="T5" fmla="*/ 156 h 438"/>
                  <a:gd name="T6" fmla="*/ 48 w 906"/>
                  <a:gd name="T7" fmla="*/ 192 h 438"/>
                  <a:gd name="T8" fmla="*/ 60 w 906"/>
                  <a:gd name="T9" fmla="*/ 222 h 438"/>
                  <a:gd name="T10" fmla="*/ 78 w 906"/>
                  <a:gd name="T11" fmla="*/ 246 h 438"/>
                  <a:gd name="T12" fmla="*/ 90 w 906"/>
                  <a:gd name="T13" fmla="*/ 264 h 438"/>
                  <a:gd name="T14" fmla="*/ 108 w 906"/>
                  <a:gd name="T15" fmla="*/ 282 h 438"/>
                  <a:gd name="T16" fmla="*/ 120 w 906"/>
                  <a:gd name="T17" fmla="*/ 294 h 438"/>
                  <a:gd name="T18" fmla="*/ 138 w 906"/>
                  <a:gd name="T19" fmla="*/ 306 h 438"/>
                  <a:gd name="T20" fmla="*/ 150 w 906"/>
                  <a:gd name="T21" fmla="*/ 312 h 438"/>
                  <a:gd name="T22" fmla="*/ 168 w 906"/>
                  <a:gd name="T23" fmla="*/ 324 h 438"/>
                  <a:gd name="T24" fmla="*/ 180 w 906"/>
                  <a:gd name="T25" fmla="*/ 330 h 438"/>
                  <a:gd name="T26" fmla="*/ 198 w 906"/>
                  <a:gd name="T27" fmla="*/ 336 h 438"/>
                  <a:gd name="T28" fmla="*/ 210 w 906"/>
                  <a:gd name="T29" fmla="*/ 342 h 438"/>
                  <a:gd name="T30" fmla="*/ 228 w 906"/>
                  <a:gd name="T31" fmla="*/ 348 h 438"/>
                  <a:gd name="T32" fmla="*/ 240 w 906"/>
                  <a:gd name="T33" fmla="*/ 354 h 438"/>
                  <a:gd name="T34" fmla="*/ 258 w 906"/>
                  <a:gd name="T35" fmla="*/ 360 h 438"/>
                  <a:gd name="T36" fmla="*/ 270 w 906"/>
                  <a:gd name="T37" fmla="*/ 366 h 438"/>
                  <a:gd name="T38" fmla="*/ 288 w 906"/>
                  <a:gd name="T39" fmla="*/ 366 h 438"/>
                  <a:gd name="T40" fmla="*/ 300 w 906"/>
                  <a:gd name="T41" fmla="*/ 372 h 438"/>
                  <a:gd name="T42" fmla="*/ 318 w 906"/>
                  <a:gd name="T43" fmla="*/ 378 h 438"/>
                  <a:gd name="T44" fmla="*/ 330 w 906"/>
                  <a:gd name="T45" fmla="*/ 378 h 438"/>
                  <a:gd name="T46" fmla="*/ 348 w 906"/>
                  <a:gd name="T47" fmla="*/ 384 h 438"/>
                  <a:gd name="T48" fmla="*/ 360 w 906"/>
                  <a:gd name="T49" fmla="*/ 384 h 438"/>
                  <a:gd name="T50" fmla="*/ 378 w 906"/>
                  <a:gd name="T51" fmla="*/ 390 h 438"/>
                  <a:gd name="T52" fmla="*/ 390 w 906"/>
                  <a:gd name="T53" fmla="*/ 390 h 438"/>
                  <a:gd name="T54" fmla="*/ 408 w 906"/>
                  <a:gd name="T55" fmla="*/ 396 h 438"/>
                  <a:gd name="T56" fmla="*/ 420 w 906"/>
                  <a:gd name="T57" fmla="*/ 396 h 438"/>
                  <a:gd name="T58" fmla="*/ 438 w 906"/>
                  <a:gd name="T59" fmla="*/ 396 h 438"/>
                  <a:gd name="T60" fmla="*/ 456 w 906"/>
                  <a:gd name="T61" fmla="*/ 402 h 438"/>
                  <a:gd name="T62" fmla="*/ 468 w 906"/>
                  <a:gd name="T63" fmla="*/ 402 h 438"/>
                  <a:gd name="T64" fmla="*/ 486 w 906"/>
                  <a:gd name="T65" fmla="*/ 402 h 438"/>
                  <a:gd name="T66" fmla="*/ 498 w 906"/>
                  <a:gd name="T67" fmla="*/ 408 h 438"/>
                  <a:gd name="T68" fmla="*/ 516 w 906"/>
                  <a:gd name="T69" fmla="*/ 408 h 438"/>
                  <a:gd name="T70" fmla="*/ 528 w 906"/>
                  <a:gd name="T71" fmla="*/ 408 h 438"/>
                  <a:gd name="T72" fmla="*/ 546 w 906"/>
                  <a:gd name="T73" fmla="*/ 408 h 438"/>
                  <a:gd name="T74" fmla="*/ 558 w 906"/>
                  <a:gd name="T75" fmla="*/ 414 h 438"/>
                  <a:gd name="T76" fmla="*/ 576 w 906"/>
                  <a:gd name="T77" fmla="*/ 414 h 438"/>
                  <a:gd name="T78" fmla="*/ 588 w 906"/>
                  <a:gd name="T79" fmla="*/ 414 h 438"/>
                  <a:gd name="T80" fmla="*/ 606 w 906"/>
                  <a:gd name="T81" fmla="*/ 414 h 438"/>
                  <a:gd name="T82" fmla="*/ 618 w 906"/>
                  <a:gd name="T83" fmla="*/ 420 h 438"/>
                  <a:gd name="T84" fmla="*/ 636 w 906"/>
                  <a:gd name="T85" fmla="*/ 420 h 438"/>
                  <a:gd name="T86" fmla="*/ 648 w 906"/>
                  <a:gd name="T87" fmla="*/ 420 h 438"/>
                  <a:gd name="T88" fmla="*/ 666 w 906"/>
                  <a:gd name="T89" fmla="*/ 420 h 438"/>
                  <a:gd name="T90" fmla="*/ 678 w 906"/>
                  <a:gd name="T91" fmla="*/ 426 h 438"/>
                  <a:gd name="T92" fmla="*/ 696 w 906"/>
                  <a:gd name="T93" fmla="*/ 426 h 438"/>
                  <a:gd name="T94" fmla="*/ 708 w 906"/>
                  <a:gd name="T95" fmla="*/ 426 h 438"/>
                  <a:gd name="T96" fmla="*/ 726 w 906"/>
                  <a:gd name="T97" fmla="*/ 426 h 438"/>
                  <a:gd name="T98" fmla="*/ 738 w 906"/>
                  <a:gd name="T99" fmla="*/ 426 h 438"/>
                  <a:gd name="T100" fmla="*/ 756 w 906"/>
                  <a:gd name="T101" fmla="*/ 426 h 438"/>
                  <a:gd name="T102" fmla="*/ 768 w 906"/>
                  <a:gd name="T103" fmla="*/ 432 h 438"/>
                  <a:gd name="T104" fmla="*/ 786 w 906"/>
                  <a:gd name="T105" fmla="*/ 432 h 438"/>
                  <a:gd name="T106" fmla="*/ 798 w 906"/>
                  <a:gd name="T107" fmla="*/ 432 h 438"/>
                  <a:gd name="T108" fmla="*/ 816 w 906"/>
                  <a:gd name="T109" fmla="*/ 432 h 438"/>
                  <a:gd name="T110" fmla="*/ 828 w 906"/>
                  <a:gd name="T111" fmla="*/ 432 h 438"/>
                  <a:gd name="T112" fmla="*/ 846 w 906"/>
                  <a:gd name="T113" fmla="*/ 432 h 438"/>
                  <a:gd name="T114" fmla="*/ 858 w 906"/>
                  <a:gd name="T115" fmla="*/ 438 h 438"/>
                  <a:gd name="T116" fmla="*/ 876 w 906"/>
                  <a:gd name="T117" fmla="*/ 438 h 438"/>
                  <a:gd name="T118" fmla="*/ 888 w 906"/>
                  <a:gd name="T119" fmla="*/ 438 h 438"/>
                  <a:gd name="T120" fmla="*/ 906 w 906"/>
                  <a:gd name="T121" fmla="*/ 438 h 438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0" t="0" r="r" b="b"/>
                <a:pathLst>
                  <a:path w="906" h="438">
                    <a:moveTo>
                      <a:pt x="0" y="0"/>
                    </a:moveTo>
                    <a:lnTo>
                      <a:pt x="18" y="96"/>
                    </a:lnTo>
                    <a:lnTo>
                      <a:pt x="30" y="156"/>
                    </a:lnTo>
                    <a:lnTo>
                      <a:pt x="48" y="192"/>
                    </a:lnTo>
                    <a:lnTo>
                      <a:pt x="60" y="222"/>
                    </a:lnTo>
                    <a:lnTo>
                      <a:pt x="78" y="246"/>
                    </a:lnTo>
                    <a:lnTo>
                      <a:pt x="90" y="264"/>
                    </a:lnTo>
                    <a:lnTo>
                      <a:pt x="108" y="282"/>
                    </a:lnTo>
                    <a:lnTo>
                      <a:pt x="120" y="294"/>
                    </a:lnTo>
                    <a:lnTo>
                      <a:pt x="138" y="306"/>
                    </a:lnTo>
                    <a:lnTo>
                      <a:pt x="150" y="312"/>
                    </a:lnTo>
                    <a:lnTo>
                      <a:pt x="168" y="324"/>
                    </a:lnTo>
                    <a:lnTo>
                      <a:pt x="180" y="330"/>
                    </a:lnTo>
                    <a:lnTo>
                      <a:pt x="198" y="336"/>
                    </a:lnTo>
                    <a:lnTo>
                      <a:pt x="210" y="342"/>
                    </a:lnTo>
                    <a:lnTo>
                      <a:pt x="228" y="348"/>
                    </a:lnTo>
                    <a:lnTo>
                      <a:pt x="240" y="354"/>
                    </a:lnTo>
                    <a:lnTo>
                      <a:pt x="258" y="360"/>
                    </a:lnTo>
                    <a:lnTo>
                      <a:pt x="270" y="366"/>
                    </a:lnTo>
                    <a:lnTo>
                      <a:pt x="288" y="366"/>
                    </a:lnTo>
                    <a:lnTo>
                      <a:pt x="300" y="372"/>
                    </a:lnTo>
                    <a:lnTo>
                      <a:pt x="318" y="378"/>
                    </a:lnTo>
                    <a:lnTo>
                      <a:pt x="330" y="378"/>
                    </a:lnTo>
                    <a:lnTo>
                      <a:pt x="348" y="384"/>
                    </a:lnTo>
                    <a:lnTo>
                      <a:pt x="360" y="384"/>
                    </a:lnTo>
                    <a:lnTo>
                      <a:pt x="378" y="390"/>
                    </a:lnTo>
                    <a:lnTo>
                      <a:pt x="390" y="390"/>
                    </a:lnTo>
                    <a:lnTo>
                      <a:pt x="408" y="396"/>
                    </a:lnTo>
                    <a:lnTo>
                      <a:pt x="420" y="396"/>
                    </a:lnTo>
                    <a:lnTo>
                      <a:pt x="438" y="396"/>
                    </a:lnTo>
                    <a:lnTo>
                      <a:pt x="456" y="402"/>
                    </a:lnTo>
                    <a:lnTo>
                      <a:pt x="468" y="402"/>
                    </a:lnTo>
                    <a:lnTo>
                      <a:pt x="486" y="402"/>
                    </a:lnTo>
                    <a:lnTo>
                      <a:pt x="498" y="408"/>
                    </a:lnTo>
                    <a:lnTo>
                      <a:pt x="516" y="408"/>
                    </a:lnTo>
                    <a:lnTo>
                      <a:pt x="528" y="408"/>
                    </a:lnTo>
                    <a:lnTo>
                      <a:pt x="546" y="408"/>
                    </a:lnTo>
                    <a:lnTo>
                      <a:pt x="558" y="414"/>
                    </a:lnTo>
                    <a:lnTo>
                      <a:pt x="576" y="414"/>
                    </a:lnTo>
                    <a:lnTo>
                      <a:pt x="588" y="414"/>
                    </a:lnTo>
                    <a:lnTo>
                      <a:pt x="606" y="414"/>
                    </a:lnTo>
                    <a:lnTo>
                      <a:pt x="618" y="420"/>
                    </a:lnTo>
                    <a:lnTo>
                      <a:pt x="636" y="420"/>
                    </a:lnTo>
                    <a:lnTo>
                      <a:pt x="648" y="420"/>
                    </a:lnTo>
                    <a:lnTo>
                      <a:pt x="666" y="420"/>
                    </a:lnTo>
                    <a:lnTo>
                      <a:pt x="678" y="426"/>
                    </a:lnTo>
                    <a:lnTo>
                      <a:pt x="696" y="426"/>
                    </a:lnTo>
                    <a:lnTo>
                      <a:pt x="708" y="426"/>
                    </a:lnTo>
                    <a:lnTo>
                      <a:pt x="726" y="426"/>
                    </a:lnTo>
                    <a:lnTo>
                      <a:pt x="738" y="426"/>
                    </a:lnTo>
                    <a:lnTo>
                      <a:pt x="756" y="426"/>
                    </a:lnTo>
                    <a:lnTo>
                      <a:pt x="768" y="432"/>
                    </a:lnTo>
                    <a:lnTo>
                      <a:pt x="786" y="432"/>
                    </a:lnTo>
                    <a:lnTo>
                      <a:pt x="798" y="432"/>
                    </a:lnTo>
                    <a:lnTo>
                      <a:pt x="816" y="432"/>
                    </a:lnTo>
                    <a:lnTo>
                      <a:pt x="828" y="432"/>
                    </a:lnTo>
                    <a:lnTo>
                      <a:pt x="846" y="432"/>
                    </a:lnTo>
                    <a:lnTo>
                      <a:pt x="858" y="438"/>
                    </a:lnTo>
                    <a:lnTo>
                      <a:pt x="876" y="438"/>
                    </a:lnTo>
                    <a:lnTo>
                      <a:pt x="888" y="438"/>
                    </a:lnTo>
                    <a:lnTo>
                      <a:pt x="906" y="438"/>
                    </a:lnTo>
                  </a:path>
                </a:pathLst>
              </a:custGeom>
              <a:noFill/>
              <a:ln w="9525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697" name="Line 353">
                <a:extLst>
                  <a:ext uri="{FF2B5EF4-FFF2-40B4-BE49-F238E27FC236}">
                    <a16:creationId xmlns:a16="http://schemas.microsoft.com/office/drawing/2014/main" id="{76AD04A1-4BA0-1304-36AB-6138F36BCFF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3584"/>
                <a:ext cx="1587" cy="0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698" name="Line 354">
                <a:extLst>
                  <a:ext uri="{FF2B5EF4-FFF2-40B4-BE49-F238E27FC236}">
                    <a16:creationId xmlns:a16="http://schemas.microsoft.com/office/drawing/2014/main" id="{4EF5DCB6-2359-E9A1-398F-FFDF1C8219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608" y="2835"/>
                <a:ext cx="0" cy="861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699" name="Freeform 289">
                <a:extLst>
                  <a:ext uri="{FF2B5EF4-FFF2-40B4-BE49-F238E27FC236}">
                    <a16:creationId xmlns:a16="http://schemas.microsoft.com/office/drawing/2014/main" id="{147F86A1-ABB6-2941-FB20-5CE80C5F4BC0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936" y="3044"/>
                <a:ext cx="906" cy="438"/>
              </a:xfrm>
              <a:custGeom>
                <a:avLst/>
                <a:gdLst>
                  <a:gd name="T0" fmla="*/ 0 w 906"/>
                  <a:gd name="T1" fmla="*/ 0 h 438"/>
                  <a:gd name="T2" fmla="*/ 18 w 906"/>
                  <a:gd name="T3" fmla="*/ 96 h 438"/>
                  <a:gd name="T4" fmla="*/ 30 w 906"/>
                  <a:gd name="T5" fmla="*/ 156 h 438"/>
                  <a:gd name="T6" fmla="*/ 48 w 906"/>
                  <a:gd name="T7" fmla="*/ 192 h 438"/>
                  <a:gd name="T8" fmla="*/ 60 w 906"/>
                  <a:gd name="T9" fmla="*/ 222 h 438"/>
                  <a:gd name="T10" fmla="*/ 78 w 906"/>
                  <a:gd name="T11" fmla="*/ 246 h 438"/>
                  <a:gd name="T12" fmla="*/ 90 w 906"/>
                  <a:gd name="T13" fmla="*/ 264 h 438"/>
                  <a:gd name="T14" fmla="*/ 108 w 906"/>
                  <a:gd name="T15" fmla="*/ 282 h 438"/>
                  <a:gd name="T16" fmla="*/ 120 w 906"/>
                  <a:gd name="T17" fmla="*/ 294 h 438"/>
                  <a:gd name="T18" fmla="*/ 138 w 906"/>
                  <a:gd name="T19" fmla="*/ 306 h 438"/>
                  <a:gd name="T20" fmla="*/ 150 w 906"/>
                  <a:gd name="T21" fmla="*/ 312 h 438"/>
                  <a:gd name="T22" fmla="*/ 168 w 906"/>
                  <a:gd name="T23" fmla="*/ 324 h 438"/>
                  <a:gd name="T24" fmla="*/ 180 w 906"/>
                  <a:gd name="T25" fmla="*/ 330 h 438"/>
                  <a:gd name="T26" fmla="*/ 198 w 906"/>
                  <a:gd name="T27" fmla="*/ 336 h 438"/>
                  <a:gd name="T28" fmla="*/ 210 w 906"/>
                  <a:gd name="T29" fmla="*/ 342 h 438"/>
                  <a:gd name="T30" fmla="*/ 228 w 906"/>
                  <a:gd name="T31" fmla="*/ 348 h 438"/>
                  <a:gd name="T32" fmla="*/ 240 w 906"/>
                  <a:gd name="T33" fmla="*/ 354 h 438"/>
                  <a:gd name="T34" fmla="*/ 258 w 906"/>
                  <a:gd name="T35" fmla="*/ 360 h 438"/>
                  <a:gd name="T36" fmla="*/ 270 w 906"/>
                  <a:gd name="T37" fmla="*/ 366 h 438"/>
                  <a:gd name="T38" fmla="*/ 288 w 906"/>
                  <a:gd name="T39" fmla="*/ 366 h 438"/>
                  <a:gd name="T40" fmla="*/ 300 w 906"/>
                  <a:gd name="T41" fmla="*/ 372 h 438"/>
                  <a:gd name="T42" fmla="*/ 318 w 906"/>
                  <a:gd name="T43" fmla="*/ 378 h 438"/>
                  <a:gd name="T44" fmla="*/ 330 w 906"/>
                  <a:gd name="T45" fmla="*/ 378 h 438"/>
                  <a:gd name="T46" fmla="*/ 348 w 906"/>
                  <a:gd name="T47" fmla="*/ 384 h 438"/>
                  <a:gd name="T48" fmla="*/ 360 w 906"/>
                  <a:gd name="T49" fmla="*/ 384 h 438"/>
                  <a:gd name="T50" fmla="*/ 378 w 906"/>
                  <a:gd name="T51" fmla="*/ 390 h 438"/>
                  <a:gd name="T52" fmla="*/ 390 w 906"/>
                  <a:gd name="T53" fmla="*/ 390 h 438"/>
                  <a:gd name="T54" fmla="*/ 408 w 906"/>
                  <a:gd name="T55" fmla="*/ 396 h 438"/>
                  <a:gd name="T56" fmla="*/ 420 w 906"/>
                  <a:gd name="T57" fmla="*/ 396 h 438"/>
                  <a:gd name="T58" fmla="*/ 438 w 906"/>
                  <a:gd name="T59" fmla="*/ 396 h 438"/>
                  <a:gd name="T60" fmla="*/ 456 w 906"/>
                  <a:gd name="T61" fmla="*/ 402 h 438"/>
                  <a:gd name="T62" fmla="*/ 468 w 906"/>
                  <a:gd name="T63" fmla="*/ 402 h 438"/>
                  <a:gd name="T64" fmla="*/ 486 w 906"/>
                  <a:gd name="T65" fmla="*/ 402 h 438"/>
                  <a:gd name="T66" fmla="*/ 498 w 906"/>
                  <a:gd name="T67" fmla="*/ 408 h 438"/>
                  <a:gd name="T68" fmla="*/ 516 w 906"/>
                  <a:gd name="T69" fmla="*/ 408 h 438"/>
                  <a:gd name="T70" fmla="*/ 528 w 906"/>
                  <a:gd name="T71" fmla="*/ 408 h 438"/>
                  <a:gd name="T72" fmla="*/ 546 w 906"/>
                  <a:gd name="T73" fmla="*/ 408 h 438"/>
                  <a:gd name="T74" fmla="*/ 558 w 906"/>
                  <a:gd name="T75" fmla="*/ 414 h 438"/>
                  <a:gd name="T76" fmla="*/ 576 w 906"/>
                  <a:gd name="T77" fmla="*/ 414 h 438"/>
                  <a:gd name="T78" fmla="*/ 588 w 906"/>
                  <a:gd name="T79" fmla="*/ 414 h 438"/>
                  <a:gd name="T80" fmla="*/ 606 w 906"/>
                  <a:gd name="T81" fmla="*/ 414 h 438"/>
                  <a:gd name="T82" fmla="*/ 618 w 906"/>
                  <a:gd name="T83" fmla="*/ 420 h 438"/>
                  <a:gd name="T84" fmla="*/ 636 w 906"/>
                  <a:gd name="T85" fmla="*/ 420 h 438"/>
                  <a:gd name="T86" fmla="*/ 648 w 906"/>
                  <a:gd name="T87" fmla="*/ 420 h 438"/>
                  <a:gd name="T88" fmla="*/ 666 w 906"/>
                  <a:gd name="T89" fmla="*/ 420 h 438"/>
                  <a:gd name="T90" fmla="*/ 678 w 906"/>
                  <a:gd name="T91" fmla="*/ 426 h 438"/>
                  <a:gd name="T92" fmla="*/ 696 w 906"/>
                  <a:gd name="T93" fmla="*/ 426 h 438"/>
                  <a:gd name="T94" fmla="*/ 708 w 906"/>
                  <a:gd name="T95" fmla="*/ 426 h 438"/>
                  <a:gd name="T96" fmla="*/ 726 w 906"/>
                  <a:gd name="T97" fmla="*/ 426 h 438"/>
                  <a:gd name="T98" fmla="*/ 738 w 906"/>
                  <a:gd name="T99" fmla="*/ 426 h 438"/>
                  <a:gd name="T100" fmla="*/ 756 w 906"/>
                  <a:gd name="T101" fmla="*/ 426 h 438"/>
                  <a:gd name="T102" fmla="*/ 768 w 906"/>
                  <a:gd name="T103" fmla="*/ 432 h 438"/>
                  <a:gd name="T104" fmla="*/ 786 w 906"/>
                  <a:gd name="T105" fmla="*/ 432 h 438"/>
                  <a:gd name="T106" fmla="*/ 798 w 906"/>
                  <a:gd name="T107" fmla="*/ 432 h 438"/>
                  <a:gd name="T108" fmla="*/ 816 w 906"/>
                  <a:gd name="T109" fmla="*/ 432 h 438"/>
                  <a:gd name="T110" fmla="*/ 828 w 906"/>
                  <a:gd name="T111" fmla="*/ 432 h 438"/>
                  <a:gd name="T112" fmla="*/ 846 w 906"/>
                  <a:gd name="T113" fmla="*/ 432 h 438"/>
                  <a:gd name="T114" fmla="*/ 858 w 906"/>
                  <a:gd name="T115" fmla="*/ 438 h 438"/>
                  <a:gd name="T116" fmla="*/ 876 w 906"/>
                  <a:gd name="T117" fmla="*/ 438 h 438"/>
                  <a:gd name="T118" fmla="*/ 888 w 906"/>
                  <a:gd name="T119" fmla="*/ 438 h 438"/>
                  <a:gd name="T120" fmla="*/ 906 w 906"/>
                  <a:gd name="T121" fmla="*/ 438 h 438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0" t="0" r="r" b="b"/>
                <a:pathLst>
                  <a:path w="906" h="438">
                    <a:moveTo>
                      <a:pt x="0" y="0"/>
                    </a:moveTo>
                    <a:lnTo>
                      <a:pt x="18" y="96"/>
                    </a:lnTo>
                    <a:lnTo>
                      <a:pt x="30" y="156"/>
                    </a:lnTo>
                    <a:lnTo>
                      <a:pt x="48" y="192"/>
                    </a:lnTo>
                    <a:lnTo>
                      <a:pt x="60" y="222"/>
                    </a:lnTo>
                    <a:lnTo>
                      <a:pt x="78" y="246"/>
                    </a:lnTo>
                    <a:lnTo>
                      <a:pt x="90" y="264"/>
                    </a:lnTo>
                    <a:lnTo>
                      <a:pt x="108" y="282"/>
                    </a:lnTo>
                    <a:lnTo>
                      <a:pt x="120" y="294"/>
                    </a:lnTo>
                    <a:lnTo>
                      <a:pt x="138" y="306"/>
                    </a:lnTo>
                    <a:lnTo>
                      <a:pt x="150" y="312"/>
                    </a:lnTo>
                    <a:lnTo>
                      <a:pt x="168" y="324"/>
                    </a:lnTo>
                    <a:lnTo>
                      <a:pt x="180" y="330"/>
                    </a:lnTo>
                    <a:lnTo>
                      <a:pt x="198" y="336"/>
                    </a:lnTo>
                    <a:lnTo>
                      <a:pt x="210" y="342"/>
                    </a:lnTo>
                    <a:lnTo>
                      <a:pt x="228" y="348"/>
                    </a:lnTo>
                    <a:lnTo>
                      <a:pt x="240" y="354"/>
                    </a:lnTo>
                    <a:lnTo>
                      <a:pt x="258" y="360"/>
                    </a:lnTo>
                    <a:lnTo>
                      <a:pt x="270" y="366"/>
                    </a:lnTo>
                    <a:lnTo>
                      <a:pt x="288" y="366"/>
                    </a:lnTo>
                    <a:lnTo>
                      <a:pt x="300" y="372"/>
                    </a:lnTo>
                    <a:lnTo>
                      <a:pt x="318" y="378"/>
                    </a:lnTo>
                    <a:lnTo>
                      <a:pt x="330" y="378"/>
                    </a:lnTo>
                    <a:lnTo>
                      <a:pt x="348" y="384"/>
                    </a:lnTo>
                    <a:lnTo>
                      <a:pt x="360" y="384"/>
                    </a:lnTo>
                    <a:lnTo>
                      <a:pt x="378" y="390"/>
                    </a:lnTo>
                    <a:lnTo>
                      <a:pt x="390" y="390"/>
                    </a:lnTo>
                    <a:lnTo>
                      <a:pt x="408" y="396"/>
                    </a:lnTo>
                    <a:lnTo>
                      <a:pt x="420" y="396"/>
                    </a:lnTo>
                    <a:lnTo>
                      <a:pt x="438" y="396"/>
                    </a:lnTo>
                    <a:lnTo>
                      <a:pt x="456" y="402"/>
                    </a:lnTo>
                    <a:lnTo>
                      <a:pt x="468" y="402"/>
                    </a:lnTo>
                    <a:lnTo>
                      <a:pt x="486" y="402"/>
                    </a:lnTo>
                    <a:lnTo>
                      <a:pt x="498" y="408"/>
                    </a:lnTo>
                    <a:lnTo>
                      <a:pt x="516" y="408"/>
                    </a:lnTo>
                    <a:lnTo>
                      <a:pt x="528" y="408"/>
                    </a:lnTo>
                    <a:lnTo>
                      <a:pt x="546" y="408"/>
                    </a:lnTo>
                    <a:lnTo>
                      <a:pt x="558" y="414"/>
                    </a:lnTo>
                    <a:lnTo>
                      <a:pt x="576" y="414"/>
                    </a:lnTo>
                    <a:lnTo>
                      <a:pt x="588" y="414"/>
                    </a:lnTo>
                    <a:lnTo>
                      <a:pt x="606" y="414"/>
                    </a:lnTo>
                    <a:lnTo>
                      <a:pt x="618" y="420"/>
                    </a:lnTo>
                    <a:lnTo>
                      <a:pt x="636" y="420"/>
                    </a:lnTo>
                    <a:lnTo>
                      <a:pt x="648" y="420"/>
                    </a:lnTo>
                    <a:lnTo>
                      <a:pt x="666" y="420"/>
                    </a:lnTo>
                    <a:lnTo>
                      <a:pt x="678" y="426"/>
                    </a:lnTo>
                    <a:lnTo>
                      <a:pt x="696" y="426"/>
                    </a:lnTo>
                    <a:lnTo>
                      <a:pt x="708" y="426"/>
                    </a:lnTo>
                    <a:lnTo>
                      <a:pt x="726" y="426"/>
                    </a:lnTo>
                    <a:lnTo>
                      <a:pt x="738" y="426"/>
                    </a:lnTo>
                    <a:lnTo>
                      <a:pt x="756" y="426"/>
                    </a:lnTo>
                    <a:lnTo>
                      <a:pt x="768" y="432"/>
                    </a:lnTo>
                    <a:lnTo>
                      <a:pt x="786" y="432"/>
                    </a:lnTo>
                    <a:lnTo>
                      <a:pt x="798" y="432"/>
                    </a:lnTo>
                    <a:lnTo>
                      <a:pt x="816" y="432"/>
                    </a:lnTo>
                    <a:lnTo>
                      <a:pt x="828" y="432"/>
                    </a:lnTo>
                    <a:lnTo>
                      <a:pt x="846" y="432"/>
                    </a:lnTo>
                    <a:lnTo>
                      <a:pt x="858" y="438"/>
                    </a:lnTo>
                    <a:lnTo>
                      <a:pt x="876" y="438"/>
                    </a:lnTo>
                    <a:lnTo>
                      <a:pt x="888" y="438"/>
                    </a:lnTo>
                    <a:lnTo>
                      <a:pt x="906" y="438"/>
                    </a:lnTo>
                  </a:path>
                </a:pathLst>
              </a:custGeom>
              <a:noFill/>
              <a:ln w="9525">
                <a:solidFill>
                  <a:srgbClr val="00FF9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27700" name="Object 356">
                <a:extLst>
                  <a:ext uri="{FF2B5EF4-FFF2-40B4-BE49-F238E27FC236}">
                    <a16:creationId xmlns:a16="http://schemas.microsoft.com/office/drawing/2014/main" id="{D216726D-DF5B-AF75-176B-BE0F1605DBDE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424" y="3592"/>
              <a:ext cx="136" cy="1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6" imgW="0" imgH="0" progId="Equation.3">
                      <p:embed/>
                    </p:oleObj>
                  </mc:Choice>
                  <mc:Fallback>
                    <p:oleObj name="Equation" r:id="rId6" imgW="0" imgH="0" progId="Equation.3">
                      <p:embed/>
                      <p:pic>
                        <p:nvPicPr>
                          <p:cNvPr id="0" name="Object 35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grayscl/>
                            <a:biLevel thresh="50000"/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24" y="3592"/>
                            <a:ext cx="136" cy="15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7701" name="Object 357">
                <a:extLst>
                  <a:ext uri="{FF2B5EF4-FFF2-40B4-BE49-F238E27FC236}">
                    <a16:creationId xmlns:a16="http://schemas.microsoft.com/office/drawing/2014/main" id="{D15CE84F-8AE5-4BA1-45C6-988ED0CB6524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416" y="2832"/>
              <a:ext cx="152" cy="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8" imgW="0" imgH="0" progId="Equation.3">
                      <p:embed/>
                    </p:oleObj>
                  </mc:Choice>
                  <mc:Fallback>
                    <p:oleObj name="Equation" r:id="rId8" imgW="0" imgH="0" progId="Equation.3">
                      <p:embed/>
                      <p:pic>
                        <p:nvPicPr>
                          <p:cNvPr id="0" name="Object 35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>
                            <a:grayscl/>
                            <a:biLevel thresh="50000"/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16" y="2832"/>
                            <a:ext cx="152" cy="2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7702" name="Object 358">
                <a:extLst>
                  <a:ext uri="{FF2B5EF4-FFF2-40B4-BE49-F238E27FC236}">
                    <a16:creationId xmlns:a16="http://schemas.microsoft.com/office/drawing/2014/main" id="{4B7304C1-26B7-2C1A-9736-89DEF40D5A3D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5372" y="3600"/>
              <a:ext cx="144" cy="1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0" imgW="0" imgH="0" progId="Equation.3">
                      <p:embed/>
                    </p:oleObj>
                  </mc:Choice>
                  <mc:Fallback>
                    <p:oleObj name="Equation" r:id="rId10" imgW="0" imgH="0" progId="Equation.3">
                      <p:embed/>
                      <p:pic>
                        <p:nvPicPr>
                          <p:cNvPr id="0" name="Object 35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>
                            <a:grayscl/>
                            <a:biLevel thresh="50000"/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372" y="3600"/>
                            <a:ext cx="144" cy="15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aphicFrame>
        <p:nvGraphicFramePr>
          <p:cNvPr id="48" name="Object 31">
            <a:extLst>
              <a:ext uri="{FF2B5EF4-FFF2-40B4-BE49-F238E27FC236}">
                <a16:creationId xmlns:a16="http://schemas.microsoft.com/office/drawing/2014/main" id="{45C0390C-BDFE-2F00-C9AD-D310BC1E1DF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41525" y="3700463"/>
          <a:ext cx="4019550" cy="874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0" imgH="0" progId="Equation.3">
                  <p:embed/>
                </p:oleObj>
              </mc:Choice>
              <mc:Fallback>
                <p:oleObj name="Equation" r:id="rId12" imgW="0" imgH="0" progId="Equation.3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1525" y="3700463"/>
                        <a:ext cx="4019550" cy="874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1" name="Text Box 2">
            <a:extLst>
              <a:ext uri="{FF2B5EF4-FFF2-40B4-BE49-F238E27FC236}">
                <a16:creationId xmlns:a16="http://schemas.microsoft.com/office/drawing/2014/main" id="{04311B05-522D-6501-7A4B-18038295461E}"/>
              </a:ext>
            </a:extLst>
          </p:cNvPr>
          <p:cNvPicPr>
            <a:picLocks noRot="1" noChangeAspect="1" noMove="1" noResize="1" noEditPoints="1" noAdjustHandles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6300" y="3200400"/>
            <a:ext cx="6400800" cy="469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2" name="Line 7">
            <a:extLst>
              <a:ext uri="{FF2B5EF4-FFF2-40B4-BE49-F238E27FC236}">
                <a16:creationId xmlns:a16="http://schemas.microsoft.com/office/drawing/2014/main" id="{604BF804-3EDB-331E-1245-63E085CB15AF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0" y="5221288"/>
            <a:ext cx="23749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3" name="Rectangle 10">
            <a:extLst>
              <a:ext uri="{FF2B5EF4-FFF2-40B4-BE49-F238E27FC236}">
                <a16:creationId xmlns:a16="http://schemas.microsoft.com/office/drawing/2014/main" id="{BA29E998-8896-937C-DA14-9640DFA773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3048000" cy="533400"/>
          </a:xfrm>
        </p:spPr>
        <p:txBody>
          <a:bodyPr/>
          <a:lstStyle/>
          <a:p>
            <a:pPr>
              <a:defRPr/>
            </a:pPr>
            <a:r>
              <a:rPr lang="en-US" altLang="zh-CN" sz="2800" b="1">
                <a:latin typeface="+mn-ea"/>
                <a:ea typeface="+mn-ea"/>
              </a:rPr>
              <a:t>two kind special case :</a:t>
            </a:r>
            <a:endParaRPr lang="en-US" altLang="zh-CN" sz="2800" b="1" dirty="0">
              <a:latin typeface="+mn-ea"/>
              <a:ea typeface="+mn-ea"/>
            </a:endParaRPr>
          </a:p>
        </p:txBody>
      </p:sp>
      <p:graphicFrame>
        <p:nvGraphicFramePr>
          <p:cNvPr id="74" name="Object 11">
            <a:extLst>
              <a:ext uri="{FF2B5EF4-FFF2-40B4-BE49-F238E27FC236}">
                <a16:creationId xmlns:a16="http://schemas.microsoft.com/office/drawing/2014/main" id="{35F83423-1FFD-EE45-1CB8-326FAB52223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7200" y="838200"/>
          <a:ext cx="21336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0" imgH="0" progId="Equation.3">
                  <p:embed/>
                </p:oleObj>
              </mc:Choice>
              <mc:Fallback>
                <p:oleObj name="Equation" r:id="rId15" imgW="0" imgH="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838200"/>
                        <a:ext cx="21336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" name="Line 12">
            <a:extLst>
              <a:ext uri="{FF2B5EF4-FFF2-40B4-BE49-F238E27FC236}">
                <a16:creationId xmlns:a16="http://schemas.microsoft.com/office/drawing/2014/main" id="{E9BE7DEE-AE28-7FB7-70D2-2B73C72670A0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3200" y="9906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6" name="Line 13">
            <a:extLst>
              <a:ext uri="{FF2B5EF4-FFF2-40B4-BE49-F238E27FC236}">
                <a16:creationId xmlns:a16="http://schemas.microsoft.com/office/drawing/2014/main" id="{A55F12D5-DEA3-5E43-33AA-4D1B95D58F4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43200" y="1114425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77" name="Object 14">
            <a:extLst>
              <a:ext uri="{FF2B5EF4-FFF2-40B4-BE49-F238E27FC236}">
                <a16:creationId xmlns:a16="http://schemas.microsoft.com/office/drawing/2014/main" id="{14906C0D-DD3E-A459-F697-C557096093D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30600" y="869950"/>
          <a:ext cx="11938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0" imgH="0" progId="Equation.3">
                  <p:embed/>
                </p:oleObj>
              </mc:Choice>
              <mc:Fallback>
                <p:oleObj name="Equation" r:id="rId17" imgW="0" imgH="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30600" y="869950"/>
                        <a:ext cx="11938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" name="Object 15">
            <a:extLst>
              <a:ext uri="{FF2B5EF4-FFF2-40B4-BE49-F238E27FC236}">
                <a16:creationId xmlns:a16="http://schemas.microsoft.com/office/drawing/2014/main" id="{B8DBEB54-FC3A-1559-D5EE-2A9BE094D65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00600" y="877888"/>
          <a:ext cx="12446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0" imgH="0" progId="Equation.3">
                  <p:embed/>
                </p:oleObj>
              </mc:Choice>
              <mc:Fallback>
                <p:oleObj name="Equation" r:id="rId19" imgW="0" imgH="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877888"/>
                        <a:ext cx="12446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" name="Text Box 16">
            <a:extLst>
              <a:ext uri="{FF2B5EF4-FFF2-40B4-BE49-F238E27FC236}">
                <a16:creationId xmlns:a16="http://schemas.microsoft.com/office/drawing/2014/main" id="{DD612FD8-EA5E-3E6A-755A-4A1F78565E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9800" y="806450"/>
            <a:ext cx="7620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 sz="2400"/>
              <a:t>当</a:t>
            </a:r>
          </a:p>
        </p:txBody>
      </p:sp>
      <p:graphicFrame>
        <p:nvGraphicFramePr>
          <p:cNvPr id="80" name="Object 17">
            <a:extLst>
              <a:ext uri="{FF2B5EF4-FFF2-40B4-BE49-F238E27FC236}">
                <a16:creationId xmlns:a16="http://schemas.microsoft.com/office/drawing/2014/main" id="{5A2994B8-F268-0DA8-9ECE-FDE203E3F2D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16688" y="879475"/>
          <a:ext cx="9144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0" imgH="0" progId="Equation.3">
                  <p:embed/>
                </p:oleObj>
              </mc:Choice>
              <mc:Fallback>
                <p:oleObj name="Equation" r:id="rId21" imgW="0" imgH="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6688" y="879475"/>
                        <a:ext cx="9144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" name="Text Box 18">
            <a:extLst>
              <a:ext uri="{FF2B5EF4-FFF2-40B4-BE49-F238E27FC236}">
                <a16:creationId xmlns:a16="http://schemas.microsoft.com/office/drawing/2014/main" id="{E4EC98A5-E67D-106E-1CE4-5585ABF0CA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64413" y="806450"/>
            <a:ext cx="12954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/>
              <a:t>when , has</a:t>
            </a:r>
            <a:endParaRPr lang="zh-CN" altLang="en-US" sz="2400"/>
          </a:p>
        </p:txBody>
      </p:sp>
      <p:graphicFrame>
        <p:nvGraphicFramePr>
          <p:cNvPr id="82" name="Object 19">
            <a:extLst>
              <a:ext uri="{FF2B5EF4-FFF2-40B4-BE49-F238E27FC236}">
                <a16:creationId xmlns:a16="http://schemas.microsoft.com/office/drawing/2014/main" id="{533C848A-CF35-8EFD-6E12-C2DA5E58B93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02038" y="1371600"/>
          <a:ext cx="20828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0" imgH="0" progId="Equation.3">
                  <p:embed/>
                </p:oleObj>
              </mc:Choice>
              <mc:Fallback>
                <p:oleObj name="Equation" r:id="rId23" imgW="0" imgH="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02038" y="1371600"/>
                        <a:ext cx="20828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" name="Object 20">
            <a:extLst>
              <a:ext uri="{FF2B5EF4-FFF2-40B4-BE49-F238E27FC236}">
                <a16:creationId xmlns:a16="http://schemas.microsoft.com/office/drawing/2014/main" id="{AB9CB3F3-5129-ACBB-31F8-DDCB24E74D1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7200" y="2057400"/>
          <a:ext cx="21336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0" imgH="0" progId="Equation.3">
                  <p:embed/>
                </p:oleObj>
              </mc:Choice>
              <mc:Fallback>
                <p:oleObj name="Equation" r:id="rId25" imgW="0" imgH="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2057400"/>
                        <a:ext cx="21336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4" name="Line 21">
            <a:extLst>
              <a:ext uri="{FF2B5EF4-FFF2-40B4-BE49-F238E27FC236}">
                <a16:creationId xmlns:a16="http://schemas.microsoft.com/office/drawing/2014/main" id="{00BFF389-291A-2F02-BF08-040617C47755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7000" y="22098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5" name="Line 22">
            <a:extLst>
              <a:ext uri="{FF2B5EF4-FFF2-40B4-BE49-F238E27FC236}">
                <a16:creationId xmlns:a16="http://schemas.microsoft.com/office/drawing/2014/main" id="{30CC89F3-322B-614E-288E-1D05514E3C3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667000" y="2309813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86" name="Object 23">
            <a:extLst>
              <a:ext uri="{FF2B5EF4-FFF2-40B4-BE49-F238E27FC236}">
                <a16:creationId xmlns:a16="http://schemas.microsoft.com/office/drawing/2014/main" id="{40525473-1CCB-86C1-972C-DB4E65377DD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54400" y="2089150"/>
          <a:ext cx="11938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0" imgH="0" progId="Equation.3">
                  <p:embed/>
                </p:oleObj>
              </mc:Choice>
              <mc:Fallback>
                <p:oleObj name="Equation" r:id="rId17" imgW="0" imgH="0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54400" y="2089150"/>
                        <a:ext cx="11938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" name="Object 24">
            <a:extLst>
              <a:ext uri="{FF2B5EF4-FFF2-40B4-BE49-F238E27FC236}">
                <a16:creationId xmlns:a16="http://schemas.microsoft.com/office/drawing/2014/main" id="{0C730711-E8C1-36B0-189C-9833642F271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24400" y="2097088"/>
          <a:ext cx="12446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0" imgH="0" progId="Equation.3">
                  <p:embed/>
                </p:oleObj>
              </mc:Choice>
              <mc:Fallback>
                <p:oleObj name="Equation" r:id="rId19" imgW="0" imgH="0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2097088"/>
                        <a:ext cx="12446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8" name="Text Box 25">
            <a:extLst>
              <a:ext uri="{FF2B5EF4-FFF2-40B4-BE49-F238E27FC236}">
                <a16:creationId xmlns:a16="http://schemas.microsoft.com/office/drawing/2014/main" id="{25839640-97F8-49BF-E812-BCC314A9F0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1981200"/>
            <a:ext cx="7620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 sz="2400"/>
              <a:t>当</a:t>
            </a:r>
          </a:p>
        </p:txBody>
      </p:sp>
      <p:graphicFrame>
        <p:nvGraphicFramePr>
          <p:cNvPr id="89" name="Object 26">
            <a:extLst>
              <a:ext uri="{FF2B5EF4-FFF2-40B4-BE49-F238E27FC236}">
                <a16:creationId xmlns:a16="http://schemas.microsoft.com/office/drawing/2014/main" id="{4C7A3E3F-0017-0090-7493-352656DE03E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02388" y="2030413"/>
          <a:ext cx="11176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0" imgH="0" progId="Equation.3">
                  <p:embed/>
                </p:oleObj>
              </mc:Choice>
              <mc:Fallback>
                <p:oleObj name="Equation" r:id="rId29" imgW="0" imgH="0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2388" y="2030413"/>
                        <a:ext cx="11176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" name="Text Box 27">
            <a:extLst>
              <a:ext uri="{FF2B5EF4-FFF2-40B4-BE49-F238E27FC236}">
                <a16:creationId xmlns:a16="http://schemas.microsoft.com/office/drawing/2014/main" id="{550489CD-75F5-72F3-1867-7FA6DE00DA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27925" y="1941513"/>
            <a:ext cx="1219200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2400">
                <a:latin typeface="+mn-ea"/>
              </a:rPr>
              <a:t>when , has</a:t>
            </a:r>
            <a:endParaRPr lang="zh-CN" altLang="en-US" sz="2400" dirty="0">
              <a:latin typeface="+mn-ea"/>
            </a:endParaRPr>
          </a:p>
        </p:txBody>
      </p:sp>
      <p:graphicFrame>
        <p:nvGraphicFramePr>
          <p:cNvPr id="91" name="Object 28">
            <a:extLst>
              <a:ext uri="{FF2B5EF4-FFF2-40B4-BE49-F238E27FC236}">
                <a16:creationId xmlns:a16="http://schemas.microsoft.com/office/drawing/2014/main" id="{664042DE-A68D-6C04-7840-0B53AFEABCB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81400" y="2590800"/>
          <a:ext cx="20828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0" imgH="0" progId="Equation.3">
                  <p:embed/>
                </p:oleObj>
              </mc:Choice>
              <mc:Fallback>
                <p:oleObj name="Equation" r:id="rId23" imgW="0" imgH="0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2590800"/>
                        <a:ext cx="20828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" name="Text Box 29">
            <a:extLst>
              <a:ext uri="{FF2B5EF4-FFF2-40B4-BE49-F238E27FC236}">
                <a16:creationId xmlns:a16="http://schemas.microsoft.com/office/drawing/2014/main" id="{55DD5542-EC20-D337-BC80-1344D1F6A7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3182938"/>
            <a:ext cx="2286000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2400" b="1">
                <a:solidFill>
                  <a:schemeClr val="tx2"/>
                </a:solidFill>
                <a:latin typeface="+mn-ea"/>
              </a:rPr>
              <a:t>geometricmeaning :</a:t>
            </a:r>
            <a:endParaRPr lang="en-US" altLang="zh-CN" sz="2400" b="1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93" name="Text Box 30">
            <a:extLst>
              <a:ext uri="{FF2B5EF4-FFF2-40B4-BE49-F238E27FC236}">
                <a16:creationId xmlns:a16="http://schemas.microsoft.com/office/drawing/2014/main" id="{A39ABFAE-3866-977B-7FBD-B0DBA0CF56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3750" y="3887788"/>
            <a:ext cx="14478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/>
              <a:t>for example,</a:t>
            </a:r>
            <a:endParaRPr lang="zh-CN" altLang="en-US" sz="2400"/>
          </a:p>
        </p:txBody>
      </p:sp>
      <p:sp>
        <p:nvSpPr>
          <p:cNvPr id="94" name="Text Box 32">
            <a:extLst>
              <a:ext uri="{FF2B5EF4-FFF2-40B4-BE49-F238E27FC236}">
                <a16:creationId xmlns:a16="http://schemas.microsoft.com/office/drawing/2014/main" id="{5589EE52-90CE-5912-F12F-447E961EBE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9900" y="4586288"/>
            <a:ext cx="29083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/>
              <a:t>all has horizontal asymptote</a:t>
            </a:r>
            <a:endParaRPr lang="zh-CN" altLang="en-US" sz="2400"/>
          </a:p>
        </p:txBody>
      </p:sp>
      <p:graphicFrame>
        <p:nvGraphicFramePr>
          <p:cNvPr id="95" name="Object 33">
            <a:extLst>
              <a:ext uri="{FF2B5EF4-FFF2-40B4-BE49-F238E27FC236}">
                <a16:creationId xmlns:a16="http://schemas.microsoft.com/office/drawing/2014/main" id="{2CF05839-2F40-2E4E-EB47-8FEDFA072F2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65600" y="4614863"/>
          <a:ext cx="9144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1" imgW="0" imgH="0" progId="Equation.3">
                  <p:embed/>
                </p:oleObj>
              </mc:Choice>
              <mc:Fallback>
                <p:oleObj name="Equation" r:id="rId31" imgW="0" imgH="0" progId="Equation.3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65600" y="4614863"/>
                        <a:ext cx="9144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" name="Object 34">
            <a:extLst>
              <a:ext uri="{FF2B5EF4-FFF2-40B4-BE49-F238E27FC236}">
                <a16:creationId xmlns:a16="http://schemas.microsoft.com/office/drawing/2014/main" id="{FE27BB46-2DEB-E8D3-5580-0CCF3D2F8CC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57375" y="5167313"/>
          <a:ext cx="4314825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3" imgW="0" imgH="0" progId="Equation.3">
                  <p:embed/>
                </p:oleObj>
              </mc:Choice>
              <mc:Fallback>
                <p:oleObj name="Equation" r:id="rId33" imgW="0" imgH="0" progId="Equation.3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7375" y="5167313"/>
                        <a:ext cx="4314825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7" name="Text Box 35">
            <a:extLst>
              <a:ext uri="{FF2B5EF4-FFF2-40B4-BE49-F238E27FC236}">
                <a16:creationId xmlns:a16="http://schemas.microsoft.com/office/drawing/2014/main" id="{59218E9C-D90E-DA26-3BA8-9866837FFB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5791200"/>
            <a:ext cx="29718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/>
              <a:t>all has horizontal asymptote</a:t>
            </a:r>
            <a:endParaRPr lang="zh-CN" altLang="en-US" sz="2400"/>
          </a:p>
        </p:txBody>
      </p:sp>
      <p:graphicFrame>
        <p:nvGraphicFramePr>
          <p:cNvPr id="98" name="Object 36">
            <a:extLst>
              <a:ext uri="{FF2B5EF4-FFF2-40B4-BE49-F238E27FC236}">
                <a16:creationId xmlns:a16="http://schemas.microsoft.com/office/drawing/2014/main" id="{4EBD906B-3804-B72C-393C-92C1282ADFE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10075" y="5786438"/>
          <a:ext cx="971550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5" imgW="0" imgH="0" progId="Equation.3">
                  <p:embed/>
                </p:oleObj>
              </mc:Choice>
              <mc:Fallback>
                <p:oleObj name="公式" r:id="rId35" imgW="0" imgH="0" progId="Equation.3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0075" y="5786438"/>
                        <a:ext cx="971550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9" name="Text Box 37">
            <a:extLst>
              <a:ext uri="{FF2B5EF4-FFF2-40B4-BE49-F238E27FC236}">
                <a16:creationId xmlns:a16="http://schemas.microsoft.com/office/drawing/2014/main" id="{2FF6E0C5-2CB3-9ED6-A821-C3CC2A433D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7400" y="5238750"/>
            <a:ext cx="12954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 sz="2400"/>
              <a:t>又 </a:t>
            </a:r>
            <a:r>
              <a:rPr lang="en-US" altLang="zh-CN" sz="2400"/>
              <a:t>such as,</a:t>
            </a:r>
            <a:endParaRPr lang="zh-CN" altLang="en-US" sz="2400"/>
          </a:p>
        </p:txBody>
      </p:sp>
      <p:sp>
        <p:nvSpPr>
          <p:cNvPr id="100" name="Rectangle 8">
            <a:extLst>
              <a:ext uri="{FF2B5EF4-FFF2-40B4-BE49-F238E27FC236}">
                <a16:creationId xmlns:a16="http://schemas.microsoft.com/office/drawing/2014/main" id="{F390F532-14F4-EBD6-5264-0F2EEB5D20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3886200"/>
            <a:ext cx="2743200" cy="1652588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01" name="Freeform 142">
            <a:extLst>
              <a:ext uri="{FF2B5EF4-FFF2-40B4-BE49-F238E27FC236}">
                <a16:creationId xmlns:a16="http://schemas.microsoft.com/office/drawing/2014/main" id="{514CF89A-1AE1-50F2-6262-FFF6A7312428}"/>
              </a:ext>
            </a:extLst>
          </p:cNvPr>
          <p:cNvSpPr>
            <a:spLocks/>
          </p:cNvSpPr>
          <p:nvPr/>
        </p:nvSpPr>
        <p:spPr bwMode="auto">
          <a:xfrm>
            <a:off x="6532563" y="4037013"/>
            <a:ext cx="1174750" cy="787400"/>
          </a:xfrm>
          <a:custGeom>
            <a:avLst/>
            <a:gdLst>
              <a:gd name="T0" fmla="*/ 0 w 786"/>
              <a:gd name="T1" fmla="*/ 2147483646 h 528"/>
              <a:gd name="T2" fmla="*/ 2147483646 w 786"/>
              <a:gd name="T3" fmla="*/ 2147483646 h 528"/>
              <a:gd name="T4" fmla="*/ 2147483646 w 786"/>
              <a:gd name="T5" fmla="*/ 2147483646 h 528"/>
              <a:gd name="T6" fmla="*/ 2147483646 w 786"/>
              <a:gd name="T7" fmla="*/ 2147483646 h 528"/>
              <a:gd name="T8" fmla="*/ 2147483646 w 786"/>
              <a:gd name="T9" fmla="*/ 2147483646 h 528"/>
              <a:gd name="T10" fmla="*/ 2147483646 w 786"/>
              <a:gd name="T11" fmla="*/ 2147483646 h 528"/>
              <a:gd name="T12" fmla="*/ 2147483646 w 786"/>
              <a:gd name="T13" fmla="*/ 2147483646 h 528"/>
              <a:gd name="T14" fmla="*/ 2147483646 w 786"/>
              <a:gd name="T15" fmla="*/ 2147483646 h 528"/>
              <a:gd name="T16" fmla="*/ 2147483646 w 786"/>
              <a:gd name="T17" fmla="*/ 2147483646 h 528"/>
              <a:gd name="T18" fmla="*/ 2147483646 w 786"/>
              <a:gd name="T19" fmla="*/ 2147483646 h 528"/>
              <a:gd name="T20" fmla="*/ 2147483646 w 786"/>
              <a:gd name="T21" fmla="*/ 2147483646 h 528"/>
              <a:gd name="T22" fmla="*/ 2147483646 w 786"/>
              <a:gd name="T23" fmla="*/ 2147483646 h 528"/>
              <a:gd name="T24" fmla="*/ 2147483646 w 786"/>
              <a:gd name="T25" fmla="*/ 2147483646 h 528"/>
              <a:gd name="T26" fmla="*/ 2147483646 w 786"/>
              <a:gd name="T27" fmla="*/ 2147483646 h 528"/>
              <a:gd name="T28" fmla="*/ 2147483646 w 786"/>
              <a:gd name="T29" fmla="*/ 2147483646 h 528"/>
              <a:gd name="T30" fmla="*/ 2147483646 w 786"/>
              <a:gd name="T31" fmla="*/ 2147483646 h 528"/>
              <a:gd name="T32" fmla="*/ 2147483646 w 786"/>
              <a:gd name="T33" fmla="*/ 2147483646 h 528"/>
              <a:gd name="T34" fmla="*/ 2147483646 w 786"/>
              <a:gd name="T35" fmla="*/ 2147483646 h 528"/>
              <a:gd name="T36" fmla="*/ 2147483646 w 786"/>
              <a:gd name="T37" fmla="*/ 2147483646 h 528"/>
              <a:gd name="T38" fmla="*/ 2147483646 w 786"/>
              <a:gd name="T39" fmla="*/ 2147483646 h 528"/>
              <a:gd name="T40" fmla="*/ 2147483646 w 786"/>
              <a:gd name="T41" fmla="*/ 2147483646 h 528"/>
              <a:gd name="T42" fmla="*/ 2147483646 w 786"/>
              <a:gd name="T43" fmla="*/ 2147483646 h 528"/>
              <a:gd name="T44" fmla="*/ 2147483646 w 786"/>
              <a:gd name="T45" fmla="*/ 2147483646 h 528"/>
              <a:gd name="T46" fmla="*/ 2147483646 w 786"/>
              <a:gd name="T47" fmla="*/ 2147483646 h 528"/>
              <a:gd name="T48" fmla="*/ 2147483646 w 786"/>
              <a:gd name="T49" fmla="*/ 2147483646 h 528"/>
              <a:gd name="T50" fmla="*/ 2147483646 w 786"/>
              <a:gd name="T51" fmla="*/ 2147483646 h 528"/>
              <a:gd name="T52" fmla="*/ 2147483646 w 786"/>
              <a:gd name="T53" fmla="*/ 2147483646 h 528"/>
              <a:gd name="T54" fmla="*/ 2147483646 w 786"/>
              <a:gd name="T55" fmla="*/ 2147483646 h 528"/>
              <a:gd name="T56" fmla="*/ 2147483646 w 786"/>
              <a:gd name="T57" fmla="*/ 2147483646 h 528"/>
              <a:gd name="T58" fmla="*/ 2147483646 w 786"/>
              <a:gd name="T59" fmla="*/ 2147483646 h 528"/>
              <a:gd name="T60" fmla="*/ 2147483646 w 786"/>
              <a:gd name="T61" fmla="*/ 2147483646 h 528"/>
              <a:gd name="T62" fmla="*/ 2147483646 w 786"/>
              <a:gd name="T63" fmla="*/ 2147483646 h 528"/>
              <a:gd name="T64" fmla="*/ 2147483646 w 786"/>
              <a:gd name="T65" fmla="*/ 2147483646 h 528"/>
              <a:gd name="T66" fmla="*/ 2147483646 w 786"/>
              <a:gd name="T67" fmla="*/ 2147483646 h 528"/>
              <a:gd name="T68" fmla="*/ 2147483646 w 786"/>
              <a:gd name="T69" fmla="*/ 2147483646 h 528"/>
              <a:gd name="T70" fmla="*/ 2147483646 w 786"/>
              <a:gd name="T71" fmla="*/ 2147483646 h 528"/>
              <a:gd name="T72" fmla="*/ 2147483646 w 786"/>
              <a:gd name="T73" fmla="*/ 2147483646 h 528"/>
              <a:gd name="T74" fmla="*/ 2147483646 w 786"/>
              <a:gd name="T75" fmla="*/ 2147483646 h 528"/>
              <a:gd name="T76" fmla="*/ 2147483646 w 786"/>
              <a:gd name="T77" fmla="*/ 2147483646 h 528"/>
              <a:gd name="T78" fmla="*/ 2147483646 w 786"/>
              <a:gd name="T79" fmla="*/ 2147483646 h 528"/>
              <a:gd name="T80" fmla="*/ 2147483646 w 786"/>
              <a:gd name="T81" fmla="*/ 2147483646 h 528"/>
              <a:gd name="T82" fmla="*/ 2147483646 w 786"/>
              <a:gd name="T83" fmla="*/ 2147483646 h 528"/>
              <a:gd name="T84" fmla="*/ 2147483646 w 786"/>
              <a:gd name="T85" fmla="*/ 2147483646 h 528"/>
              <a:gd name="T86" fmla="*/ 2147483646 w 786"/>
              <a:gd name="T87" fmla="*/ 2147483646 h 528"/>
              <a:gd name="T88" fmla="*/ 2147483646 w 786"/>
              <a:gd name="T89" fmla="*/ 2147483646 h 528"/>
              <a:gd name="T90" fmla="*/ 2147483646 w 786"/>
              <a:gd name="T91" fmla="*/ 2147483646 h 528"/>
              <a:gd name="T92" fmla="*/ 2147483646 w 786"/>
              <a:gd name="T93" fmla="*/ 2147483646 h 528"/>
              <a:gd name="T94" fmla="*/ 2147483646 w 786"/>
              <a:gd name="T95" fmla="*/ 2147483646 h 528"/>
              <a:gd name="T96" fmla="*/ 2147483646 w 786"/>
              <a:gd name="T97" fmla="*/ 2147483646 h 528"/>
              <a:gd name="T98" fmla="*/ 2147483646 w 786"/>
              <a:gd name="T99" fmla="*/ 2147483646 h 528"/>
              <a:gd name="T100" fmla="*/ 2147483646 w 786"/>
              <a:gd name="T101" fmla="*/ 2147483646 h 528"/>
              <a:gd name="T102" fmla="*/ 2147483646 w 786"/>
              <a:gd name="T103" fmla="*/ 2147483646 h 528"/>
              <a:gd name="T104" fmla="*/ 2147483646 w 786"/>
              <a:gd name="T105" fmla="*/ 2147483646 h 528"/>
              <a:gd name="T106" fmla="*/ 2147483646 w 786"/>
              <a:gd name="T107" fmla="*/ 2147483646 h 528"/>
              <a:gd name="T108" fmla="*/ 2147483646 w 786"/>
              <a:gd name="T109" fmla="*/ 2147483646 h 528"/>
              <a:gd name="T110" fmla="*/ 2147483646 w 786"/>
              <a:gd name="T111" fmla="*/ 2147483646 h 528"/>
              <a:gd name="T112" fmla="*/ 2147483646 w 786"/>
              <a:gd name="T113" fmla="*/ 2147483646 h 528"/>
              <a:gd name="T114" fmla="*/ 2147483646 w 786"/>
              <a:gd name="T115" fmla="*/ 2147483646 h 528"/>
              <a:gd name="T116" fmla="*/ 2147483646 w 786"/>
              <a:gd name="T117" fmla="*/ 2147483646 h 528"/>
              <a:gd name="T118" fmla="*/ 2147483646 w 786"/>
              <a:gd name="T119" fmla="*/ 2147483646 h 528"/>
              <a:gd name="T120" fmla="*/ 2147483646 w 786"/>
              <a:gd name="T121" fmla="*/ 0 h 528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</a:gdLst>
            <a:ahLst/>
            <a:cxnLst>
              <a:cxn ang="T122">
                <a:pos x="T0" y="T1"/>
              </a:cxn>
              <a:cxn ang="T123">
                <a:pos x="T2" y="T3"/>
              </a:cxn>
              <a:cxn ang="T124">
                <a:pos x="T4" y="T5"/>
              </a:cxn>
              <a:cxn ang="T125">
                <a:pos x="T6" y="T7"/>
              </a:cxn>
              <a:cxn ang="T126">
                <a:pos x="T8" y="T9"/>
              </a:cxn>
              <a:cxn ang="T127">
                <a:pos x="T10" y="T11"/>
              </a:cxn>
              <a:cxn ang="T128">
                <a:pos x="T12" y="T13"/>
              </a:cxn>
              <a:cxn ang="T129">
                <a:pos x="T14" y="T15"/>
              </a:cxn>
              <a:cxn ang="T130">
                <a:pos x="T16" y="T17"/>
              </a:cxn>
              <a:cxn ang="T131">
                <a:pos x="T18" y="T19"/>
              </a:cxn>
              <a:cxn ang="T132">
                <a:pos x="T20" y="T21"/>
              </a:cxn>
              <a:cxn ang="T133">
                <a:pos x="T22" y="T23"/>
              </a:cxn>
              <a:cxn ang="T134">
                <a:pos x="T24" y="T25"/>
              </a:cxn>
              <a:cxn ang="T135">
                <a:pos x="T26" y="T27"/>
              </a:cxn>
              <a:cxn ang="T136">
                <a:pos x="T28" y="T29"/>
              </a:cxn>
              <a:cxn ang="T137">
                <a:pos x="T30" y="T31"/>
              </a:cxn>
              <a:cxn ang="T138">
                <a:pos x="T32" y="T33"/>
              </a:cxn>
              <a:cxn ang="T139">
                <a:pos x="T34" y="T35"/>
              </a:cxn>
              <a:cxn ang="T140">
                <a:pos x="T36" y="T37"/>
              </a:cxn>
              <a:cxn ang="T141">
                <a:pos x="T38" y="T39"/>
              </a:cxn>
              <a:cxn ang="T142">
                <a:pos x="T40" y="T41"/>
              </a:cxn>
              <a:cxn ang="T143">
                <a:pos x="T42" y="T43"/>
              </a:cxn>
              <a:cxn ang="T144">
                <a:pos x="T44" y="T45"/>
              </a:cxn>
              <a:cxn ang="T145">
                <a:pos x="T46" y="T47"/>
              </a:cxn>
              <a:cxn ang="T146">
                <a:pos x="T48" y="T49"/>
              </a:cxn>
              <a:cxn ang="T147">
                <a:pos x="T50" y="T51"/>
              </a:cxn>
              <a:cxn ang="T148">
                <a:pos x="T52" y="T53"/>
              </a:cxn>
              <a:cxn ang="T149">
                <a:pos x="T54" y="T55"/>
              </a:cxn>
              <a:cxn ang="T150">
                <a:pos x="T56" y="T57"/>
              </a:cxn>
              <a:cxn ang="T151">
                <a:pos x="T58" y="T59"/>
              </a:cxn>
              <a:cxn ang="T152">
                <a:pos x="T60" y="T61"/>
              </a:cxn>
              <a:cxn ang="T153">
                <a:pos x="T62" y="T63"/>
              </a:cxn>
              <a:cxn ang="T154">
                <a:pos x="T64" y="T65"/>
              </a:cxn>
              <a:cxn ang="T155">
                <a:pos x="T66" y="T67"/>
              </a:cxn>
              <a:cxn ang="T156">
                <a:pos x="T68" y="T69"/>
              </a:cxn>
              <a:cxn ang="T157">
                <a:pos x="T70" y="T71"/>
              </a:cxn>
              <a:cxn ang="T158">
                <a:pos x="T72" y="T73"/>
              </a:cxn>
              <a:cxn ang="T159">
                <a:pos x="T74" y="T75"/>
              </a:cxn>
              <a:cxn ang="T160">
                <a:pos x="T76" y="T77"/>
              </a:cxn>
              <a:cxn ang="T161">
                <a:pos x="T78" y="T79"/>
              </a:cxn>
              <a:cxn ang="T162">
                <a:pos x="T80" y="T81"/>
              </a:cxn>
              <a:cxn ang="T163">
                <a:pos x="T82" y="T83"/>
              </a:cxn>
              <a:cxn ang="T164">
                <a:pos x="T84" y="T85"/>
              </a:cxn>
              <a:cxn ang="T165">
                <a:pos x="T86" y="T87"/>
              </a:cxn>
              <a:cxn ang="T166">
                <a:pos x="T88" y="T89"/>
              </a:cxn>
              <a:cxn ang="T167">
                <a:pos x="T90" y="T91"/>
              </a:cxn>
              <a:cxn ang="T168">
                <a:pos x="T92" y="T93"/>
              </a:cxn>
              <a:cxn ang="T169">
                <a:pos x="T94" y="T95"/>
              </a:cxn>
              <a:cxn ang="T170">
                <a:pos x="T96" y="T97"/>
              </a:cxn>
              <a:cxn ang="T171">
                <a:pos x="T98" y="T99"/>
              </a:cxn>
              <a:cxn ang="T172">
                <a:pos x="T100" y="T101"/>
              </a:cxn>
              <a:cxn ang="T173">
                <a:pos x="T102" y="T103"/>
              </a:cxn>
              <a:cxn ang="T174">
                <a:pos x="T104" y="T105"/>
              </a:cxn>
              <a:cxn ang="T175">
                <a:pos x="T106" y="T107"/>
              </a:cxn>
              <a:cxn ang="T176">
                <a:pos x="T108" y="T109"/>
              </a:cxn>
              <a:cxn ang="T177">
                <a:pos x="T110" y="T111"/>
              </a:cxn>
              <a:cxn ang="T178">
                <a:pos x="T112" y="T113"/>
              </a:cxn>
              <a:cxn ang="T179">
                <a:pos x="T114" y="T115"/>
              </a:cxn>
              <a:cxn ang="T180">
                <a:pos x="T116" y="T117"/>
              </a:cxn>
              <a:cxn ang="T181">
                <a:pos x="T118" y="T119"/>
              </a:cxn>
              <a:cxn ang="T182">
                <a:pos x="T120" y="T121"/>
              </a:cxn>
            </a:cxnLst>
            <a:rect l="0" t="0" r="r" b="b"/>
            <a:pathLst>
              <a:path w="786" h="528">
                <a:moveTo>
                  <a:pt x="0" y="528"/>
                </a:moveTo>
                <a:lnTo>
                  <a:pt x="12" y="528"/>
                </a:lnTo>
                <a:lnTo>
                  <a:pt x="24" y="528"/>
                </a:lnTo>
                <a:lnTo>
                  <a:pt x="36" y="528"/>
                </a:lnTo>
                <a:lnTo>
                  <a:pt x="54" y="528"/>
                </a:lnTo>
                <a:lnTo>
                  <a:pt x="66" y="528"/>
                </a:lnTo>
                <a:lnTo>
                  <a:pt x="78" y="522"/>
                </a:lnTo>
                <a:lnTo>
                  <a:pt x="90" y="522"/>
                </a:lnTo>
                <a:lnTo>
                  <a:pt x="102" y="522"/>
                </a:lnTo>
                <a:lnTo>
                  <a:pt x="120" y="522"/>
                </a:lnTo>
                <a:lnTo>
                  <a:pt x="132" y="522"/>
                </a:lnTo>
                <a:lnTo>
                  <a:pt x="144" y="522"/>
                </a:lnTo>
                <a:lnTo>
                  <a:pt x="156" y="516"/>
                </a:lnTo>
                <a:lnTo>
                  <a:pt x="168" y="516"/>
                </a:lnTo>
                <a:lnTo>
                  <a:pt x="186" y="516"/>
                </a:lnTo>
                <a:lnTo>
                  <a:pt x="198" y="516"/>
                </a:lnTo>
                <a:lnTo>
                  <a:pt x="210" y="510"/>
                </a:lnTo>
                <a:lnTo>
                  <a:pt x="222" y="510"/>
                </a:lnTo>
                <a:lnTo>
                  <a:pt x="234" y="510"/>
                </a:lnTo>
                <a:lnTo>
                  <a:pt x="252" y="504"/>
                </a:lnTo>
                <a:lnTo>
                  <a:pt x="264" y="504"/>
                </a:lnTo>
                <a:lnTo>
                  <a:pt x="276" y="504"/>
                </a:lnTo>
                <a:lnTo>
                  <a:pt x="288" y="498"/>
                </a:lnTo>
                <a:lnTo>
                  <a:pt x="300" y="498"/>
                </a:lnTo>
                <a:lnTo>
                  <a:pt x="312" y="492"/>
                </a:lnTo>
                <a:lnTo>
                  <a:pt x="330" y="492"/>
                </a:lnTo>
                <a:lnTo>
                  <a:pt x="342" y="486"/>
                </a:lnTo>
                <a:lnTo>
                  <a:pt x="354" y="486"/>
                </a:lnTo>
                <a:lnTo>
                  <a:pt x="366" y="480"/>
                </a:lnTo>
                <a:lnTo>
                  <a:pt x="378" y="474"/>
                </a:lnTo>
                <a:lnTo>
                  <a:pt x="396" y="468"/>
                </a:lnTo>
                <a:lnTo>
                  <a:pt x="408" y="468"/>
                </a:lnTo>
                <a:lnTo>
                  <a:pt x="420" y="462"/>
                </a:lnTo>
                <a:lnTo>
                  <a:pt x="432" y="456"/>
                </a:lnTo>
                <a:lnTo>
                  <a:pt x="444" y="450"/>
                </a:lnTo>
                <a:lnTo>
                  <a:pt x="462" y="444"/>
                </a:lnTo>
                <a:lnTo>
                  <a:pt x="474" y="438"/>
                </a:lnTo>
                <a:lnTo>
                  <a:pt x="486" y="426"/>
                </a:lnTo>
                <a:lnTo>
                  <a:pt x="498" y="420"/>
                </a:lnTo>
                <a:lnTo>
                  <a:pt x="510" y="414"/>
                </a:lnTo>
                <a:lnTo>
                  <a:pt x="528" y="402"/>
                </a:lnTo>
                <a:lnTo>
                  <a:pt x="540" y="396"/>
                </a:lnTo>
                <a:lnTo>
                  <a:pt x="552" y="384"/>
                </a:lnTo>
                <a:lnTo>
                  <a:pt x="564" y="372"/>
                </a:lnTo>
                <a:lnTo>
                  <a:pt x="576" y="360"/>
                </a:lnTo>
                <a:lnTo>
                  <a:pt x="588" y="348"/>
                </a:lnTo>
                <a:lnTo>
                  <a:pt x="606" y="336"/>
                </a:lnTo>
                <a:lnTo>
                  <a:pt x="618" y="318"/>
                </a:lnTo>
                <a:lnTo>
                  <a:pt x="630" y="306"/>
                </a:lnTo>
                <a:lnTo>
                  <a:pt x="642" y="288"/>
                </a:lnTo>
                <a:lnTo>
                  <a:pt x="654" y="270"/>
                </a:lnTo>
                <a:lnTo>
                  <a:pt x="672" y="252"/>
                </a:lnTo>
                <a:lnTo>
                  <a:pt x="684" y="228"/>
                </a:lnTo>
                <a:lnTo>
                  <a:pt x="696" y="204"/>
                </a:lnTo>
                <a:lnTo>
                  <a:pt x="708" y="180"/>
                </a:lnTo>
                <a:lnTo>
                  <a:pt x="720" y="156"/>
                </a:lnTo>
                <a:lnTo>
                  <a:pt x="738" y="132"/>
                </a:lnTo>
                <a:lnTo>
                  <a:pt x="750" y="102"/>
                </a:lnTo>
                <a:lnTo>
                  <a:pt x="762" y="72"/>
                </a:lnTo>
                <a:lnTo>
                  <a:pt x="774" y="36"/>
                </a:lnTo>
                <a:lnTo>
                  <a:pt x="786" y="0"/>
                </a:lnTo>
              </a:path>
            </a:pathLst>
          </a:custGeom>
          <a:noFill/>
          <a:ln w="9525">
            <a:solidFill>
              <a:srgbClr val="FF00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" name="Freeform 144">
            <a:extLst>
              <a:ext uri="{FF2B5EF4-FFF2-40B4-BE49-F238E27FC236}">
                <a16:creationId xmlns:a16="http://schemas.microsoft.com/office/drawing/2014/main" id="{0F321369-FCA2-E5C9-34B5-D8B4C6D93449}"/>
              </a:ext>
            </a:extLst>
          </p:cNvPr>
          <p:cNvSpPr>
            <a:spLocks/>
          </p:cNvSpPr>
          <p:nvPr/>
        </p:nvSpPr>
        <p:spPr bwMode="auto">
          <a:xfrm>
            <a:off x="6829425" y="4868863"/>
            <a:ext cx="1568450" cy="1125537"/>
          </a:xfrm>
          <a:custGeom>
            <a:avLst/>
            <a:gdLst>
              <a:gd name="T0" fmla="*/ 2147483646 w 1050"/>
              <a:gd name="T1" fmla="*/ 2147483646 h 756"/>
              <a:gd name="T2" fmla="*/ 2147483646 w 1050"/>
              <a:gd name="T3" fmla="*/ 2147483646 h 756"/>
              <a:gd name="T4" fmla="*/ 2147483646 w 1050"/>
              <a:gd name="T5" fmla="*/ 2147483646 h 756"/>
              <a:gd name="T6" fmla="*/ 2147483646 w 1050"/>
              <a:gd name="T7" fmla="*/ 2147483646 h 756"/>
              <a:gd name="T8" fmla="*/ 2147483646 w 1050"/>
              <a:gd name="T9" fmla="*/ 2147483646 h 756"/>
              <a:gd name="T10" fmla="*/ 2147483646 w 1050"/>
              <a:gd name="T11" fmla="*/ 2147483646 h 756"/>
              <a:gd name="T12" fmla="*/ 2147483646 w 1050"/>
              <a:gd name="T13" fmla="*/ 2147483646 h 756"/>
              <a:gd name="T14" fmla="*/ 2147483646 w 1050"/>
              <a:gd name="T15" fmla="*/ 2147483646 h 756"/>
              <a:gd name="T16" fmla="*/ 2147483646 w 1050"/>
              <a:gd name="T17" fmla="*/ 2147483646 h 756"/>
              <a:gd name="T18" fmla="*/ 2147483646 w 1050"/>
              <a:gd name="T19" fmla="*/ 2147483646 h 756"/>
              <a:gd name="T20" fmla="*/ 2147483646 w 1050"/>
              <a:gd name="T21" fmla="*/ 2147483646 h 756"/>
              <a:gd name="T22" fmla="*/ 2147483646 w 1050"/>
              <a:gd name="T23" fmla="*/ 2147483646 h 756"/>
              <a:gd name="T24" fmla="*/ 2147483646 w 1050"/>
              <a:gd name="T25" fmla="*/ 2147483646 h 756"/>
              <a:gd name="T26" fmla="*/ 2147483646 w 1050"/>
              <a:gd name="T27" fmla="*/ 2147483646 h 756"/>
              <a:gd name="T28" fmla="*/ 2147483646 w 1050"/>
              <a:gd name="T29" fmla="*/ 2147483646 h 756"/>
              <a:gd name="T30" fmla="*/ 2147483646 w 1050"/>
              <a:gd name="T31" fmla="*/ 2147483646 h 756"/>
              <a:gd name="T32" fmla="*/ 2147483646 w 1050"/>
              <a:gd name="T33" fmla="*/ 2147483646 h 756"/>
              <a:gd name="T34" fmla="*/ 2147483646 w 1050"/>
              <a:gd name="T35" fmla="*/ 2147483646 h 756"/>
              <a:gd name="T36" fmla="*/ 2147483646 w 1050"/>
              <a:gd name="T37" fmla="*/ 2147483646 h 756"/>
              <a:gd name="T38" fmla="*/ 2147483646 w 1050"/>
              <a:gd name="T39" fmla="*/ 2147483646 h 756"/>
              <a:gd name="T40" fmla="*/ 2147483646 w 1050"/>
              <a:gd name="T41" fmla="*/ 2147483646 h 756"/>
              <a:gd name="T42" fmla="*/ 2147483646 w 1050"/>
              <a:gd name="T43" fmla="*/ 2147483646 h 756"/>
              <a:gd name="T44" fmla="*/ 2147483646 w 1050"/>
              <a:gd name="T45" fmla="*/ 2147483646 h 756"/>
              <a:gd name="T46" fmla="*/ 2147483646 w 1050"/>
              <a:gd name="T47" fmla="*/ 2147483646 h 756"/>
              <a:gd name="T48" fmla="*/ 2147483646 w 1050"/>
              <a:gd name="T49" fmla="*/ 2147483646 h 756"/>
              <a:gd name="T50" fmla="*/ 2147483646 w 1050"/>
              <a:gd name="T51" fmla="*/ 2147483646 h 756"/>
              <a:gd name="T52" fmla="*/ 2147483646 w 1050"/>
              <a:gd name="T53" fmla="*/ 2147483646 h 756"/>
              <a:gd name="T54" fmla="*/ 2147483646 w 1050"/>
              <a:gd name="T55" fmla="*/ 2147483646 h 756"/>
              <a:gd name="T56" fmla="*/ 2147483646 w 1050"/>
              <a:gd name="T57" fmla="*/ 2147483646 h 756"/>
              <a:gd name="T58" fmla="*/ 2147483646 w 1050"/>
              <a:gd name="T59" fmla="*/ 2147483646 h 756"/>
              <a:gd name="T60" fmla="*/ 2147483646 w 1050"/>
              <a:gd name="T61" fmla="*/ 2147483646 h 756"/>
              <a:gd name="T62" fmla="*/ 2147483646 w 1050"/>
              <a:gd name="T63" fmla="*/ 2147483646 h 756"/>
              <a:gd name="T64" fmla="*/ 2147483646 w 1050"/>
              <a:gd name="T65" fmla="*/ 2147483646 h 756"/>
              <a:gd name="T66" fmla="*/ 2147483646 w 1050"/>
              <a:gd name="T67" fmla="*/ 2147483646 h 756"/>
              <a:gd name="T68" fmla="*/ 2147483646 w 1050"/>
              <a:gd name="T69" fmla="*/ 2147483646 h 756"/>
              <a:gd name="T70" fmla="*/ 2147483646 w 1050"/>
              <a:gd name="T71" fmla="*/ 2147483646 h 756"/>
              <a:gd name="T72" fmla="*/ 2147483646 w 1050"/>
              <a:gd name="T73" fmla="*/ 0 h 756"/>
              <a:gd name="T74" fmla="*/ 2147483646 w 1050"/>
              <a:gd name="T75" fmla="*/ 0 h 756"/>
              <a:gd name="T76" fmla="*/ 2147483646 w 1050"/>
              <a:gd name="T77" fmla="*/ 0 h 756"/>
              <a:gd name="T78" fmla="*/ 2147483646 w 1050"/>
              <a:gd name="T79" fmla="*/ 0 h 75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1050" h="756">
                <a:moveTo>
                  <a:pt x="0" y="756"/>
                </a:moveTo>
                <a:lnTo>
                  <a:pt x="12" y="708"/>
                </a:lnTo>
                <a:lnTo>
                  <a:pt x="24" y="660"/>
                </a:lnTo>
                <a:lnTo>
                  <a:pt x="36" y="618"/>
                </a:lnTo>
                <a:lnTo>
                  <a:pt x="54" y="576"/>
                </a:lnTo>
                <a:lnTo>
                  <a:pt x="66" y="534"/>
                </a:lnTo>
                <a:lnTo>
                  <a:pt x="78" y="498"/>
                </a:lnTo>
                <a:lnTo>
                  <a:pt x="90" y="468"/>
                </a:lnTo>
                <a:lnTo>
                  <a:pt x="102" y="432"/>
                </a:lnTo>
                <a:lnTo>
                  <a:pt x="114" y="408"/>
                </a:lnTo>
                <a:lnTo>
                  <a:pt x="132" y="378"/>
                </a:lnTo>
                <a:lnTo>
                  <a:pt x="144" y="354"/>
                </a:lnTo>
                <a:lnTo>
                  <a:pt x="156" y="330"/>
                </a:lnTo>
                <a:lnTo>
                  <a:pt x="168" y="306"/>
                </a:lnTo>
                <a:lnTo>
                  <a:pt x="180" y="288"/>
                </a:lnTo>
                <a:lnTo>
                  <a:pt x="198" y="264"/>
                </a:lnTo>
                <a:lnTo>
                  <a:pt x="210" y="246"/>
                </a:lnTo>
                <a:lnTo>
                  <a:pt x="222" y="234"/>
                </a:lnTo>
                <a:lnTo>
                  <a:pt x="234" y="216"/>
                </a:lnTo>
                <a:lnTo>
                  <a:pt x="246" y="204"/>
                </a:lnTo>
                <a:lnTo>
                  <a:pt x="264" y="186"/>
                </a:lnTo>
                <a:lnTo>
                  <a:pt x="276" y="174"/>
                </a:lnTo>
                <a:lnTo>
                  <a:pt x="288" y="162"/>
                </a:lnTo>
                <a:lnTo>
                  <a:pt x="300" y="150"/>
                </a:lnTo>
                <a:lnTo>
                  <a:pt x="312" y="144"/>
                </a:lnTo>
                <a:lnTo>
                  <a:pt x="330" y="132"/>
                </a:lnTo>
                <a:lnTo>
                  <a:pt x="342" y="120"/>
                </a:lnTo>
                <a:lnTo>
                  <a:pt x="354" y="114"/>
                </a:lnTo>
                <a:lnTo>
                  <a:pt x="366" y="108"/>
                </a:lnTo>
                <a:lnTo>
                  <a:pt x="378" y="102"/>
                </a:lnTo>
                <a:lnTo>
                  <a:pt x="390" y="90"/>
                </a:lnTo>
                <a:lnTo>
                  <a:pt x="408" y="84"/>
                </a:lnTo>
                <a:lnTo>
                  <a:pt x="420" y="78"/>
                </a:lnTo>
                <a:lnTo>
                  <a:pt x="432" y="72"/>
                </a:lnTo>
                <a:lnTo>
                  <a:pt x="444" y="72"/>
                </a:lnTo>
                <a:lnTo>
                  <a:pt x="456" y="66"/>
                </a:lnTo>
                <a:lnTo>
                  <a:pt x="474" y="60"/>
                </a:lnTo>
                <a:lnTo>
                  <a:pt x="486" y="54"/>
                </a:lnTo>
                <a:lnTo>
                  <a:pt x="498" y="54"/>
                </a:lnTo>
                <a:lnTo>
                  <a:pt x="510" y="48"/>
                </a:lnTo>
                <a:lnTo>
                  <a:pt x="522" y="48"/>
                </a:lnTo>
                <a:lnTo>
                  <a:pt x="540" y="42"/>
                </a:lnTo>
                <a:lnTo>
                  <a:pt x="552" y="36"/>
                </a:lnTo>
                <a:lnTo>
                  <a:pt x="564" y="36"/>
                </a:lnTo>
                <a:lnTo>
                  <a:pt x="576" y="36"/>
                </a:lnTo>
                <a:lnTo>
                  <a:pt x="588" y="30"/>
                </a:lnTo>
                <a:lnTo>
                  <a:pt x="600" y="30"/>
                </a:lnTo>
                <a:lnTo>
                  <a:pt x="618" y="24"/>
                </a:lnTo>
                <a:lnTo>
                  <a:pt x="630" y="24"/>
                </a:lnTo>
                <a:lnTo>
                  <a:pt x="642" y="24"/>
                </a:lnTo>
                <a:lnTo>
                  <a:pt x="654" y="24"/>
                </a:lnTo>
                <a:lnTo>
                  <a:pt x="666" y="18"/>
                </a:lnTo>
                <a:lnTo>
                  <a:pt x="684" y="18"/>
                </a:lnTo>
                <a:lnTo>
                  <a:pt x="696" y="18"/>
                </a:lnTo>
                <a:lnTo>
                  <a:pt x="708" y="18"/>
                </a:lnTo>
                <a:lnTo>
                  <a:pt x="720" y="12"/>
                </a:lnTo>
                <a:lnTo>
                  <a:pt x="732" y="12"/>
                </a:lnTo>
                <a:lnTo>
                  <a:pt x="750" y="12"/>
                </a:lnTo>
                <a:lnTo>
                  <a:pt x="762" y="12"/>
                </a:lnTo>
                <a:lnTo>
                  <a:pt x="774" y="12"/>
                </a:lnTo>
                <a:lnTo>
                  <a:pt x="786" y="12"/>
                </a:lnTo>
                <a:lnTo>
                  <a:pt x="798" y="6"/>
                </a:lnTo>
                <a:lnTo>
                  <a:pt x="816" y="6"/>
                </a:lnTo>
                <a:lnTo>
                  <a:pt x="828" y="6"/>
                </a:lnTo>
                <a:lnTo>
                  <a:pt x="840" y="6"/>
                </a:lnTo>
                <a:lnTo>
                  <a:pt x="852" y="6"/>
                </a:lnTo>
                <a:lnTo>
                  <a:pt x="864" y="6"/>
                </a:lnTo>
                <a:lnTo>
                  <a:pt x="876" y="6"/>
                </a:lnTo>
                <a:lnTo>
                  <a:pt x="894" y="6"/>
                </a:lnTo>
                <a:lnTo>
                  <a:pt x="906" y="6"/>
                </a:lnTo>
                <a:lnTo>
                  <a:pt x="918" y="6"/>
                </a:lnTo>
                <a:lnTo>
                  <a:pt x="930" y="6"/>
                </a:lnTo>
                <a:lnTo>
                  <a:pt x="942" y="0"/>
                </a:lnTo>
                <a:lnTo>
                  <a:pt x="960" y="0"/>
                </a:lnTo>
                <a:lnTo>
                  <a:pt x="972" y="0"/>
                </a:lnTo>
                <a:lnTo>
                  <a:pt x="984" y="0"/>
                </a:lnTo>
                <a:lnTo>
                  <a:pt x="996" y="0"/>
                </a:lnTo>
                <a:lnTo>
                  <a:pt x="1008" y="0"/>
                </a:lnTo>
                <a:lnTo>
                  <a:pt x="1026" y="0"/>
                </a:lnTo>
                <a:lnTo>
                  <a:pt x="1038" y="0"/>
                </a:lnTo>
                <a:lnTo>
                  <a:pt x="1050" y="0"/>
                </a:lnTo>
              </a:path>
            </a:pathLst>
          </a:custGeom>
          <a:noFill/>
          <a:ln w="9525">
            <a:solidFill>
              <a:srgbClr val="FF00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" name="Line 146">
            <a:extLst>
              <a:ext uri="{FF2B5EF4-FFF2-40B4-BE49-F238E27FC236}">
                <a16:creationId xmlns:a16="http://schemas.microsoft.com/office/drawing/2014/main" id="{E5B4C32D-C359-E94E-1AE9-61C665244813}"/>
              </a:ext>
            </a:extLst>
          </p:cNvPr>
          <p:cNvSpPr>
            <a:spLocks noChangeShapeType="1"/>
          </p:cNvSpPr>
          <p:nvPr/>
        </p:nvSpPr>
        <p:spPr bwMode="auto">
          <a:xfrm>
            <a:off x="6435725" y="4848225"/>
            <a:ext cx="1962150" cy="0"/>
          </a:xfrm>
          <a:prstGeom prst="line">
            <a:avLst/>
          </a:prstGeom>
          <a:noFill/>
          <a:ln w="9525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04" name="Group 152">
            <a:extLst>
              <a:ext uri="{FF2B5EF4-FFF2-40B4-BE49-F238E27FC236}">
                <a16:creationId xmlns:a16="http://schemas.microsoft.com/office/drawing/2014/main" id="{E058EB16-5C5F-DB82-4367-69E6EEBE27A8}"/>
              </a:ext>
            </a:extLst>
          </p:cNvPr>
          <p:cNvGrpSpPr>
            <a:grpSpLocks/>
          </p:cNvGrpSpPr>
          <p:nvPr/>
        </p:nvGrpSpPr>
        <p:grpSpPr bwMode="auto">
          <a:xfrm>
            <a:off x="6335713" y="3944938"/>
            <a:ext cx="2062162" cy="2108200"/>
            <a:chOff x="4193" y="2524"/>
            <a:chExt cx="1519" cy="1556"/>
          </a:xfrm>
        </p:grpSpPr>
        <p:sp>
          <p:nvSpPr>
            <p:cNvPr id="27688" name="Line 140">
              <a:extLst>
                <a:ext uri="{FF2B5EF4-FFF2-40B4-BE49-F238E27FC236}">
                  <a16:creationId xmlns:a16="http://schemas.microsoft.com/office/drawing/2014/main" id="{4A5B5423-9315-8628-FF6B-0181360072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93" y="3346"/>
              <a:ext cx="1446" cy="2"/>
            </a:xfrm>
            <a:prstGeom prst="line">
              <a:avLst/>
            </a:prstGeom>
            <a:noFill/>
            <a:ln w="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89" name="Line 141">
              <a:extLst>
                <a:ext uri="{FF2B5EF4-FFF2-40B4-BE49-F238E27FC236}">
                  <a16:creationId xmlns:a16="http://schemas.microsoft.com/office/drawing/2014/main" id="{5CA9700E-65A8-6881-E9DA-1BB00FBEB6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13" y="2602"/>
              <a:ext cx="1" cy="1478"/>
            </a:xfrm>
            <a:prstGeom prst="line">
              <a:avLst/>
            </a:prstGeom>
            <a:noFill/>
            <a:ln w="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7690" name="Object 148">
              <a:extLst>
                <a:ext uri="{FF2B5EF4-FFF2-40B4-BE49-F238E27FC236}">
                  <a16:creationId xmlns:a16="http://schemas.microsoft.com/office/drawing/2014/main" id="{0F0C371A-AA09-122F-DA18-E2BD77CD810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745" y="3332"/>
            <a:ext cx="199" cy="2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7" imgW="0" imgH="0" progId="Equation.3">
                    <p:embed/>
                  </p:oleObj>
                </mc:Choice>
                <mc:Fallback>
                  <p:oleObj name="Equation" r:id="rId37" imgW="0" imgH="0" progId="Equation.3">
                    <p:embed/>
                    <p:pic>
                      <p:nvPicPr>
                        <p:cNvPr id="0" name="Object 14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8">
                          <a:grayscl/>
                          <a:biLevel thresh="5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45" y="3332"/>
                          <a:ext cx="199" cy="2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91" name="Object 149">
              <a:extLst>
                <a:ext uri="{FF2B5EF4-FFF2-40B4-BE49-F238E27FC236}">
                  <a16:creationId xmlns:a16="http://schemas.microsoft.com/office/drawing/2014/main" id="{15AA50DF-4B4A-B4C8-3807-E68505103DA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513" y="3360"/>
            <a:ext cx="199" cy="2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9" imgW="0" imgH="0" progId="Equation.3">
                    <p:embed/>
                  </p:oleObj>
                </mc:Choice>
                <mc:Fallback>
                  <p:oleObj name="Equation" r:id="rId39" imgW="0" imgH="0" progId="Equation.3">
                    <p:embed/>
                    <p:pic>
                      <p:nvPicPr>
                        <p:cNvPr id="0" name="Object 14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0">
                          <a:grayscl/>
                          <a:biLevel thresh="5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13" y="3360"/>
                          <a:ext cx="199" cy="2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92" name="Object 150">
              <a:extLst>
                <a:ext uri="{FF2B5EF4-FFF2-40B4-BE49-F238E27FC236}">
                  <a16:creationId xmlns:a16="http://schemas.microsoft.com/office/drawing/2014/main" id="{8026FE67-1E11-2CA8-49F0-C41B40F9751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687" y="2524"/>
            <a:ext cx="219" cy="2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1" imgW="0" imgH="0" progId="Equation.3">
                    <p:embed/>
                  </p:oleObj>
                </mc:Choice>
                <mc:Fallback>
                  <p:oleObj name="Equation" r:id="rId41" imgW="0" imgH="0" progId="Equation.3">
                    <p:embed/>
                    <p:pic>
                      <p:nvPicPr>
                        <p:cNvPr id="0" name="Object 15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2">
                          <a:grayscl/>
                          <a:biLevel thresh="5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87" y="2524"/>
                          <a:ext cx="219" cy="2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10" name="Object 154">
            <a:extLst>
              <a:ext uri="{FF2B5EF4-FFF2-40B4-BE49-F238E27FC236}">
                <a16:creationId xmlns:a16="http://schemas.microsoft.com/office/drawing/2014/main" id="{3EA56232-6D1B-044F-32B3-060A2706BE6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85063" y="4022725"/>
          <a:ext cx="695325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3" imgW="0" imgH="0" progId="Equation.3">
                  <p:embed/>
                </p:oleObj>
              </mc:Choice>
              <mc:Fallback>
                <p:oleObj name="Equation" r:id="rId43" imgW="0" imgH="0" progId="Equation.3">
                  <p:embed/>
                  <p:pic>
                    <p:nvPicPr>
                      <p:cNvPr id="0" name="Object 1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85063" y="4022725"/>
                        <a:ext cx="695325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" name="Object 155">
            <a:extLst>
              <a:ext uri="{FF2B5EF4-FFF2-40B4-BE49-F238E27FC236}">
                <a16:creationId xmlns:a16="http://schemas.microsoft.com/office/drawing/2014/main" id="{A6EFAD2C-3946-8F8F-86E4-479C502F0F3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45238" y="5362575"/>
          <a:ext cx="814387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5" imgW="0" imgH="0" progId="Equation.3">
                  <p:embed/>
                </p:oleObj>
              </mc:Choice>
              <mc:Fallback>
                <p:oleObj name="Equation" r:id="rId45" imgW="0" imgH="0" progId="Equation.3">
                  <p:embed/>
                  <p:pic>
                    <p:nvPicPr>
                      <p:cNvPr id="0" name="Object 1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45238" y="5362575"/>
                        <a:ext cx="814387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87" name="Line 323">
            <a:extLst>
              <a:ext uri="{FF2B5EF4-FFF2-40B4-BE49-F238E27FC236}">
                <a16:creationId xmlns:a16="http://schemas.microsoft.com/office/drawing/2014/main" id="{1F8D943E-B235-1669-1382-1E9F6D154DFF}"/>
              </a:ext>
            </a:extLst>
          </p:cNvPr>
          <p:cNvSpPr>
            <a:spLocks noChangeShapeType="1"/>
          </p:cNvSpPr>
          <p:nvPr/>
        </p:nvSpPr>
        <p:spPr bwMode="auto">
          <a:xfrm>
            <a:off x="4143375" y="4205288"/>
            <a:ext cx="19050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 nodeType="clickPar">
                      <p:stCondLst>
                        <p:cond delay="indefinite"/>
                      </p:stCondLst>
                      <p:childTnLst>
                        <p:par>
                          <p:cTn id="1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 nodeType="clickPar">
                      <p:stCondLst>
                        <p:cond delay="indefinite"/>
                      </p:stCondLst>
                      <p:childTnLst>
                        <p:par>
                          <p:cTn id="1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9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 nodeType="clickPar">
                      <p:stCondLst>
                        <p:cond delay="indefinite"/>
                      </p:stCondLst>
                      <p:childTnLst>
                        <p:par>
                          <p:cTn id="1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8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 nodeType="clickPar">
                      <p:stCondLst>
                        <p:cond delay="indefinite"/>
                      </p:stCondLst>
                      <p:childTnLst>
                        <p:par>
                          <p:cTn id="1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3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 nodeType="clickPar">
                      <p:stCondLst>
                        <p:cond delay="indefinite"/>
                      </p:stCondLst>
                      <p:childTnLst>
                        <p:par>
                          <p:cTn id="1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8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2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" grpId="0" autoUpdateAnimBg="0"/>
      <p:bldP spid="81" grpId="0" autoUpdateAnimBg="0"/>
      <p:bldP spid="88" grpId="0" autoUpdateAnimBg="0"/>
      <p:bldP spid="90" grpId="0" autoUpdateAnimBg="0"/>
      <p:bldP spid="92" grpId="0" autoUpdateAnimBg="0"/>
      <p:bldP spid="93" grpId="0" autoUpdateAnimBg="0"/>
      <p:bldP spid="94" grpId="0" autoUpdateAnimBg="0"/>
      <p:bldP spid="97" grpId="0" autoUpdateAnimBg="0"/>
      <p:bldP spid="99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>
            <a:extLst>
              <a:ext uri="{FF2B5EF4-FFF2-40B4-BE49-F238E27FC236}">
                <a16:creationId xmlns:a16="http://schemas.microsoft.com/office/drawing/2014/main" id="{02F3945B-827D-39F5-C04C-B4403F1FFE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713" y="238125"/>
            <a:ext cx="2057400" cy="609600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14400">
              <a:spcBef>
                <a:spcPct val="0"/>
              </a:spcBef>
              <a:buFontTx/>
              <a:buNone/>
            </a:pPr>
            <a:r>
              <a:rPr lang="en-US" altLang="zh-CN" sz="3200" b="1">
                <a:latin typeface="Calibri Light" panose="020F0302020204030204" pitchFamily="34" charset="0"/>
                <a:ea typeface="楷体_GB2312" pitchFamily="49" charset="-122"/>
              </a:rPr>
              <a:t>Summary</a:t>
            </a:r>
            <a:endParaRPr lang="zh-CN" altLang="en-US" sz="3200" b="1">
              <a:latin typeface="Calibri Light" panose="020F0302020204030204" pitchFamily="34" charset="0"/>
              <a:ea typeface="楷体_GB2312" pitchFamily="49" charset="-122"/>
            </a:endParaRPr>
          </a:p>
        </p:txBody>
      </p:sp>
      <p:sp>
        <p:nvSpPr>
          <p:cNvPr id="13" name="Text Box 6">
            <a:extLst>
              <a:ext uri="{FF2B5EF4-FFF2-40B4-BE49-F238E27FC236}">
                <a16:creationId xmlns:a16="http://schemas.microsoft.com/office/drawing/2014/main" id="{3DE21DB0-ED39-CB67-B7F1-DF418DD3FA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958850"/>
            <a:ext cx="2667000" cy="46196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zh-CN" sz="2400">
                <a:latin typeface="+mn-ea"/>
              </a:rPr>
              <a:t>1. functionlimit's</a:t>
            </a:r>
            <a:endParaRPr lang="zh-CN" altLang="en-US" sz="2400" dirty="0">
              <a:latin typeface="+mn-ea"/>
            </a:endParaRPr>
          </a:p>
        </p:txBody>
      </p:sp>
      <p:graphicFrame>
        <p:nvGraphicFramePr>
          <p:cNvPr id="14" name="Object 7">
            <a:extLst>
              <a:ext uri="{FF2B5EF4-FFF2-40B4-BE49-F238E27FC236}">
                <a16:creationId xmlns:a16="http://schemas.microsoft.com/office/drawing/2014/main" id="{C0F8E8A7-BFA0-52AF-406C-6B0E70F7B09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68538" y="1001713"/>
          <a:ext cx="10287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3">
                  <p:embed/>
                </p:oleObj>
              </mc:Choice>
              <mc:Fallback>
                <p:oleObj name="Equation" r:id="rId2" imgW="0" imgH="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8538" y="1001713"/>
                        <a:ext cx="10287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 Box 8">
            <a:extLst>
              <a:ext uri="{FF2B5EF4-FFF2-40B4-BE49-F238E27FC236}">
                <a16:creationId xmlns:a16="http://schemas.microsoft.com/office/drawing/2014/main" id="{4EDD3291-7286-2E27-7B00-091CA79CA7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8038" y="939800"/>
            <a:ext cx="32067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/>
              <a:t>or</a:t>
            </a:r>
            <a:endParaRPr lang="zh-CN" altLang="en-US" sz="2400"/>
          </a:p>
        </p:txBody>
      </p:sp>
      <p:graphicFrame>
        <p:nvGraphicFramePr>
          <p:cNvPr id="16" name="Object 9">
            <a:extLst>
              <a:ext uri="{FF2B5EF4-FFF2-40B4-BE49-F238E27FC236}">
                <a16:creationId xmlns:a16="http://schemas.microsoft.com/office/drawing/2014/main" id="{E7ED84B8-FD6E-B0C3-57F8-F769BD2809A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06825" y="1001713"/>
          <a:ext cx="11176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0" imgH="0" progId="Equation.3">
                  <p:embed/>
                </p:oleObj>
              </mc:Choice>
              <mc:Fallback>
                <p:oleObj name="Equation" r:id="rId4" imgW="0" imgH="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06825" y="1001713"/>
                        <a:ext cx="11176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 Box 10">
            <a:extLst>
              <a:ext uri="{FF2B5EF4-FFF2-40B4-BE49-F238E27FC236}">
                <a16:creationId xmlns:a16="http://schemas.microsoft.com/office/drawing/2014/main" id="{F259FD5D-8CFE-4EC9-A435-BE99B487EC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2538" y="952500"/>
            <a:ext cx="1766887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/>
              <a:t>Definition and application</a:t>
            </a:r>
            <a:endParaRPr lang="zh-CN" altLang="en-US" sz="2400"/>
          </a:p>
        </p:txBody>
      </p:sp>
      <p:sp>
        <p:nvSpPr>
          <p:cNvPr id="18" name="Text Box 11">
            <a:extLst>
              <a:ext uri="{FF2B5EF4-FFF2-40B4-BE49-F238E27FC236}">
                <a16:creationId xmlns:a16="http://schemas.microsoft.com/office/drawing/2014/main" id="{48FF9FCE-B317-0B8A-C7EA-E1C0660452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" y="1614488"/>
            <a:ext cx="2989263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2400">
                <a:latin typeface="+mn-ea"/>
              </a:rPr>
              <a:t>2. functionlimit's property:</a:t>
            </a:r>
            <a:endParaRPr lang="en-US" altLang="zh-CN" sz="2000" dirty="0">
              <a:latin typeface="+mn-ea"/>
            </a:endParaRPr>
          </a:p>
        </p:txBody>
      </p:sp>
      <p:sp>
        <p:nvSpPr>
          <p:cNvPr id="19" name="Text Box 12">
            <a:hlinkClick r:id="rId6" action="ppaction://hlinksldjump"/>
            <a:extLst>
              <a:ext uri="{FF2B5EF4-FFF2-40B4-BE49-F238E27FC236}">
                <a16:creationId xmlns:a16="http://schemas.microsoft.com/office/drawing/2014/main" id="{1A52D88F-376B-28DA-DB3B-D54518EEFA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9263" y="1611313"/>
            <a:ext cx="597535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GB" altLang="zh-CN" sz="2400"/>
              <a:t>uniqueness, </a:t>
            </a:r>
            <a:r>
              <a:rPr lang="zh-CN" altLang="en-GB" sz="2400"/>
              <a:t>局部</a:t>
            </a:r>
            <a:r>
              <a:rPr lang="en-GB" altLang="zh-CN" sz="2400"/>
              <a:t>boundedness, </a:t>
            </a:r>
            <a:r>
              <a:rPr lang="zh-CN" altLang="en-GB" sz="2400"/>
              <a:t>局部</a:t>
            </a:r>
            <a:r>
              <a:rPr lang="en-GB" altLang="zh-CN" sz="2400"/>
              <a:t>sign-preserving propertyTheorem</a:t>
            </a:r>
            <a:endParaRPr lang="zh-CN" altLang="en-US" sz="2400"/>
          </a:p>
        </p:txBody>
      </p:sp>
      <p:sp>
        <p:nvSpPr>
          <p:cNvPr id="20" name="Text Box 13">
            <a:hlinkClick r:id="rId7" action="ppaction://hlinksldjump"/>
            <a:extLst>
              <a:ext uri="{FF2B5EF4-FFF2-40B4-BE49-F238E27FC236}">
                <a16:creationId xmlns:a16="http://schemas.microsoft.com/office/drawing/2014/main" id="{964F7587-2017-72A1-6603-9A1BA455CD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4338" y="2130425"/>
            <a:ext cx="3983037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/>
              <a:t>and leftright limitequivalentTheorem</a:t>
            </a:r>
            <a:endParaRPr lang="zh-CN" altLang="en-US" sz="2400"/>
          </a:p>
        </p:txBody>
      </p:sp>
      <p:sp>
        <p:nvSpPr>
          <p:cNvPr id="21" name="Text Box 16">
            <a:extLst>
              <a:ext uri="{FF2B5EF4-FFF2-40B4-BE49-F238E27FC236}">
                <a16:creationId xmlns:a16="http://schemas.microsoft.com/office/drawing/2014/main" id="{ED157618-5526-8577-920C-8DE65937AF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063" y="2513013"/>
            <a:ext cx="2362200" cy="1077218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3200" b="1">
                <a:solidFill>
                  <a:schemeClr val="tx2"/>
                </a:solidFill>
              </a:rPr>
              <a:t>Think and Exercise</a:t>
            </a:r>
            <a:endParaRPr lang="zh-CN" altLang="en-US" sz="3200" b="1">
              <a:solidFill>
                <a:schemeClr val="tx2"/>
              </a:solidFill>
            </a:endParaRPr>
          </a:p>
        </p:txBody>
      </p:sp>
      <p:sp>
        <p:nvSpPr>
          <p:cNvPr id="22" name="Text Box 17">
            <a:extLst>
              <a:ext uri="{FF2B5EF4-FFF2-40B4-BE49-F238E27FC236}">
                <a16:creationId xmlns:a16="http://schemas.microsoft.com/office/drawing/2014/main" id="{315487EE-6DFD-0180-1021-350718AE1E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3306763"/>
            <a:ext cx="1905000" cy="461962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2400">
                <a:latin typeface="+mn-ea"/>
              </a:rPr>
              <a:t>1. iflimit</a:t>
            </a:r>
            <a:endParaRPr lang="zh-CN" altLang="en-US" sz="2400" dirty="0">
              <a:latin typeface="+mn-ea"/>
            </a:endParaRPr>
          </a:p>
        </p:txBody>
      </p:sp>
      <p:graphicFrame>
        <p:nvGraphicFramePr>
          <p:cNvPr id="23" name="Object 18">
            <a:extLst>
              <a:ext uri="{FF2B5EF4-FFF2-40B4-BE49-F238E27FC236}">
                <a16:creationId xmlns:a16="http://schemas.microsoft.com/office/drawing/2014/main" id="{BCA9242F-7B30-E873-47D1-10CFB894024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79575" y="3276600"/>
          <a:ext cx="14478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0" imgH="0" progId="Equation.3">
                  <p:embed/>
                </p:oleObj>
              </mc:Choice>
              <mc:Fallback>
                <p:oleObj name="Equation" r:id="rId8" imgW="0" imgH="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9575" y="3276600"/>
                        <a:ext cx="1447800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Text Box 19">
            <a:extLst>
              <a:ext uri="{FF2B5EF4-FFF2-40B4-BE49-F238E27FC236}">
                <a16:creationId xmlns:a16="http://schemas.microsoft.com/office/drawing/2014/main" id="{288C8BC9-121D-065D-C1FC-B0F074FE81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82938" y="3276600"/>
            <a:ext cx="1181100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2400">
                <a:latin typeface="+mn-ea"/>
              </a:rPr>
              <a:t>existence,</a:t>
            </a:r>
            <a:endParaRPr lang="en-US" altLang="zh-CN" sz="2400" dirty="0">
              <a:latin typeface="+mn-ea"/>
            </a:endParaRPr>
          </a:p>
        </p:txBody>
      </p:sp>
      <p:graphicFrame>
        <p:nvGraphicFramePr>
          <p:cNvPr id="25" name="Object 20">
            <a:extLst>
              <a:ext uri="{FF2B5EF4-FFF2-40B4-BE49-F238E27FC236}">
                <a16:creationId xmlns:a16="http://schemas.microsoft.com/office/drawing/2014/main" id="{3272797E-141A-7559-1C81-A4BE8370F83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24513" y="3208338"/>
          <a:ext cx="26924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0" imgH="0" progId="Equation.3">
                  <p:embed/>
                </p:oleObj>
              </mc:Choice>
              <mc:Fallback>
                <p:oleObj name="Equation" r:id="rId10" imgW="0" imgH="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24513" y="3208338"/>
                        <a:ext cx="2692400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Text Box 21">
            <a:extLst>
              <a:ext uri="{FF2B5EF4-FFF2-40B4-BE49-F238E27FC236}">
                <a16:creationId xmlns:a16="http://schemas.microsoft.com/office/drawing/2014/main" id="{E5D457D0-972D-CB94-0D11-DEADF92F83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" y="4281488"/>
            <a:ext cx="1828800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2400">
                <a:latin typeface="+mn-ea"/>
              </a:rPr>
              <a:t>2. Letfunction</a:t>
            </a:r>
            <a:endParaRPr lang="zh-CN" altLang="en-US" sz="2400" dirty="0">
              <a:latin typeface="+mn-ea"/>
            </a:endParaRPr>
          </a:p>
        </p:txBody>
      </p:sp>
      <p:graphicFrame>
        <p:nvGraphicFramePr>
          <p:cNvPr id="27" name="Object 22">
            <a:extLst>
              <a:ext uri="{FF2B5EF4-FFF2-40B4-BE49-F238E27FC236}">
                <a16:creationId xmlns:a16="http://schemas.microsoft.com/office/drawing/2014/main" id="{49540F0C-1C80-342B-07BC-926237417D5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63713" y="4343400"/>
          <a:ext cx="10287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0" imgH="0" progId="Equation.3">
                  <p:embed/>
                </p:oleObj>
              </mc:Choice>
              <mc:Fallback>
                <p:oleObj name="Equation" r:id="rId12" imgW="0" imgH="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4343400"/>
                        <a:ext cx="10287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Text Box 23">
            <a:extLst>
              <a:ext uri="{FF2B5EF4-FFF2-40B4-BE49-F238E27FC236}">
                <a16:creationId xmlns:a16="http://schemas.microsoft.com/office/drawing/2014/main" id="{B7F1B9A8-9E51-6410-43D5-9F4DA2C867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2363" y="4292600"/>
            <a:ext cx="8382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/>
              <a:t>and</a:t>
            </a:r>
            <a:endParaRPr lang="zh-CN" altLang="en-US" sz="2400"/>
          </a:p>
        </p:txBody>
      </p:sp>
      <p:graphicFrame>
        <p:nvGraphicFramePr>
          <p:cNvPr id="29" name="Object 24">
            <a:extLst>
              <a:ext uri="{FF2B5EF4-FFF2-40B4-BE49-F238E27FC236}">
                <a16:creationId xmlns:a16="http://schemas.microsoft.com/office/drawing/2014/main" id="{713A8390-457D-1ADF-303F-D1B8A58A5A7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35600" y="4267200"/>
          <a:ext cx="12700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0" imgH="0" progId="Equation.3">
                  <p:embed/>
                </p:oleObj>
              </mc:Choice>
              <mc:Fallback>
                <p:oleObj name="Equation" r:id="rId14" imgW="0" imgH="0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5600" y="4267200"/>
                        <a:ext cx="12700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Text Box 25">
            <a:extLst>
              <a:ext uri="{FF2B5EF4-FFF2-40B4-BE49-F238E27FC236}">
                <a16:creationId xmlns:a16="http://schemas.microsoft.com/office/drawing/2014/main" id="{12888616-B081-8E4C-4939-7EF709478B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2588" y="4292600"/>
            <a:ext cx="1270000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2400">
                <a:latin typeface="+mn-ea"/>
              </a:rPr>
              <a:t>existence, then</a:t>
            </a:r>
            <a:endParaRPr lang="zh-CN" altLang="en-US" sz="2400" dirty="0">
              <a:latin typeface="+mn-ea"/>
            </a:endParaRPr>
          </a:p>
        </p:txBody>
      </p:sp>
      <p:graphicFrame>
        <p:nvGraphicFramePr>
          <p:cNvPr id="31" name="Object 26">
            <a:extLst>
              <a:ext uri="{FF2B5EF4-FFF2-40B4-BE49-F238E27FC236}">
                <a16:creationId xmlns:a16="http://schemas.microsoft.com/office/drawing/2014/main" id="{059327F8-74DF-CE07-B199-41B1DDA0AD4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5500" y="5048250"/>
          <a:ext cx="17653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0" imgH="0" progId="Equation.3">
                  <p:embed/>
                </p:oleObj>
              </mc:Choice>
              <mc:Fallback>
                <p:oleObj name="Equation" r:id="rId16" imgW="0" imgH="0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5500" y="5048250"/>
                        <a:ext cx="17653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28">
            <a:extLst>
              <a:ext uri="{FF2B5EF4-FFF2-40B4-BE49-F238E27FC236}">
                <a16:creationId xmlns:a16="http://schemas.microsoft.com/office/drawing/2014/main" id="{1F2B03BF-AE3A-B597-3B90-BF9C4F49021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41488" y="4953000"/>
          <a:ext cx="315912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0" imgH="0" progId="Equation.3">
                  <p:embed/>
                </p:oleObj>
              </mc:Choice>
              <mc:Fallback>
                <p:oleObj name="Equation" r:id="rId18" imgW="0" imgH="0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41488" y="4953000"/>
                        <a:ext cx="315912" cy="492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Text Box 31">
            <a:extLst>
              <a:ext uri="{FF2B5EF4-FFF2-40B4-BE49-F238E27FC236}">
                <a16:creationId xmlns:a16="http://schemas.microsoft.com/office/drawing/2014/main" id="{92937C02-0837-CC3E-D6C8-8D9E0BDCF0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59075" y="5445125"/>
            <a:ext cx="4810125" cy="1077218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GB" altLang="zh-CN" sz="3200">
                <a:solidFill>
                  <a:schemeClr val="tx2"/>
                </a:solidFill>
              </a:rPr>
              <a:t>Homework </a:t>
            </a:r>
          </a:p>
          <a:p>
            <a:pPr>
              <a:defRPr/>
            </a:pPr>
            <a:r>
              <a:rPr lang="en-GB" altLang="zh-CN" sz="3200">
                <a:solidFill>
                  <a:schemeClr val="tx2"/>
                </a:solidFill>
              </a:rPr>
              <a:t>P34 5 (2)(3); 6(2); 7 ;</a:t>
            </a:r>
            <a:endParaRPr lang="en-US" altLang="zh-CN" sz="280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38" name="Text Box 42">
            <a:extLst>
              <a:ext uri="{FF2B5EF4-FFF2-40B4-BE49-F238E27FC236}">
                <a16:creationId xmlns:a16="http://schemas.microsoft.com/office/drawing/2014/main" id="{F5992AB8-15FF-262A-E04C-B3E3361744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1125" y="3276600"/>
            <a:ext cx="231826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/>
              <a:t>is necessarily has</a:t>
            </a:r>
            <a:endParaRPr lang="zh-CN" altLang="en-US" sz="2400"/>
          </a:p>
        </p:txBody>
      </p:sp>
      <p:sp>
        <p:nvSpPr>
          <p:cNvPr id="46" name="AutoShape 64">
            <a:extLst>
              <a:ext uri="{FF2B5EF4-FFF2-40B4-BE49-F238E27FC236}">
                <a16:creationId xmlns:a16="http://schemas.microsoft.com/office/drawing/2014/main" id="{28BE428D-245C-B3C9-2D01-F7B1360136DF}"/>
              </a:ext>
            </a:extLst>
          </p:cNvPr>
          <p:cNvSpPr>
            <a:spLocks/>
          </p:cNvSpPr>
          <p:nvPr/>
        </p:nvSpPr>
        <p:spPr bwMode="auto">
          <a:xfrm>
            <a:off x="2843213" y="4138613"/>
            <a:ext cx="152400" cy="762000"/>
          </a:xfrm>
          <a:prstGeom prst="leftBrace">
            <a:avLst>
              <a:gd name="adj1" fmla="val 4166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graphicFrame>
        <p:nvGraphicFramePr>
          <p:cNvPr id="47" name="Object 65">
            <a:extLst>
              <a:ext uri="{FF2B5EF4-FFF2-40B4-BE49-F238E27FC236}">
                <a16:creationId xmlns:a16="http://schemas.microsoft.com/office/drawing/2014/main" id="{12F3B352-AACB-F82A-DC87-94AEACBDC63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87675" y="4000500"/>
          <a:ext cx="18542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0" imgH="0" progId="Equation.3">
                  <p:embed/>
                </p:oleObj>
              </mc:Choice>
              <mc:Fallback>
                <p:oleObj name="Equation" r:id="rId20" imgW="0" imgH="0" progId="Equation.3">
                  <p:embed/>
                  <p:pic>
                    <p:nvPicPr>
                      <p:cNvPr id="0" name="Object 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7675" y="4000500"/>
                        <a:ext cx="1854200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" name="Text Box 66">
            <a:extLst>
              <a:ext uri="{FF2B5EF4-FFF2-40B4-BE49-F238E27FC236}">
                <a16:creationId xmlns:a16="http://schemas.microsoft.com/office/drawing/2014/main" id="{68861CA0-705C-0670-0897-BCFB4B7D85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34363" y="3246438"/>
            <a:ext cx="441325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/>
              <a:t>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0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utoUpdateAnimBg="0"/>
      <p:bldP spid="15" grpId="0" autoUpdateAnimBg="0"/>
      <p:bldP spid="17" grpId="0" autoUpdateAnimBg="0"/>
      <p:bldP spid="18" grpId="0" autoUpdateAnimBg="0"/>
      <p:bldP spid="19" grpId="0" autoUpdateAnimBg="0"/>
      <p:bldP spid="20" grpId="0" autoUpdateAnimBg="0"/>
      <p:bldP spid="21" grpId="0" animBg="1" autoUpdateAnimBg="0"/>
      <p:bldP spid="22" grpId="0" autoUpdateAnimBg="0"/>
      <p:bldP spid="24" grpId="0" autoUpdateAnimBg="0"/>
      <p:bldP spid="26" grpId="0" autoUpdateAnimBg="0"/>
      <p:bldP spid="28" grpId="0" autoUpdateAnimBg="0"/>
      <p:bldP spid="30" grpId="0" autoUpdateAnimBg="0"/>
      <p:bldP spid="34" grpId="0" animBg="1" autoUpdateAnimBg="0"/>
      <p:bldP spid="38" grpId="0" build="p" autoUpdateAnimBg="0"/>
      <p:bldP spid="48" grpId="0" build="p" autoUpdateAnimBg="0" advAuto="0"/>
    </p:bldLst>
  </p:timing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1101</TotalTime>
  <Words>556</Words>
  <Application>Microsoft Office PowerPoint</Application>
  <PresentationFormat>全屏显示(4:3)</PresentationFormat>
  <Paragraphs>184</Paragraphs>
  <Slides>16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16</vt:i4>
      </vt:variant>
    </vt:vector>
  </HeadingPairs>
  <TitlesOfParts>
    <vt:vector size="27" baseType="lpstr">
      <vt:lpstr>Calibri</vt:lpstr>
      <vt:lpstr>Arial</vt:lpstr>
      <vt:lpstr>Calibri Light</vt:lpstr>
      <vt:lpstr>等线</vt:lpstr>
      <vt:lpstr>华文行楷</vt:lpstr>
      <vt:lpstr>楷体_GB2312</vt:lpstr>
      <vt:lpstr>等线 Light</vt:lpstr>
      <vt:lpstr>Symbol</vt:lpstr>
      <vt:lpstr>Office 主题​​</vt:lpstr>
      <vt:lpstr>Microsoft 公式 3.0</vt:lpstr>
      <vt:lpstr>Microsoft Equation 3.0</vt:lpstr>
      <vt:lpstr>PowerPoint 演示文稿</vt:lpstr>
      <vt:lpstr>I. independent variabletends to has 限 value when Limits of Functions</vt:lpstr>
      <vt:lpstr>Definition1 .</vt:lpstr>
      <vt:lpstr>Example1. Proof</vt:lpstr>
      <vt:lpstr>Example2. Proof</vt:lpstr>
      <vt:lpstr>Example3. Proof</vt:lpstr>
      <vt:lpstr>Example4. Proof: 当</vt:lpstr>
      <vt:lpstr>2. sign-preserving propertyTheorem</vt:lpstr>
      <vt:lpstr>Corollary:</vt:lpstr>
      <vt:lpstr>Theorem 2 . ifin</vt:lpstr>
      <vt:lpstr>3. left limit and right limit</vt:lpstr>
      <vt:lpstr>Example5. Letfunction</vt:lpstr>
      <vt:lpstr>II. independent variabletends toinfinity when Limits of Functions</vt:lpstr>
      <vt:lpstr>Example6. Proof</vt:lpstr>
      <vt:lpstr>two kind special case :</vt:lpstr>
      <vt:lpstr>PowerPoint 演示文稿</vt:lpstr>
    </vt:vector>
  </TitlesOfParts>
  <Company>xjmc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多元线性回归</dc:title>
  <dc:creator>stat</dc:creator>
  <cp:lastModifiedBy>Rui Li</cp:lastModifiedBy>
  <cp:revision>127</cp:revision>
  <dcterms:created xsi:type="dcterms:W3CDTF">2001-11-27T05:00:25Z</dcterms:created>
  <dcterms:modified xsi:type="dcterms:W3CDTF">2026-09-02T05:31:46Z</dcterms:modified>
</cp:coreProperties>
</file>