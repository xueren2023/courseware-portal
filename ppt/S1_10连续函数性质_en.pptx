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98" r:id="rId2"/>
    <p:sldId id="295" r:id="rId3"/>
    <p:sldId id="271" r:id="rId4"/>
    <p:sldId id="296" r:id="rId5"/>
    <p:sldId id="267" r:id="rId6"/>
    <p:sldId id="268" r:id="rId7"/>
    <p:sldId id="283" r:id="rId8"/>
    <p:sldId id="278" r:id="rId9"/>
    <p:sldId id="293" r:id="rId10"/>
    <p:sldId id="292" r:id="rId11"/>
    <p:sldId id="297" r:id="rId12"/>
    <p:sldId id="294" r:id="rId1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">
          <p15:clr>
            <a:srgbClr val="A4A3A4"/>
          </p15:clr>
        </p15:guide>
        <p15:guide id="2" pos="2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31" autoAdjust="0"/>
    <p:restoredTop sz="89803" autoAdjust="0"/>
  </p:normalViewPr>
  <p:slideViewPr>
    <p:cSldViewPr>
      <p:cViewPr varScale="1">
        <p:scale>
          <a:sx n="85" d="100"/>
          <a:sy n="85" d="100"/>
        </p:scale>
        <p:origin x="1512" y="176"/>
      </p:cViewPr>
      <p:guideLst>
        <p:guide orient="horz" pos="288"/>
        <p:guide pos="2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A4FC3D74-CAB8-160A-C957-523BBBFFA51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DECAA4D9-33B0-57A6-8075-59D2675AF57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86BDE0EF-203D-572B-0B98-24B00B0CF90C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B45A16AF-3E53-0E99-53C0-0B37C8B677D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5302" name="Rectangle 6">
            <a:extLst>
              <a:ext uri="{FF2B5EF4-FFF2-40B4-BE49-F238E27FC236}">
                <a16:creationId xmlns:a16="http://schemas.microsoft.com/office/drawing/2014/main" id="{D09C3BDF-3322-AA6C-3A02-6D4853E9F97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5303" name="Rectangle 7">
            <a:extLst>
              <a:ext uri="{FF2B5EF4-FFF2-40B4-BE49-F238E27FC236}">
                <a16:creationId xmlns:a16="http://schemas.microsoft.com/office/drawing/2014/main" id="{E8AFD0C2-B087-5F05-7DDD-FE1E7D7DCE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E808730-100B-420B-A5F3-89341404D64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A24D60ED-A018-B43E-0FB9-A49026E25F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F57C740-0F08-4DB2-9E4B-789C63BA3CF2}" type="slidenum">
              <a:rPr lang="en-US" altLang="zh-CN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zh-CN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C0C28310-F243-1F06-4C94-E67D1A023F9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20ECF724-7308-DF3E-0C7C-05BE77B957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若不讲一致连续 </a:t>
            </a:r>
            <a:r>
              <a:rPr lang="en-US" altLang="zh-CN"/>
              <a:t>, </a:t>
            </a:r>
            <a:r>
              <a:rPr lang="zh-CN" altLang="en-US"/>
              <a:t>则运行时点击“小结“按钮跳过它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D4B201-7BC7-4470-C4BD-EE29787B9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B61224-A699-40BE-9325-3E159F2494BC}" type="datetimeFigureOut">
              <a:rPr lang="zh-CN" altLang="en-US"/>
              <a:pPr>
                <a:defRPr/>
              </a:pPr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D8D042-D461-B70D-76FC-6EE6EF550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6836A4-0FD7-B224-D79A-485FA2987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69BDFA-F3F2-4D9B-9BAE-E13E5224C8F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386196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1AE2C9-7776-7A00-1E41-36D6755B7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BCCA8C-52A1-446F-99AF-7B803961D8B3}" type="datetimeFigureOut">
              <a:rPr lang="zh-CN" altLang="en-US"/>
              <a:pPr>
                <a:defRPr/>
              </a:pPr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2480C2-556D-44EA-815C-40567E22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5D2CC9-32EC-48D0-786D-5750FBC7B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70E499-9CF9-4631-A45F-99B42F5B0ED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86234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DF2A9F-538C-FC9E-8949-38949ED84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EE0D5A-77F8-4F93-A0F3-5C61EE8DDF7D}" type="datetimeFigureOut">
              <a:rPr lang="zh-CN" altLang="en-US"/>
              <a:pPr>
                <a:defRPr/>
              </a:pPr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55064A-9735-3BF9-48F9-5E04FE8C2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BE421C-0DD4-1049-1282-7A2E160B2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A9A729-AB31-4A33-931F-0F8FA748FFA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5770394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D1DA219-ADC8-5835-F86C-907FEDF2F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49F629-9857-42F7-8DEA-2F8D51BEECCE}" type="datetimeFigureOut">
              <a:rPr lang="zh-CN" altLang="en-US"/>
              <a:pPr>
                <a:defRPr/>
              </a:pPr>
              <a:t>2026/9/2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DA2DA59-5524-1437-102A-D57482E3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D20E074-06A5-A1EF-E684-47720836D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9B6A9B-EB66-4B75-A718-6A99A0C682C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277584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3C2FA20B-AB58-096A-2B47-79D550BB2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09AB9B-164C-48A3-B034-4CA7D13D7BBD}" type="datetimeFigureOut">
              <a:rPr lang="zh-CN" altLang="en-US"/>
              <a:pPr>
                <a:defRPr/>
              </a:pPr>
              <a:t>2026/9/2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8643CAC7-4413-1035-5240-29E5ED40A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E418537E-EBFA-5DC6-E6AD-CA1E0248D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4EBB15-893B-4EF5-A9B1-BD3F7E1FE7B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264420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1D237444-8FC6-E446-006E-659C6D23D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C3B83F-0271-4F7E-B604-315798C5855E}" type="datetimeFigureOut">
              <a:rPr lang="zh-CN" altLang="en-US"/>
              <a:pPr>
                <a:defRPr/>
              </a:pPr>
              <a:t>2026/9/2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6283490-4DF0-9F25-4E9E-8E562DB0B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B77172C1-8DE7-303D-3D30-4E66A0186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171391-A8CB-40AF-8265-3DAEB1D3E5D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712845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3F3132FC-15A1-22ED-9AA6-711AB042C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362919-8BA5-4AA1-BAF9-4EDF03B7C218}" type="datetimeFigureOut">
              <a:rPr lang="zh-CN" altLang="en-US"/>
              <a:pPr>
                <a:defRPr/>
              </a:pPr>
              <a:t>2026/9/2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1A0BE71C-9C49-7FF5-8CAE-7775DAC21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7F88061A-E6D7-2F90-29A1-F51115F21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B8A63-AF90-453B-B430-6D0060112E6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26431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DAA5CFA7-C4F5-5134-E0B0-3BA3C8B80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952B2A-0099-4B22-BAB2-AD87EE58D0F8}" type="datetimeFigureOut">
              <a:rPr lang="zh-CN" altLang="en-US"/>
              <a:pPr>
                <a:defRPr/>
              </a:pPr>
              <a:t>2026/9/2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011A523-03A1-6A80-E0D5-BD6FB1D06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AA155AA4-FF12-3E65-970F-063C696D0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1F0C3D-6FE5-488F-98B5-0A3E24F6BCF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771961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DE2C62D5-4F2A-C7DF-4392-FFA16B881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6860F6-78D9-4EF1-B07A-945D6204FE03}" type="datetimeFigureOut">
              <a:rPr lang="zh-CN" altLang="en-US"/>
              <a:pPr>
                <a:defRPr/>
              </a:pPr>
              <a:t>2026/9/2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709AC6E-A912-836F-832F-EE48EFD83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1192F0F5-85AB-643A-0CB6-5B540540A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B1243-82B1-492E-AFBD-D7B7B0CA174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493486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49EE52-1E8E-FA2F-F282-84A0243FF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FCCFA8-4DAF-4A1A-85B4-1293794A7CFD}" type="datetimeFigureOut">
              <a:rPr lang="zh-CN" altLang="en-US"/>
              <a:pPr>
                <a:defRPr/>
              </a:pPr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25A14B-4B74-B684-60FD-5954CC5AC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C1EA0F-08E8-1783-4DF5-67315BE0C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5C9930-99A4-4EB9-ABF1-7C116A0EED3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97443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D7D6CD-E781-5434-1B70-E173026C9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159D1F-6596-419F-A7D4-175EF869DC1C}" type="datetimeFigureOut">
              <a:rPr lang="zh-CN" altLang="en-US"/>
              <a:pPr>
                <a:defRPr/>
              </a:pPr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496A12-8608-DA4C-C793-9CC8A301A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F5FE0A-5FE9-90FE-CCE9-00912B703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5B6781-E148-40D8-8958-675D067DE23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3807635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707AA0C7-0314-5A28-8532-C096E2180A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CA2F57AD-6CD8-19D0-1AF0-789FBC7697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E7977A-6620-A15D-FC10-6C1BAF9FAF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1"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8A6ED13-3A5A-4851-A95E-F5836E1AD81D}" type="datetimeFigureOut">
              <a:rPr lang="zh-CN" altLang="en-US"/>
              <a:pPr>
                <a:defRPr/>
              </a:pPr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2F6EB4-2352-7B20-6C53-E2A7CC90E0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1"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28EDF6-BB3E-2F90-7482-08EA1CC298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kumimoji="1"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84BEE33-2A6F-4DB9-9C1D-DE12A1A72B5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 dir="r"/>
  </p:transition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e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2.emf"/><Relationship Id="rId21" Type="http://schemas.openxmlformats.org/officeDocument/2006/relationships/image" Target="../media/image11.emf"/><Relationship Id="rId7" Type="http://schemas.openxmlformats.org/officeDocument/2006/relationships/image" Target="../media/image4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emf"/><Relationship Id="rId25" Type="http://schemas.openxmlformats.org/officeDocument/2006/relationships/image" Target="../media/image13.e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emf"/><Relationship Id="rId24" Type="http://schemas.openxmlformats.org/officeDocument/2006/relationships/oleObject" Target="../embeddings/oleObject12.bin"/><Relationship Id="rId5" Type="http://schemas.openxmlformats.org/officeDocument/2006/relationships/image" Target="../media/image3.emf"/><Relationship Id="rId15" Type="http://schemas.openxmlformats.org/officeDocument/2006/relationships/image" Target="../media/image8.emf"/><Relationship Id="rId23" Type="http://schemas.openxmlformats.org/officeDocument/2006/relationships/image" Target="../media/image12.e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0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e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oleObject" Target="../embeddings/oleObject19.bin"/><Relationship Id="rId18" Type="http://schemas.openxmlformats.org/officeDocument/2006/relationships/oleObject" Target="../embeddings/oleObject23.bin"/><Relationship Id="rId3" Type="http://schemas.openxmlformats.org/officeDocument/2006/relationships/image" Target="../media/image14.emf"/><Relationship Id="rId21" Type="http://schemas.openxmlformats.org/officeDocument/2006/relationships/image" Target="../media/image20.emf"/><Relationship Id="rId7" Type="http://schemas.openxmlformats.org/officeDocument/2006/relationships/image" Target="../media/image16.emf"/><Relationship Id="rId12" Type="http://schemas.openxmlformats.org/officeDocument/2006/relationships/oleObject" Target="../embeddings/oleObject18.bin"/><Relationship Id="rId17" Type="http://schemas.openxmlformats.org/officeDocument/2006/relationships/oleObject" Target="../embeddings/oleObject22.bin"/><Relationship Id="rId2" Type="http://schemas.openxmlformats.org/officeDocument/2006/relationships/oleObject" Target="../embeddings/oleObject13.bin"/><Relationship Id="rId16" Type="http://schemas.openxmlformats.org/officeDocument/2006/relationships/oleObject" Target="../embeddings/oleObject21.bin"/><Relationship Id="rId20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8.emf"/><Relationship Id="rId5" Type="http://schemas.openxmlformats.org/officeDocument/2006/relationships/image" Target="../media/image15.emf"/><Relationship Id="rId15" Type="http://schemas.openxmlformats.org/officeDocument/2006/relationships/oleObject" Target="../embeddings/oleObject20.bin"/><Relationship Id="rId10" Type="http://schemas.openxmlformats.org/officeDocument/2006/relationships/oleObject" Target="../embeddings/oleObject17.bin"/><Relationship Id="rId19" Type="http://schemas.openxmlformats.org/officeDocument/2006/relationships/oleObject" Target="../embeddings/oleObject24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7.emf"/><Relationship Id="rId14" Type="http://schemas.openxmlformats.org/officeDocument/2006/relationships/image" Target="../media/image19.emf"/><Relationship Id="rId22" Type="http://schemas.openxmlformats.org/officeDocument/2006/relationships/oleObject" Target="../embeddings/oleObject26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emf"/><Relationship Id="rId18" Type="http://schemas.openxmlformats.org/officeDocument/2006/relationships/oleObject" Target="../embeddings/oleObject35.bin"/><Relationship Id="rId26" Type="http://schemas.openxmlformats.org/officeDocument/2006/relationships/oleObject" Target="../embeddings/oleObject39.bin"/><Relationship Id="rId39" Type="http://schemas.openxmlformats.org/officeDocument/2006/relationships/oleObject" Target="../embeddings/oleObject45.bin"/><Relationship Id="rId21" Type="http://schemas.openxmlformats.org/officeDocument/2006/relationships/image" Target="../media/image30.emf"/><Relationship Id="rId34" Type="http://schemas.openxmlformats.org/officeDocument/2006/relationships/image" Target="../media/image37.emf"/><Relationship Id="rId42" Type="http://schemas.openxmlformats.org/officeDocument/2006/relationships/image" Target="../media/image41.emf"/><Relationship Id="rId47" Type="http://schemas.openxmlformats.org/officeDocument/2006/relationships/oleObject" Target="../embeddings/oleObject49.bin"/><Relationship Id="rId50" Type="http://schemas.openxmlformats.org/officeDocument/2006/relationships/image" Target="../media/image45.emf"/><Relationship Id="rId7" Type="http://schemas.openxmlformats.org/officeDocument/2006/relationships/image" Target="../media/image23.emf"/><Relationship Id="rId2" Type="http://schemas.openxmlformats.org/officeDocument/2006/relationships/oleObject" Target="../embeddings/oleObject27.bin"/><Relationship Id="rId16" Type="http://schemas.openxmlformats.org/officeDocument/2006/relationships/oleObject" Target="../embeddings/oleObject34.bin"/><Relationship Id="rId29" Type="http://schemas.openxmlformats.org/officeDocument/2006/relationships/image" Target="../media/image34.emf"/><Relationship Id="rId11" Type="http://schemas.openxmlformats.org/officeDocument/2006/relationships/image" Target="../media/image25.emf"/><Relationship Id="rId24" Type="http://schemas.openxmlformats.org/officeDocument/2006/relationships/oleObject" Target="../embeddings/oleObject38.bin"/><Relationship Id="rId32" Type="http://schemas.openxmlformats.org/officeDocument/2006/relationships/oleObject" Target="../embeddings/oleObject42.bin"/><Relationship Id="rId37" Type="http://schemas.openxmlformats.org/officeDocument/2006/relationships/oleObject" Target="../embeddings/oleObject44.bin"/><Relationship Id="rId40" Type="http://schemas.openxmlformats.org/officeDocument/2006/relationships/image" Target="../media/image40.emf"/><Relationship Id="rId45" Type="http://schemas.openxmlformats.org/officeDocument/2006/relationships/oleObject" Target="../embeddings/oleObject48.bin"/><Relationship Id="rId53" Type="http://schemas.openxmlformats.org/officeDocument/2006/relationships/oleObject" Target="../embeddings/oleObject52.bin"/><Relationship Id="rId5" Type="http://schemas.openxmlformats.org/officeDocument/2006/relationships/image" Target="../media/image22.emf"/><Relationship Id="rId10" Type="http://schemas.openxmlformats.org/officeDocument/2006/relationships/oleObject" Target="../embeddings/oleObject31.bin"/><Relationship Id="rId19" Type="http://schemas.openxmlformats.org/officeDocument/2006/relationships/image" Target="../media/image29.emf"/><Relationship Id="rId31" Type="http://schemas.openxmlformats.org/officeDocument/2006/relationships/image" Target="../media/image35.emf"/><Relationship Id="rId44" Type="http://schemas.openxmlformats.org/officeDocument/2006/relationships/image" Target="../media/image42.emf"/><Relationship Id="rId52" Type="http://schemas.openxmlformats.org/officeDocument/2006/relationships/image" Target="../media/image46.emf"/><Relationship Id="rId4" Type="http://schemas.openxmlformats.org/officeDocument/2006/relationships/oleObject" Target="../embeddings/oleObject28.bin"/><Relationship Id="rId9" Type="http://schemas.openxmlformats.org/officeDocument/2006/relationships/image" Target="../media/image24.emf"/><Relationship Id="rId14" Type="http://schemas.openxmlformats.org/officeDocument/2006/relationships/oleObject" Target="../embeddings/oleObject33.bin"/><Relationship Id="rId22" Type="http://schemas.openxmlformats.org/officeDocument/2006/relationships/oleObject" Target="../embeddings/oleObject37.bin"/><Relationship Id="rId27" Type="http://schemas.openxmlformats.org/officeDocument/2006/relationships/image" Target="../media/image33.emf"/><Relationship Id="rId30" Type="http://schemas.openxmlformats.org/officeDocument/2006/relationships/oleObject" Target="../embeddings/oleObject41.bin"/><Relationship Id="rId35" Type="http://schemas.openxmlformats.org/officeDocument/2006/relationships/oleObject" Target="../embeddings/oleObject43.bin"/><Relationship Id="rId43" Type="http://schemas.openxmlformats.org/officeDocument/2006/relationships/oleObject" Target="../embeddings/oleObject47.bin"/><Relationship Id="rId48" Type="http://schemas.openxmlformats.org/officeDocument/2006/relationships/image" Target="../media/image44.emf"/><Relationship Id="rId8" Type="http://schemas.openxmlformats.org/officeDocument/2006/relationships/oleObject" Target="../embeddings/oleObject30.bin"/><Relationship Id="rId51" Type="http://schemas.openxmlformats.org/officeDocument/2006/relationships/oleObject" Target="../embeddings/oleObject51.bin"/><Relationship Id="rId3" Type="http://schemas.openxmlformats.org/officeDocument/2006/relationships/image" Target="../media/image21.emf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28.emf"/><Relationship Id="rId25" Type="http://schemas.openxmlformats.org/officeDocument/2006/relationships/image" Target="../media/image32.emf"/><Relationship Id="rId33" Type="http://schemas.openxmlformats.org/officeDocument/2006/relationships/image" Target="../media/image36.emf"/><Relationship Id="rId38" Type="http://schemas.openxmlformats.org/officeDocument/2006/relationships/image" Target="../media/image39.emf"/><Relationship Id="rId46" Type="http://schemas.openxmlformats.org/officeDocument/2006/relationships/image" Target="../media/image43.emf"/><Relationship Id="rId20" Type="http://schemas.openxmlformats.org/officeDocument/2006/relationships/oleObject" Target="../embeddings/oleObject36.bin"/><Relationship Id="rId41" Type="http://schemas.openxmlformats.org/officeDocument/2006/relationships/oleObject" Target="../embeddings/oleObject46.bin"/><Relationship Id="rId54" Type="http://schemas.openxmlformats.org/officeDocument/2006/relationships/image" Target="../media/image47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9.bin"/><Relationship Id="rId15" Type="http://schemas.openxmlformats.org/officeDocument/2006/relationships/image" Target="../media/image27.emf"/><Relationship Id="rId23" Type="http://schemas.openxmlformats.org/officeDocument/2006/relationships/image" Target="../media/image31.emf"/><Relationship Id="rId28" Type="http://schemas.openxmlformats.org/officeDocument/2006/relationships/oleObject" Target="../embeddings/oleObject40.bin"/><Relationship Id="rId36" Type="http://schemas.openxmlformats.org/officeDocument/2006/relationships/image" Target="../media/image38.emf"/><Relationship Id="rId49" Type="http://schemas.openxmlformats.org/officeDocument/2006/relationships/oleObject" Target="../embeddings/oleObject50.bin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3.emf"/><Relationship Id="rId18" Type="http://schemas.openxmlformats.org/officeDocument/2006/relationships/oleObject" Target="../embeddings/oleObject61.bin"/><Relationship Id="rId26" Type="http://schemas.openxmlformats.org/officeDocument/2006/relationships/image" Target="../media/image60.emf"/><Relationship Id="rId39" Type="http://schemas.openxmlformats.org/officeDocument/2006/relationships/oleObject" Target="../embeddings/oleObject71.bin"/><Relationship Id="rId21" Type="http://schemas.openxmlformats.org/officeDocument/2006/relationships/oleObject" Target="../embeddings/oleObject62.bin"/><Relationship Id="rId34" Type="http://schemas.openxmlformats.org/officeDocument/2006/relationships/image" Target="../media/image40.emf"/><Relationship Id="rId42" Type="http://schemas.openxmlformats.org/officeDocument/2006/relationships/image" Target="../media/image63.emf"/><Relationship Id="rId7" Type="http://schemas.openxmlformats.org/officeDocument/2006/relationships/image" Target="../media/image50.emf"/><Relationship Id="rId2" Type="http://schemas.openxmlformats.org/officeDocument/2006/relationships/oleObject" Target="../embeddings/oleObject53.bin"/><Relationship Id="rId16" Type="http://schemas.openxmlformats.org/officeDocument/2006/relationships/oleObject" Target="../embeddings/oleObject60.bin"/><Relationship Id="rId29" Type="http://schemas.openxmlformats.org/officeDocument/2006/relationships/oleObject" Target="../embeddings/oleObject6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52.emf"/><Relationship Id="rId24" Type="http://schemas.openxmlformats.org/officeDocument/2006/relationships/image" Target="../media/image59.emf"/><Relationship Id="rId32" Type="http://schemas.openxmlformats.org/officeDocument/2006/relationships/image" Target="../media/image41.emf"/><Relationship Id="rId37" Type="http://schemas.openxmlformats.org/officeDocument/2006/relationships/oleObject" Target="../embeddings/oleObject70.bin"/><Relationship Id="rId40" Type="http://schemas.openxmlformats.org/officeDocument/2006/relationships/image" Target="../media/image62.emf"/><Relationship Id="rId45" Type="http://schemas.openxmlformats.org/officeDocument/2006/relationships/oleObject" Target="../embeddings/oleObject74.bin"/><Relationship Id="rId5" Type="http://schemas.openxmlformats.org/officeDocument/2006/relationships/image" Target="../media/image49.emf"/><Relationship Id="rId15" Type="http://schemas.openxmlformats.org/officeDocument/2006/relationships/image" Target="../media/image54.emf"/><Relationship Id="rId23" Type="http://schemas.openxmlformats.org/officeDocument/2006/relationships/oleObject" Target="../embeddings/oleObject63.bin"/><Relationship Id="rId28" Type="http://schemas.openxmlformats.org/officeDocument/2006/relationships/image" Target="../media/image43.emf"/><Relationship Id="rId36" Type="http://schemas.openxmlformats.org/officeDocument/2006/relationships/image" Target="../media/image42.emf"/><Relationship Id="rId10" Type="http://schemas.openxmlformats.org/officeDocument/2006/relationships/oleObject" Target="../embeddings/oleObject57.bin"/><Relationship Id="rId19" Type="http://schemas.openxmlformats.org/officeDocument/2006/relationships/image" Target="../media/image56.emf"/><Relationship Id="rId31" Type="http://schemas.openxmlformats.org/officeDocument/2006/relationships/oleObject" Target="../embeddings/oleObject67.bin"/><Relationship Id="rId44" Type="http://schemas.openxmlformats.org/officeDocument/2006/relationships/image" Target="../media/image64.emf"/><Relationship Id="rId4" Type="http://schemas.openxmlformats.org/officeDocument/2006/relationships/oleObject" Target="../embeddings/oleObject54.bin"/><Relationship Id="rId9" Type="http://schemas.openxmlformats.org/officeDocument/2006/relationships/image" Target="../media/image51.emf"/><Relationship Id="rId14" Type="http://schemas.openxmlformats.org/officeDocument/2006/relationships/oleObject" Target="../embeddings/oleObject59.bin"/><Relationship Id="rId22" Type="http://schemas.openxmlformats.org/officeDocument/2006/relationships/image" Target="../media/image58.emf"/><Relationship Id="rId27" Type="http://schemas.openxmlformats.org/officeDocument/2006/relationships/oleObject" Target="../embeddings/oleObject65.bin"/><Relationship Id="rId30" Type="http://schemas.openxmlformats.org/officeDocument/2006/relationships/image" Target="../media/image39.emf"/><Relationship Id="rId35" Type="http://schemas.openxmlformats.org/officeDocument/2006/relationships/oleObject" Target="../embeddings/oleObject69.bin"/><Relationship Id="rId43" Type="http://schemas.openxmlformats.org/officeDocument/2006/relationships/oleObject" Target="../embeddings/oleObject73.bin"/><Relationship Id="rId8" Type="http://schemas.openxmlformats.org/officeDocument/2006/relationships/oleObject" Target="../embeddings/oleObject56.bin"/><Relationship Id="rId3" Type="http://schemas.openxmlformats.org/officeDocument/2006/relationships/image" Target="../media/image48.emf"/><Relationship Id="rId12" Type="http://schemas.openxmlformats.org/officeDocument/2006/relationships/oleObject" Target="../embeddings/oleObject58.bin"/><Relationship Id="rId17" Type="http://schemas.openxmlformats.org/officeDocument/2006/relationships/image" Target="../media/image55.emf"/><Relationship Id="rId25" Type="http://schemas.openxmlformats.org/officeDocument/2006/relationships/oleObject" Target="../embeddings/oleObject64.bin"/><Relationship Id="rId33" Type="http://schemas.openxmlformats.org/officeDocument/2006/relationships/oleObject" Target="../embeddings/oleObject68.bin"/><Relationship Id="rId38" Type="http://schemas.openxmlformats.org/officeDocument/2006/relationships/image" Target="../media/image61.emf"/><Relationship Id="rId46" Type="http://schemas.openxmlformats.org/officeDocument/2006/relationships/image" Target="../media/image65.emf"/><Relationship Id="rId20" Type="http://schemas.openxmlformats.org/officeDocument/2006/relationships/image" Target="../media/image57.emf"/><Relationship Id="rId41" Type="http://schemas.openxmlformats.org/officeDocument/2006/relationships/oleObject" Target="../embeddings/oleObject72.bin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1.emf"/><Relationship Id="rId18" Type="http://schemas.openxmlformats.org/officeDocument/2006/relationships/oleObject" Target="../embeddings/oleObject83.bin"/><Relationship Id="rId26" Type="http://schemas.openxmlformats.org/officeDocument/2006/relationships/oleObject" Target="../embeddings/oleObject87.bin"/><Relationship Id="rId39" Type="http://schemas.openxmlformats.org/officeDocument/2006/relationships/image" Target="../media/image84.emf"/><Relationship Id="rId21" Type="http://schemas.openxmlformats.org/officeDocument/2006/relationships/image" Target="../media/image75.emf"/><Relationship Id="rId34" Type="http://schemas.openxmlformats.org/officeDocument/2006/relationships/oleObject" Target="../embeddings/oleObject91.bin"/><Relationship Id="rId42" Type="http://schemas.openxmlformats.org/officeDocument/2006/relationships/oleObject" Target="../embeddings/oleObject95.bin"/><Relationship Id="rId47" Type="http://schemas.openxmlformats.org/officeDocument/2006/relationships/image" Target="../media/image88.emf"/><Relationship Id="rId7" Type="http://schemas.openxmlformats.org/officeDocument/2006/relationships/image" Target="../media/image68.emf"/><Relationship Id="rId2" Type="http://schemas.openxmlformats.org/officeDocument/2006/relationships/oleObject" Target="../embeddings/oleObject75.bin"/><Relationship Id="rId16" Type="http://schemas.openxmlformats.org/officeDocument/2006/relationships/oleObject" Target="../embeddings/oleObject82.bin"/><Relationship Id="rId29" Type="http://schemas.openxmlformats.org/officeDocument/2006/relationships/image" Target="../media/image79.emf"/><Relationship Id="rId11" Type="http://schemas.openxmlformats.org/officeDocument/2006/relationships/image" Target="../media/image70.emf"/><Relationship Id="rId24" Type="http://schemas.openxmlformats.org/officeDocument/2006/relationships/oleObject" Target="../embeddings/oleObject86.bin"/><Relationship Id="rId32" Type="http://schemas.openxmlformats.org/officeDocument/2006/relationships/oleObject" Target="../embeddings/oleObject90.bin"/><Relationship Id="rId37" Type="http://schemas.openxmlformats.org/officeDocument/2006/relationships/image" Target="../media/image83.emf"/><Relationship Id="rId40" Type="http://schemas.openxmlformats.org/officeDocument/2006/relationships/oleObject" Target="../embeddings/oleObject94.bin"/><Relationship Id="rId45" Type="http://schemas.openxmlformats.org/officeDocument/2006/relationships/image" Target="../media/image87.emf"/><Relationship Id="rId5" Type="http://schemas.openxmlformats.org/officeDocument/2006/relationships/image" Target="../media/image67.emf"/><Relationship Id="rId15" Type="http://schemas.openxmlformats.org/officeDocument/2006/relationships/image" Target="../media/image72.emf"/><Relationship Id="rId23" Type="http://schemas.openxmlformats.org/officeDocument/2006/relationships/image" Target="../media/image76.emf"/><Relationship Id="rId28" Type="http://schemas.openxmlformats.org/officeDocument/2006/relationships/oleObject" Target="../embeddings/oleObject88.bin"/><Relationship Id="rId36" Type="http://schemas.openxmlformats.org/officeDocument/2006/relationships/oleObject" Target="../embeddings/oleObject92.bin"/><Relationship Id="rId49" Type="http://schemas.openxmlformats.org/officeDocument/2006/relationships/image" Target="../media/image89.emf"/><Relationship Id="rId10" Type="http://schemas.openxmlformats.org/officeDocument/2006/relationships/oleObject" Target="../embeddings/oleObject79.bin"/><Relationship Id="rId19" Type="http://schemas.openxmlformats.org/officeDocument/2006/relationships/image" Target="../media/image74.emf"/><Relationship Id="rId31" Type="http://schemas.openxmlformats.org/officeDocument/2006/relationships/image" Target="../media/image80.emf"/><Relationship Id="rId44" Type="http://schemas.openxmlformats.org/officeDocument/2006/relationships/oleObject" Target="../embeddings/oleObject96.bin"/><Relationship Id="rId4" Type="http://schemas.openxmlformats.org/officeDocument/2006/relationships/oleObject" Target="../embeddings/oleObject76.bin"/><Relationship Id="rId9" Type="http://schemas.openxmlformats.org/officeDocument/2006/relationships/image" Target="../media/image69.emf"/><Relationship Id="rId14" Type="http://schemas.openxmlformats.org/officeDocument/2006/relationships/oleObject" Target="../embeddings/oleObject81.bin"/><Relationship Id="rId22" Type="http://schemas.openxmlformats.org/officeDocument/2006/relationships/oleObject" Target="../embeddings/oleObject85.bin"/><Relationship Id="rId27" Type="http://schemas.openxmlformats.org/officeDocument/2006/relationships/image" Target="../media/image78.emf"/><Relationship Id="rId30" Type="http://schemas.openxmlformats.org/officeDocument/2006/relationships/oleObject" Target="../embeddings/oleObject89.bin"/><Relationship Id="rId35" Type="http://schemas.openxmlformats.org/officeDocument/2006/relationships/image" Target="../media/image82.emf"/><Relationship Id="rId43" Type="http://schemas.openxmlformats.org/officeDocument/2006/relationships/image" Target="../media/image86.emf"/><Relationship Id="rId48" Type="http://schemas.openxmlformats.org/officeDocument/2006/relationships/oleObject" Target="../embeddings/oleObject98.bin"/><Relationship Id="rId8" Type="http://schemas.openxmlformats.org/officeDocument/2006/relationships/oleObject" Target="../embeddings/oleObject78.bin"/><Relationship Id="rId3" Type="http://schemas.openxmlformats.org/officeDocument/2006/relationships/image" Target="../media/image66.emf"/><Relationship Id="rId12" Type="http://schemas.openxmlformats.org/officeDocument/2006/relationships/oleObject" Target="../embeddings/oleObject80.bin"/><Relationship Id="rId17" Type="http://schemas.openxmlformats.org/officeDocument/2006/relationships/image" Target="../media/image73.emf"/><Relationship Id="rId25" Type="http://schemas.openxmlformats.org/officeDocument/2006/relationships/image" Target="../media/image77.emf"/><Relationship Id="rId33" Type="http://schemas.openxmlformats.org/officeDocument/2006/relationships/image" Target="../media/image81.emf"/><Relationship Id="rId38" Type="http://schemas.openxmlformats.org/officeDocument/2006/relationships/oleObject" Target="../embeddings/oleObject93.bin"/><Relationship Id="rId46" Type="http://schemas.openxmlformats.org/officeDocument/2006/relationships/oleObject" Target="../embeddings/oleObject97.bin"/><Relationship Id="rId20" Type="http://schemas.openxmlformats.org/officeDocument/2006/relationships/oleObject" Target="../embeddings/oleObject84.bin"/><Relationship Id="rId41" Type="http://schemas.openxmlformats.org/officeDocument/2006/relationships/image" Target="../media/image85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77.bin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4.bin"/><Relationship Id="rId18" Type="http://schemas.openxmlformats.org/officeDocument/2006/relationships/image" Target="../media/image97.emf"/><Relationship Id="rId26" Type="http://schemas.openxmlformats.org/officeDocument/2006/relationships/image" Target="../media/image101.emf"/><Relationship Id="rId39" Type="http://schemas.openxmlformats.org/officeDocument/2006/relationships/oleObject" Target="../embeddings/oleObject117.bin"/><Relationship Id="rId21" Type="http://schemas.openxmlformats.org/officeDocument/2006/relationships/oleObject" Target="../embeddings/oleObject108.bin"/><Relationship Id="rId34" Type="http://schemas.openxmlformats.org/officeDocument/2006/relationships/image" Target="../media/image105.emf"/><Relationship Id="rId42" Type="http://schemas.openxmlformats.org/officeDocument/2006/relationships/oleObject" Target="../embeddings/oleObject118.bin"/><Relationship Id="rId47" Type="http://schemas.openxmlformats.org/officeDocument/2006/relationships/image" Target="../media/image112.emf"/><Relationship Id="rId7" Type="http://schemas.openxmlformats.org/officeDocument/2006/relationships/oleObject" Target="../embeddings/oleObject101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6.emf"/><Relationship Id="rId29" Type="http://schemas.openxmlformats.org/officeDocument/2006/relationships/oleObject" Target="../embeddings/oleObject112.bin"/><Relationship Id="rId11" Type="http://schemas.openxmlformats.org/officeDocument/2006/relationships/oleObject" Target="../embeddings/oleObject103.bin"/><Relationship Id="rId24" Type="http://schemas.openxmlformats.org/officeDocument/2006/relationships/image" Target="../media/image100.emf"/><Relationship Id="rId32" Type="http://schemas.openxmlformats.org/officeDocument/2006/relationships/image" Target="../media/image104.emf"/><Relationship Id="rId37" Type="http://schemas.openxmlformats.org/officeDocument/2006/relationships/oleObject" Target="../embeddings/oleObject116.bin"/><Relationship Id="rId40" Type="http://schemas.openxmlformats.org/officeDocument/2006/relationships/image" Target="../media/image108.emf"/><Relationship Id="rId45" Type="http://schemas.openxmlformats.org/officeDocument/2006/relationships/image" Target="../media/image111.emf"/><Relationship Id="rId5" Type="http://schemas.openxmlformats.org/officeDocument/2006/relationships/oleObject" Target="../embeddings/oleObject100.bin"/><Relationship Id="rId15" Type="http://schemas.openxmlformats.org/officeDocument/2006/relationships/oleObject" Target="../embeddings/oleObject105.bin"/><Relationship Id="rId23" Type="http://schemas.openxmlformats.org/officeDocument/2006/relationships/oleObject" Target="../embeddings/oleObject109.bin"/><Relationship Id="rId28" Type="http://schemas.openxmlformats.org/officeDocument/2006/relationships/image" Target="../media/image102.emf"/><Relationship Id="rId36" Type="http://schemas.openxmlformats.org/officeDocument/2006/relationships/image" Target="../media/image106.emf"/><Relationship Id="rId49" Type="http://schemas.openxmlformats.org/officeDocument/2006/relationships/image" Target="../media/image113.emf"/><Relationship Id="rId10" Type="http://schemas.openxmlformats.org/officeDocument/2006/relationships/image" Target="../media/image93.emf"/><Relationship Id="rId19" Type="http://schemas.openxmlformats.org/officeDocument/2006/relationships/oleObject" Target="../embeddings/oleObject107.bin"/><Relationship Id="rId31" Type="http://schemas.openxmlformats.org/officeDocument/2006/relationships/oleObject" Target="../embeddings/oleObject113.bin"/><Relationship Id="rId44" Type="http://schemas.openxmlformats.org/officeDocument/2006/relationships/oleObject" Target="../embeddings/oleObject119.bin"/><Relationship Id="rId4" Type="http://schemas.openxmlformats.org/officeDocument/2006/relationships/image" Target="../media/image90.emf"/><Relationship Id="rId9" Type="http://schemas.openxmlformats.org/officeDocument/2006/relationships/oleObject" Target="../embeddings/oleObject102.bin"/><Relationship Id="rId14" Type="http://schemas.openxmlformats.org/officeDocument/2006/relationships/image" Target="../media/image95.emf"/><Relationship Id="rId22" Type="http://schemas.openxmlformats.org/officeDocument/2006/relationships/image" Target="../media/image99.emf"/><Relationship Id="rId27" Type="http://schemas.openxmlformats.org/officeDocument/2006/relationships/oleObject" Target="../embeddings/oleObject111.bin"/><Relationship Id="rId30" Type="http://schemas.openxmlformats.org/officeDocument/2006/relationships/image" Target="../media/image103.emf"/><Relationship Id="rId35" Type="http://schemas.openxmlformats.org/officeDocument/2006/relationships/oleObject" Target="../embeddings/oleObject115.bin"/><Relationship Id="rId43" Type="http://schemas.openxmlformats.org/officeDocument/2006/relationships/image" Target="../media/image110.emf"/><Relationship Id="rId48" Type="http://schemas.openxmlformats.org/officeDocument/2006/relationships/oleObject" Target="../embeddings/oleObject121.bin"/><Relationship Id="rId8" Type="http://schemas.openxmlformats.org/officeDocument/2006/relationships/image" Target="../media/image92.emf"/><Relationship Id="rId3" Type="http://schemas.openxmlformats.org/officeDocument/2006/relationships/oleObject" Target="../embeddings/oleObject99.bin"/><Relationship Id="rId12" Type="http://schemas.openxmlformats.org/officeDocument/2006/relationships/image" Target="../media/image94.emf"/><Relationship Id="rId17" Type="http://schemas.openxmlformats.org/officeDocument/2006/relationships/oleObject" Target="../embeddings/oleObject106.bin"/><Relationship Id="rId25" Type="http://schemas.openxmlformats.org/officeDocument/2006/relationships/oleObject" Target="../embeddings/oleObject110.bin"/><Relationship Id="rId33" Type="http://schemas.openxmlformats.org/officeDocument/2006/relationships/oleObject" Target="../embeddings/oleObject114.bin"/><Relationship Id="rId38" Type="http://schemas.openxmlformats.org/officeDocument/2006/relationships/image" Target="../media/image107.emf"/><Relationship Id="rId46" Type="http://schemas.openxmlformats.org/officeDocument/2006/relationships/oleObject" Target="../embeddings/oleObject120.bin"/><Relationship Id="rId20" Type="http://schemas.openxmlformats.org/officeDocument/2006/relationships/image" Target="../media/image98.emf"/><Relationship Id="rId41" Type="http://schemas.openxmlformats.org/officeDocument/2006/relationships/image" Target="../media/image109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1.emf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9.emf"/><Relationship Id="rId18" Type="http://schemas.openxmlformats.org/officeDocument/2006/relationships/oleObject" Target="../embeddings/oleObject130.bin"/><Relationship Id="rId26" Type="http://schemas.openxmlformats.org/officeDocument/2006/relationships/oleObject" Target="../embeddings/oleObject134.bin"/><Relationship Id="rId3" Type="http://schemas.openxmlformats.org/officeDocument/2006/relationships/image" Target="../media/image114.emf"/><Relationship Id="rId21" Type="http://schemas.openxmlformats.org/officeDocument/2006/relationships/image" Target="../media/image123.emf"/><Relationship Id="rId34" Type="http://schemas.openxmlformats.org/officeDocument/2006/relationships/oleObject" Target="../embeddings/oleObject138.bin"/><Relationship Id="rId7" Type="http://schemas.openxmlformats.org/officeDocument/2006/relationships/image" Target="../media/image116.emf"/><Relationship Id="rId12" Type="http://schemas.openxmlformats.org/officeDocument/2006/relationships/oleObject" Target="../embeddings/oleObject127.bin"/><Relationship Id="rId17" Type="http://schemas.openxmlformats.org/officeDocument/2006/relationships/image" Target="../media/image121.emf"/><Relationship Id="rId25" Type="http://schemas.openxmlformats.org/officeDocument/2006/relationships/image" Target="../media/image125.emf"/><Relationship Id="rId33" Type="http://schemas.openxmlformats.org/officeDocument/2006/relationships/image" Target="../media/image129.emf"/><Relationship Id="rId2" Type="http://schemas.openxmlformats.org/officeDocument/2006/relationships/oleObject" Target="../embeddings/oleObject122.bin"/><Relationship Id="rId16" Type="http://schemas.openxmlformats.org/officeDocument/2006/relationships/oleObject" Target="../embeddings/oleObject129.bin"/><Relationship Id="rId20" Type="http://schemas.openxmlformats.org/officeDocument/2006/relationships/oleObject" Target="../embeddings/oleObject131.bin"/><Relationship Id="rId29" Type="http://schemas.openxmlformats.org/officeDocument/2006/relationships/image" Target="../media/image127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24.bin"/><Relationship Id="rId11" Type="http://schemas.openxmlformats.org/officeDocument/2006/relationships/image" Target="../media/image118.emf"/><Relationship Id="rId24" Type="http://schemas.openxmlformats.org/officeDocument/2006/relationships/oleObject" Target="../embeddings/oleObject133.bin"/><Relationship Id="rId32" Type="http://schemas.openxmlformats.org/officeDocument/2006/relationships/oleObject" Target="../embeddings/oleObject137.bin"/><Relationship Id="rId5" Type="http://schemas.openxmlformats.org/officeDocument/2006/relationships/image" Target="../media/image115.emf"/><Relationship Id="rId15" Type="http://schemas.openxmlformats.org/officeDocument/2006/relationships/image" Target="../media/image120.emf"/><Relationship Id="rId23" Type="http://schemas.openxmlformats.org/officeDocument/2006/relationships/image" Target="../media/image124.emf"/><Relationship Id="rId28" Type="http://schemas.openxmlformats.org/officeDocument/2006/relationships/oleObject" Target="../embeddings/oleObject135.bin"/><Relationship Id="rId10" Type="http://schemas.openxmlformats.org/officeDocument/2006/relationships/oleObject" Target="../embeddings/oleObject126.bin"/><Relationship Id="rId19" Type="http://schemas.openxmlformats.org/officeDocument/2006/relationships/image" Target="../media/image122.emf"/><Relationship Id="rId31" Type="http://schemas.openxmlformats.org/officeDocument/2006/relationships/image" Target="../media/image128.emf"/><Relationship Id="rId4" Type="http://schemas.openxmlformats.org/officeDocument/2006/relationships/oleObject" Target="../embeddings/oleObject123.bin"/><Relationship Id="rId9" Type="http://schemas.openxmlformats.org/officeDocument/2006/relationships/image" Target="../media/image117.emf"/><Relationship Id="rId14" Type="http://schemas.openxmlformats.org/officeDocument/2006/relationships/oleObject" Target="../embeddings/oleObject128.bin"/><Relationship Id="rId22" Type="http://schemas.openxmlformats.org/officeDocument/2006/relationships/oleObject" Target="../embeddings/oleObject132.bin"/><Relationship Id="rId27" Type="http://schemas.openxmlformats.org/officeDocument/2006/relationships/image" Target="../media/image126.emf"/><Relationship Id="rId30" Type="http://schemas.openxmlformats.org/officeDocument/2006/relationships/oleObject" Target="../embeddings/oleObject136.bin"/><Relationship Id="rId35" Type="http://schemas.openxmlformats.org/officeDocument/2006/relationships/image" Target="../media/image130.emf"/><Relationship Id="rId8" Type="http://schemas.openxmlformats.org/officeDocument/2006/relationships/oleObject" Target="../embeddings/oleObject12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2.bin"/><Relationship Id="rId13" Type="http://schemas.openxmlformats.org/officeDocument/2006/relationships/image" Target="../media/image136.emf"/><Relationship Id="rId18" Type="http://schemas.openxmlformats.org/officeDocument/2006/relationships/oleObject" Target="../embeddings/oleObject147.bin"/><Relationship Id="rId26" Type="http://schemas.openxmlformats.org/officeDocument/2006/relationships/oleObject" Target="../embeddings/oleObject151.bin"/><Relationship Id="rId3" Type="http://schemas.openxmlformats.org/officeDocument/2006/relationships/image" Target="../media/image131.emf"/><Relationship Id="rId21" Type="http://schemas.openxmlformats.org/officeDocument/2006/relationships/image" Target="../media/image140.emf"/><Relationship Id="rId7" Type="http://schemas.openxmlformats.org/officeDocument/2006/relationships/image" Target="../media/image133.emf"/><Relationship Id="rId12" Type="http://schemas.openxmlformats.org/officeDocument/2006/relationships/oleObject" Target="../embeddings/oleObject144.bin"/><Relationship Id="rId17" Type="http://schemas.openxmlformats.org/officeDocument/2006/relationships/image" Target="../media/image138.emf"/><Relationship Id="rId25" Type="http://schemas.openxmlformats.org/officeDocument/2006/relationships/image" Target="../media/image142.emf"/><Relationship Id="rId2" Type="http://schemas.openxmlformats.org/officeDocument/2006/relationships/oleObject" Target="../embeddings/oleObject139.bin"/><Relationship Id="rId16" Type="http://schemas.openxmlformats.org/officeDocument/2006/relationships/oleObject" Target="../embeddings/oleObject146.bin"/><Relationship Id="rId20" Type="http://schemas.openxmlformats.org/officeDocument/2006/relationships/oleObject" Target="../embeddings/oleObject14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41.bin"/><Relationship Id="rId11" Type="http://schemas.openxmlformats.org/officeDocument/2006/relationships/image" Target="../media/image135.emf"/><Relationship Id="rId24" Type="http://schemas.openxmlformats.org/officeDocument/2006/relationships/oleObject" Target="../embeddings/oleObject150.bin"/><Relationship Id="rId5" Type="http://schemas.openxmlformats.org/officeDocument/2006/relationships/image" Target="../media/image132.emf"/><Relationship Id="rId15" Type="http://schemas.openxmlformats.org/officeDocument/2006/relationships/image" Target="../media/image137.emf"/><Relationship Id="rId23" Type="http://schemas.openxmlformats.org/officeDocument/2006/relationships/image" Target="../media/image141.emf"/><Relationship Id="rId10" Type="http://schemas.openxmlformats.org/officeDocument/2006/relationships/oleObject" Target="../embeddings/oleObject143.bin"/><Relationship Id="rId19" Type="http://schemas.openxmlformats.org/officeDocument/2006/relationships/image" Target="../media/image139.emf"/><Relationship Id="rId4" Type="http://schemas.openxmlformats.org/officeDocument/2006/relationships/oleObject" Target="../embeddings/oleObject140.bin"/><Relationship Id="rId9" Type="http://schemas.openxmlformats.org/officeDocument/2006/relationships/image" Target="../media/image134.emf"/><Relationship Id="rId14" Type="http://schemas.openxmlformats.org/officeDocument/2006/relationships/oleObject" Target="../embeddings/oleObject145.bin"/><Relationship Id="rId22" Type="http://schemas.openxmlformats.org/officeDocument/2006/relationships/oleObject" Target="../embeddings/oleObject149.bin"/><Relationship Id="rId27" Type="http://schemas.openxmlformats.org/officeDocument/2006/relationships/image" Target="../media/image143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emf"/><Relationship Id="rId13" Type="http://schemas.openxmlformats.org/officeDocument/2006/relationships/image" Target="../media/image152.png"/><Relationship Id="rId3" Type="http://schemas.openxmlformats.org/officeDocument/2006/relationships/image" Target="../media/image144.emf"/><Relationship Id="rId7" Type="http://schemas.openxmlformats.org/officeDocument/2006/relationships/image" Target="../media/image146.emf"/><Relationship Id="rId12" Type="http://schemas.openxmlformats.org/officeDocument/2006/relationships/image" Target="../media/image151.png"/><Relationship Id="rId2" Type="http://schemas.openxmlformats.org/officeDocument/2006/relationships/oleObject" Target="../embeddings/oleObject15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54.bin"/><Relationship Id="rId11" Type="http://schemas.openxmlformats.org/officeDocument/2006/relationships/image" Target="../media/image150.png"/><Relationship Id="rId5" Type="http://schemas.openxmlformats.org/officeDocument/2006/relationships/image" Target="../media/image145.emf"/><Relationship Id="rId10" Type="http://schemas.openxmlformats.org/officeDocument/2006/relationships/image" Target="../media/image149.png"/><Relationship Id="rId4" Type="http://schemas.openxmlformats.org/officeDocument/2006/relationships/oleObject" Target="../embeddings/oleObject153.bin"/><Relationship Id="rId9" Type="http://schemas.openxmlformats.org/officeDocument/2006/relationships/image" Target="../media/image14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8.bin"/><Relationship Id="rId13" Type="http://schemas.openxmlformats.org/officeDocument/2006/relationships/image" Target="../media/image158.emf"/><Relationship Id="rId18" Type="http://schemas.openxmlformats.org/officeDocument/2006/relationships/oleObject" Target="../embeddings/oleObject163.bin"/><Relationship Id="rId26" Type="http://schemas.openxmlformats.org/officeDocument/2006/relationships/image" Target="../media/image165.emf"/><Relationship Id="rId3" Type="http://schemas.openxmlformats.org/officeDocument/2006/relationships/image" Target="../media/image153.emf"/><Relationship Id="rId21" Type="http://schemas.openxmlformats.org/officeDocument/2006/relationships/image" Target="../media/image162.emf"/><Relationship Id="rId7" Type="http://schemas.openxmlformats.org/officeDocument/2006/relationships/image" Target="../media/image155.emf"/><Relationship Id="rId12" Type="http://schemas.openxmlformats.org/officeDocument/2006/relationships/oleObject" Target="../embeddings/oleObject160.bin"/><Relationship Id="rId17" Type="http://schemas.openxmlformats.org/officeDocument/2006/relationships/image" Target="../media/image160.emf"/><Relationship Id="rId25" Type="http://schemas.openxmlformats.org/officeDocument/2006/relationships/oleObject" Target="../embeddings/oleObject166.bin"/><Relationship Id="rId2" Type="http://schemas.openxmlformats.org/officeDocument/2006/relationships/oleObject" Target="../embeddings/oleObject155.bin"/><Relationship Id="rId16" Type="http://schemas.openxmlformats.org/officeDocument/2006/relationships/oleObject" Target="../embeddings/oleObject162.bin"/><Relationship Id="rId20" Type="http://schemas.openxmlformats.org/officeDocument/2006/relationships/oleObject" Target="../embeddings/oleObject16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57.bin"/><Relationship Id="rId11" Type="http://schemas.openxmlformats.org/officeDocument/2006/relationships/image" Target="../media/image157.emf"/><Relationship Id="rId24" Type="http://schemas.openxmlformats.org/officeDocument/2006/relationships/image" Target="../media/image164.png"/><Relationship Id="rId5" Type="http://schemas.openxmlformats.org/officeDocument/2006/relationships/image" Target="../media/image154.emf"/><Relationship Id="rId15" Type="http://schemas.openxmlformats.org/officeDocument/2006/relationships/image" Target="../media/image159.emf"/><Relationship Id="rId23" Type="http://schemas.openxmlformats.org/officeDocument/2006/relationships/image" Target="../media/image163.emf"/><Relationship Id="rId10" Type="http://schemas.openxmlformats.org/officeDocument/2006/relationships/oleObject" Target="../embeddings/oleObject159.bin"/><Relationship Id="rId19" Type="http://schemas.openxmlformats.org/officeDocument/2006/relationships/image" Target="../media/image161.emf"/><Relationship Id="rId4" Type="http://schemas.openxmlformats.org/officeDocument/2006/relationships/oleObject" Target="../embeddings/oleObject156.bin"/><Relationship Id="rId9" Type="http://schemas.openxmlformats.org/officeDocument/2006/relationships/image" Target="../media/image156.emf"/><Relationship Id="rId14" Type="http://schemas.openxmlformats.org/officeDocument/2006/relationships/oleObject" Target="../embeddings/oleObject161.bin"/><Relationship Id="rId22" Type="http://schemas.openxmlformats.org/officeDocument/2006/relationships/oleObject" Target="../embeddings/oleObject165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7" Type="http://schemas.openxmlformats.org/officeDocument/2006/relationships/image" Target="../media/image171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4" Type="http://schemas.openxmlformats.org/officeDocument/2006/relationships/image" Target="../media/image1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矩形 2">
            <a:extLst>
              <a:ext uri="{FF2B5EF4-FFF2-40B4-BE49-F238E27FC236}">
                <a16:creationId xmlns:a16="http://schemas.microsoft.com/office/drawing/2014/main" id="{967D50E2-4569-C62A-DCD8-94956ECCC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90525"/>
            <a:ext cx="25908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6000">
                <a:latin typeface="华文行楷" panose="02010800040101010101" pitchFamily="2" charset="-122"/>
                <a:ea typeface="华文行楷" panose="02010800040101010101" pitchFamily="2" charset="-122"/>
              </a:rPr>
              <a:t>Section 10</a:t>
            </a:r>
            <a:endParaRPr lang="zh-CN" altLang="en-US" sz="6000">
              <a:latin typeface="Calibri" panose="020F0502020204030204" pitchFamily="34" charset="0"/>
            </a:endParaRPr>
          </a:p>
        </p:txBody>
      </p:sp>
      <p:sp>
        <p:nvSpPr>
          <p:cNvPr id="14338" name="矩形 3">
            <a:extLst>
              <a:ext uri="{FF2B5EF4-FFF2-40B4-BE49-F238E27FC236}">
                <a16:creationId xmlns:a16="http://schemas.microsoft.com/office/drawing/2014/main" id="{AF29CBB5-4C11-5E1E-ACA9-C7DAFF1AE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8563" y="1447800"/>
            <a:ext cx="522605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zh-CN" sz="5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closed interval on continuousfunction's property</a:t>
            </a:r>
            <a:endParaRPr lang="zh-CN" altLang="en-US" sz="5400">
              <a:solidFill>
                <a:schemeClr val="tx2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4339" name="矩形 4">
            <a:extLst>
              <a:ext uri="{FF2B5EF4-FFF2-40B4-BE49-F238E27FC236}">
                <a16:creationId xmlns:a16="http://schemas.microsoft.com/office/drawing/2014/main" id="{F000FBA3-A190-3A6F-1BAE-62255A060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763" y="2139950"/>
            <a:ext cx="238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14340" name="矩形 5">
            <a:extLst>
              <a:ext uri="{FF2B5EF4-FFF2-40B4-BE49-F238E27FC236}">
                <a16:creationId xmlns:a16="http://schemas.microsoft.com/office/drawing/2014/main" id="{1FDC907A-34A3-EBC3-B0C4-4AB8E8B8D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4638" y="2973388"/>
            <a:ext cx="238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14341" name="矩形 6">
            <a:extLst>
              <a:ext uri="{FF2B5EF4-FFF2-40B4-BE49-F238E27FC236}">
                <a16:creationId xmlns:a16="http://schemas.microsoft.com/office/drawing/2014/main" id="{97DF8462-6631-0895-7FC5-9CCC110F9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4519" y="390525"/>
            <a:ext cx="11012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Calibri" panose="020F0502020204030204" pitchFamily="34" charset="0"/>
              </a:rPr>
              <a:t>Chapter 1</a:t>
            </a:r>
            <a:endParaRPr lang="zh-CN" altLang="en-US" sz="180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pic>
        <p:nvPicPr>
          <p:cNvPr id="14342" name="图片 7" descr="卡通人物&#10;&#10;描述已自动生成">
            <a:extLst>
              <a:ext uri="{FF2B5EF4-FFF2-40B4-BE49-F238E27FC236}">
                <a16:creationId xmlns:a16="http://schemas.microsoft.com/office/drawing/2014/main" id="{D0439E61-9127-5023-3E45-0949078DB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700588"/>
            <a:ext cx="1943100" cy="176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3" name="矩形 8">
            <a:extLst>
              <a:ext uri="{FF2B5EF4-FFF2-40B4-BE49-F238E27FC236}">
                <a16:creationId xmlns:a16="http://schemas.microsoft.com/office/drawing/2014/main" id="{853435C7-6BE6-3DF6-4CEC-7F8657A09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3675" y="3562350"/>
            <a:ext cx="50323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/>
              <a:t>I. </a:t>
            </a:r>
            <a:r>
              <a:rPr lang="zh-CN" altLang="en-US" sz="3200"/>
              <a:t>最 </a:t>
            </a:r>
            <a:r>
              <a:rPr lang="en-US" altLang="zh-CN" sz="3200"/>
              <a:t>valueTheorem</a:t>
            </a:r>
            <a:endParaRPr lang="zh-CN" altLang="en-US" sz="3200">
              <a:latin typeface="楷体_GB2312" pitchFamily="49" charset="-122"/>
            </a:endParaRPr>
          </a:p>
        </p:txBody>
      </p:sp>
      <p:sp>
        <p:nvSpPr>
          <p:cNvPr id="14344" name="矩形 9">
            <a:extLst>
              <a:ext uri="{FF2B5EF4-FFF2-40B4-BE49-F238E27FC236}">
                <a16:creationId xmlns:a16="http://schemas.microsoft.com/office/drawing/2014/main" id="{61FA3339-38B1-00C3-399B-27FBE2135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1138" y="4614863"/>
            <a:ext cx="543610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3200"/>
              <a:t>II. intermediate valueTheorem</a:t>
            </a:r>
            <a:endParaRPr lang="zh-CN" altLang="en-US" sz="3200"/>
          </a:p>
        </p:txBody>
      </p:sp>
      <p:sp>
        <p:nvSpPr>
          <p:cNvPr id="14345" name="矩形 10">
            <a:extLst>
              <a:ext uri="{FF2B5EF4-FFF2-40B4-BE49-F238E27FC236}">
                <a16:creationId xmlns:a16="http://schemas.microsoft.com/office/drawing/2014/main" id="{EEC46DAB-12E2-16D8-37D6-0B9C38FEA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0" y="5583238"/>
            <a:ext cx="449834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/>
              <a:t>*III. uniform continuity</a:t>
            </a:r>
            <a:r>
              <a:rPr lang="zh-CN" altLang="en-US" sz="3200"/>
              <a:t>性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>
            <a:extLst>
              <a:ext uri="{FF2B5EF4-FFF2-40B4-BE49-F238E27FC236}">
                <a16:creationId xmlns:a16="http://schemas.microsoft.com/office/drawing/2014/main" id="{6A13E5D8-D31C-6166-9127-7981D5412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5106988"/>
            <a:ext cx="43005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 b="1">
                <a:solidFill>
                  <a:schemeClr val="tx2"/>
                </a:solidFill>
              </a:rPr>
              <a:t>Note: iffunctioninopen interval on continuous,</a:t>
            </a:r>
            <a:endParaRPr lang="en-US" altLang="zh-CN" sz="2400"/>
          </a:p>
        </p:txBody>
      </p:sp>
      <p:sp>
        <p:nvSpPr>
          <p:cNvPr id="58371" name="Text Box 3">
            <a:extLst>
              <a:ext uri="{FF2B5EF4-FFF2-40B4-BE49-F238E27FC236}">
                <a16:creationId xmlns:a16="http://schemas.microsoft.com/office/drawing/2014/main" id="{4D7C01D9-628A-F56A-B134-46E430A09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7900" y="5708650"/>
            <a:ext cx="2971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conclusion not </a:t>
            </a:r>
            <a:r>
              <a:rPr lang="zh-CN" altLang="en-US" sz="2400"/>
              <a:t>一定 </a:t>
            </a:r>
            <a:r>
              <a:rPr lang="en-US" altLang="zh-CN" sz="2400"/>
              <a:t>holds .</a:t>
            </a:r>
          </a:p>
        </p:txBody>
      </p:sp>
      <p:sp>
        <p:nvSpPr>
          <p:cNvPr id="15363" name="Rectangle 4">
            <a:extLst>
              <a:ext uri="{FF2B5EF4-FFF2-40B4-BE49-F238E27FC236}">
                <a16:creationId xmlns:a16="http://schemas.microsoft.com/office/drawing/2014/main" id="{4C9C6086-84A6-2BB2-D4EC-03EE0DD9EA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228600"/>
            <a:ext cx="2743200" cy="685800"/>
          </a:xfr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en-US" altLang="zh-CN" sz="3200" b="1">
                <a:ea typeface="楷体_GB2312" pitchFamily="49" charset="-122"/>
              </a:rPr>
              <a:t>I. </a:t>
            </a:r>
            <a:r>
              <a:rPr lang="zh-CN" altLang="en-US" sz="3200" b="1">
                <a:ea typeface="楷体_GB2312" pitchFamily="49" charset="-122"/>
              </a:rPr>
              <a:t>最 </a:t>
            </a:r>
            <a:r>
              <a:rPr lang="en-US" altLang="zh-CN" sz="3200" b="1">
                <a:ea typeface="楷体_GB2312" pitchFamily="49" charset="-122"/>
              </a:rPr>
              <a:t>valueTheorem</a:t>
            </a:r>
            <a:endParaRPr lang="zh-CN" altLang="en-US" sz="32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8374" name="Text Box 6">
            <a:extLst>
              <a:ext uri="{FF2B5EF4-FFF2-40B4-BE49-F238E27FC236}">
                <a16:creationId xmlns:a16="http://schemas.microsoft.com/office/drawing/2014/main" id="{D35453C1-A051-BF3C-F644-535C48EB5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990600"/>
            <a:ext cx="4176713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GB" altLang="zh-CN" sz="2400" b="1">
                <a:solidFill>
                  <a:schemeClr val="tx2"/>
                </a:solidFill>
                <a:latin typeface="+mn-ea"/>
                <a:ea typeface="+mn-ea"/>
              </a:rPr>
              <a:t>Theorem1. inclosed interval on continuous's function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58375" name="Text Box 7">
            <a:extLst>
              <a:ext uri="{FF2B5EF4-FFF2-40B4-BE49-F238E27FC236}">
                <a16:creationId xmlns:a16="http://schemas.microsoft.com/office/drawing/2014/main" id="{F72CC091-87DB-D388-6E89-2F24E4962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063" y="2251075"/>
            <a:ext cx="15240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i.e.: Let</a:t>
            </a:r>
            <a:endParaRPr lang="zh-CN" altLang="en-US" sz="2400"/>
          </a:p>
        </p:txBody>
      </p:sp>
      <p:graphicFrame>
        <p:nvGraphicFramePr>
          <p:cNvPr id="58376" name="Object 8">
            <a:extLst>
              <a:ext uri="{FF2B5EF4-FFF2-40B4-BE49-F238E27FC236}">
                <a16:creationId xmlns:a16="http://schemas.microsoft.com/office/drawing/2014/main" id="{91C71952-258B-FEB3-094A-DD653A5E69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89100" y="2286000"/>
          <a:ext cx="2425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9100" y="2286000"/>
                        <a:ext cx="2425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377" name="Group 9">
            <a:extLst>
              <a:ext uri="{FF2B5EF4-FFF2-40B4-BE49-F238E27FC236}">
                <a16:creationId xmlns:a16="http://schemas.microsoft.com/office/drawing/2014/main" id="{3A93C2E6-44C7-7051-DCDF-2CAF6F06E452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2895600"/>
            <a:ext cx="2536825" cy="2141538"/>
            <a:chOff x="3744" y="48"/>
            <a:chExt cx="1968" cy="1662"/>
          </a:xfrm>
        </p:grpSpPr>
        <p:sp>
          <p:nvSpPr>
            <p:cNvPr id="15384" name="Line 10">
              <a:extLst>
                <a:ext uri="{FF2B5EF4-FFF2-40B4-BE49-F238E27FC236}">
                  <a16:creationId xmlns:a16="http://schemas.microsoft.com/office/drawing/2014/main" id="{BDD12E86-23BC-49EB-E2E7-6F689D0535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370"/>
              <a:ext cx="16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5" name="Line 11">
              <a:extLst>
                <a:ext uri="{FF2B5EF4-FFF2-40B4-BE49-F238E27FC236}">
                  <a16:creationId xmlns:a16="http://schemas.microsoft.com/office/drawing/2014/main" id="{B0349B03-34AC-D075-B89F-44F3E7AE8E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36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386" name="Object 12">
              <a:extLst>
                <a:ext uri="{FF2B5EF4-FFF2-40B4-BE49-F238E27FC236}">
                  <a16:creationId xmlns:a16="http://schemas.microsoft.com/office/drawing/2014/main" id="{6B4E11A0-9D18-D22C-9B91-CEBAF870C0B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46" y="1418"/>
            <a:ext cx="266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0" imgH="0" progId="Equation.3">
                    <p:embed/>
                  </p:oleObj>
                </mc:Choice>
                <mc:Fallback>
                  <p:oleObj name="Equation" r:id="rId4" imgW="0" imgH="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6" y="1418"/>
                          <a:ext cx="266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7" name="Object 13">
              <a:extLst>
                <a:ext uri="{FF2B5EF4-FFF2-40B4-BE49-F238E27FC236}">
                  <a16:creationId xmlns:a16="http://schemas.microsoft.com/office/drawing/2014/main" id="{297C8CEE-5380-CED5-6A79-43CE7CCF8B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0" y="1370"/>
            <a:ext cx="266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0" imgH="0" progId="Equation.3">
                    <p:embed/>
                  </p:oleObj>
                </mc:Choice>
                <mc:Fallback>
                  <p:oleObj name="Equation" r:id="rId6" imgW="0" imgH="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370"/>
                          <a:ext cx="266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8" name="Object 14">
              <a:extLst>
                <a:ext uri="{FF2B5EF4-FFF2-40B4-BE49-F238E27FC236}">
                  <a16:creationId xmlns:a16="http://schemas.microsoft.com/office/drawing/2014/main" id="{977A37DA-4AD4-5A06-238A-9DECF347BE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4" y="144"/>
            <a:ext cx="293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0" imgH="0" progId="Equation.3">
                    <p:embed/>
                  </p:oleObj>
                </mc:Choice>
                <mc:Fallback>
                  <p:oleObj name="Equation" r:id="rId8" imgW="0" imgH="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144"/>
                          <a:ext cx="293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9" name="Object 15">
              <a:extLst>
                <a:ext uri="{FF2B5EF4-FFF2-40B4-BE49-F238E27FC236}">
                  <a16:creationId xmlns:a16="http://schemas.microsoft.com/office/drawing/2014/main" id="{CC33A418-5375-9E5E-9EFD-353F82289DD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43" y="1437"/>
            <a:ext cx="221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0" imgH="0" progId="Equation.3">
                    <p:embed/>
                  </p:oleObj>
                </mc:Choice>
                <mc:Fallback>
                  <p:oleObj name="Equation" r:id="rId10" imgW="0" imgH="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3" y="1437"/>
                          <a:ext cx="221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0" name="Line 16">
              <a:extLst>
                <a:ext uri="{FF2B5EF4-FFF2-40B4-BE49-F238E27FC236}">
                  <a16:creationId xmlns:a16="http://schemas.microsoft.com/office/drawing/2014/main" id="{6E5C93D7-3B72-552F-B4F0-816176DD77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7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1" name="Line 17">
              <a:extLst>
                <a:ext uri="{FF2B5EF4-FFF2-40B4-BE49-F238E27FC236}">
                  <a16:creationId xmlns:a16="http://schemas.microsoft.com/office/drawing/2014/main" id="{99EA2BC6-220A-0357-9723-39EC1EBD08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0" y="9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392" name="Object 18">
              <a:extLst>
                <a:ext uri="{FF2B5EF4-FFF2-40B4-BE49-F238E27FC236}">
                  <a16:creationId xmlns:a16="http://schemas.microsoft.com/office/drawing/2014/main" id="{8A4B7D9D-D659-FD8B-F486-7DC52E27D9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03" y="1381"/>
            <a:ext cx="221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0" imgH="0" progId="Equation.3">
                    <p:embed/>
                  </p:oleObj>
                </mc:Choice>
                <mc:Fallback>
                  <p:oleObj name="Equation" r:id="rId12" imgW="0" imgH="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3" y="1381"/>
                          <a:ext cx="221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93" name="Object 19">
              <a:extLst>
                <a:ext uri="{FF2B5EF4-FFF2-40B4-BE49-F238E27FC236}">
                  <a16:creationId xmlns:a16="http://schemas.microsoft.com/office/drawing/2014/main" id="{179C32C3-14C1-E7F2-8D84-D7C3904549C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80" y="48"/>
            <a:ext cx="1018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0" imgH="0" progId="Equation.3">
                    <p:embed/>
                  </p:oleObj>
                </mc:Choice>
                <mc:Fallback>
                  <p:oleObj name="Equation" r:id="rId14" imgW="0" imgH="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48"/>
                          <a:ext cx="1018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4" name="Freeform 20">
              <a:extLst>
                <a:ext uri="{FF2B5EF4-FFF2-40B4-BE49-F238E27FC236}">
                  <a16:creationId xmlns:a16="http://schemas.microsoft.com/office/drawing/2014/main" id="{774721A0-02D3-611D-D400-31AAEF972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" y="352"/>
              <a:ext cx="1056" cy="848"/>
            </a:xfrm>
            <a:custGeom>
              <a:avLst/>
              <a:gdLst>
                <a:gd name="T0" fmla="*/ 0 w 1056"/>
                <a:gd name="T1" fmla="*/ 368 h 848"/>
                <a:gd name="T2" fmla="*/ 144 w 1056"/>
                <a:gd name="T3" fmla="*/ 608 h 848"/>
                <a:gd name="T4" fmla="*/ 288 w 1056"/>
                <a:gd name="T5" fmla="*/ 752 h 848"/>
                <a:gd name="T6" fmla="*/ 576 w 1056"/>
                <a:gd name="T7" fmla="*/ 32 h 848"/>
                <a:gd name="T8" fmla="*/ 1056 w 1056"/>
                <a:gd name="T9" fmla="*/ 560 h 8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6" h="848">
                  <a:moveTo>
                    <a:pt x="0" y="368"/>
                  </a:moveTo>
                  <a:cubicBezTo>
                    <a:pt x="48" y="456"/>
                    <a:pt x="96" y="544"/>
                    <a:pt x="144" y="608"/>
                  </a:cubicBezTo>
                  <a:cubicBezTo>
                    <a:pt x="192" y="672"/>
                    <a:pt x="216" y="848"/>
                    <a:pt x="288" y="752"/>
                  </a:cubicBezTo>
                  <a:cubicBezTo>
                    <a:pt x="360" y="656"/>
                    <a:pt x="448" y="64"/>
                    <a:pt x="576" y="32"/>
                  </a:cubicBezTo>
                  <a:cubicBezTo>
                    <a:pt x="704" y="0"/>
                    <a:pt x="976" y="472"/>
                    <a:pt x="1056" y="560"/>
                  </a:cubicBezTo>
                </a:path>
              </a:pathLst>
            </a:cu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8389" name="Group 21">
            <a:extLst>
              <a:ext uri="{FF2B5EF4-FFF2-40B4-BE49-F238E27FC236}">
                <a16:creationId xmlns:a16="http://schemas.microsoft.com/office/drawing/2014/main" id="{A934478B-DEEA-00BE-8B5A-043AC08BF3FC}"/>
              </a:ext>
            </a:extLst>
          </p:cNvPr>
          <p:cNvGrpSpPr>
            <a:grpSpLocks/>
          </p:cNvGrpSpPr>
          <p:nvPr/>
        </p:nvGrpSpPr>
        <p:grpSpPr bwMode="auto">
          <a:xfrm>
            <a:off x="7018338" y="4318000"/>
            <a:ext cx="344487" cy="733425"/>
            <a:chOff x="4342" y="1152"/>
            <a:chExt cx="266" cy="569"/>
          </a:xfrm>
        </p:grpSpPr>
        <p:sp>
          <p:nvSpPr>
            <p:cNvPr id="15382" name="Line 22">
              <a:extLst>
                <a:ext uri="{FF2B5EF4-FFF2-40B4-BE49-F238E27FC236}">
                  <a16:creationId xmlns:a16="http://schemas.microsoft.com/office/drawing/2014/main" id="{3787B3C2-A4E0-3647-31B6-A170D64914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115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383" name="Object 23">
              <a:extLst>
                <a:ext uri="{FF2B5EF4-FFF2-40B4-BE49-F238E27FC236}">
                  <a16:creationId xmlns:a16="http://schemas.microsoft.com/office/drawing/2014/main" id="{45656479-D654-46E8-8E14-821CB170BB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42" y="1344"/>
            <a:ext cx="266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0" imgH="0" progId="Equation.3">
                    <p:embed/>
                  </p:oleObj>
                </mc:Choice>
                <mc:Fallback>
                  <p:oleObj name="Equation" r:id="rId16" imgW="0" imgH="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2" y="1344"/>
                          <a:ext cx="266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392" name="Group 24">
            <a:extLst>
              <a:ext uri="{FF2B5EF4-FFF2-40B4-BE49-F238E27FC236}">
                <a16:creationId xmlns:a16="http://schemas.microsoft.com/office/drawing/2014/main" id="{AFECD174-67DB-7FF4-9F08-4497D95ABC77}"/>
              </a:ext>
            </a:extLst>
          </p:cNvPr>
          <p:cNvGrpSpPr>
            <a:grpSpLocks/>
          </p:cNvGrpSpPr>
          <p:nvPr/>
        </p:nvGrpSpPr>
        <p:grpSpPr bwMode="auto">
          <a:xfrm>
            <a:off x="7434263" y="3328988"/>
            <a:ext cx="400050" cy="1703387"/>
            <a:chOff x="4712" y="384"/>
            <a:chExt cx="310" cy="1322"/>
          </a:xfrm>
        </p:grpSpPr>
        <p:sp>
          <p:nvSpPr>
            <p:cNvPr id="15380" name="Line 25">
              <a:extLst>
                <a:ext uri="{FF2B5EF4-FFF2-40B4-BE49-F238E27FC236}">
                  <a16:creationId xmlns:a16="http://schemas.microsoft.com/office/drawing/2014/main" id="{7E16AD88-BF95-2AA4-EE08-0E66B4F72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384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381" name="Object 26">
              <a:extLst>
                <a:ext uri="{FF2B5EF4-FFF2-40B4-BE49-F238E27FC236}">
                  <a16:creationId xmlns:a16="http://schemas.microsoft.com/office/drawing/2014/main" id="{1EBC56B9-29CA-72AC-2DB0-D712D26538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12" y="1330"/>
            <a:ext cx="310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0" imgH="0" progId="Equation.3">
                    <p:embed/>
                  </p:oleObj>
                </mc:Choice>
                <mc:Fallback>
                  <p:oleObj name="Equation" r:id="rId18" imgW="0" imgH="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2" y="1330"/>
                          <a:ext cx="310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8395" name="Text Box 27">
            <a:extLst>
              <a:ext uri="{FF2B5EF4-FFF2-40B4-BE49-F238E27FC236}">
                <a16:creationId xmlns:a16="http://schemas.microsoft.com/office/drawing/2014/main" id="{7291134C-F9F4-1935-20D7-5E6E2E1C1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8450" y="2220913"/>
            <a:ext cx="8382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</a:t>
            </a:r>
            <a:endParaRPr lang="zh-CN" altLang="en-US" sz="2400"/>
          </a:p>
        </p:txBody>
      </p:sp>
      <p:graphicFrame>
        <p:nvGraphicFramePr>
          <p:cNvPr id="58396" name="Object 28">
            <a:extLst>
              <a:ext uri="{FF2B5EF4-FFF2-40B4-BE49-F238E27FC236}">
                <a16:creationId xmlns:a16="http://schemas.microsoft.com/office/drawing/2014/main" id="{A2487BDD-9AC2-EB44-D149-E66D78381C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16450" y="2247900"/>
          <a:ext cx="22923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6450" y="2247900"/>
                        <a:ext cx="229235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97" name="Text Box 29">
            <a:extLst>
              <a:ext uri="{FF2B5EF4-FFF2-40B4-BE49-F238E27FC236}">
                <a16:creationId xmlns:a16="http://schemas.microsoft.com/office/drawing/2014/main" id="{5ACE5365-B2AE-9983-91B8-DEE4F69F4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0075" y="2193925"/>
            <a:ext cx="6683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使</a:t>
            </a:r>
          </a:p>
        </p:txBody>
      </p:sp>
      <p:graphicFrame>
        <p:nvGraphicFramePr>
          <p:cNvPr id="58398" name="Object 30">
            <a:extLst>
              <a:ext uri="{FF2B5EF4-FFF2-40B4-BE49-F238E27FC236}">
                <a16:creationId xmlns:a16="http://schemas.microsoft.com/office/drawing/2014/main" id="{66A18BAB-56EE-1635-604E-4FCB7D18B1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71700" y="2870200"/>
          <a:ext cx="27813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2870200"/>
                        <a:ext cx="27813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99" name="Object 31">
            <a:extLst>
              <a:ext uri="{FF2B5EF4-FFF2-40B4-BE49-F238E27FC236}">
                <a16:creationId xmlns:a16="http://schemas.microsoft.com/office/drawing/2014/main" id="{C6C59231-C88A-D182-2C43-DED17B527D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71700" y="3657600"/>
          <a:ext cx="29337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3657600"/>
                        <a:ext cx="29337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400" name="Text Box 32">
            <a:extLst>
              <a:ext uri="{FF2B5EF4-FFF2-40B4-BE49-F238E27FC236}">
                <a16:creationId xmlns:a16="http://schemas.microsoft.com/office/drawing/2014/main" id="{645C4AA9-D947-E44F-0D5D-282730F6E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477963"/>
            <a:ext cx="2362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latin typeface="楷体_GB2312" pitchFamily="49" charset="-122"/>
              </a:rPr>
              <a:t>value and minimum value.</a:t>
            </a:r>
          </a:p>
        </p:txBody>
      </p:sp>
      <p:sp>
        <p:nvSpPr>
          <p:cNvPr id="58401" name="Text Box 33">
            <a:extLst>
              <a:ext uri="{FF2B5EF4-FFF2-40B4-BE49-F238E27FC236}">
                <a16:creationId xmlns:a16="http://schemas.microsoft.com/office/drawing/2014/main" id="{ED6D27CA-2035-D131-45F8-847134007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5084763"/>
            <a:ext cx="58288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GB" altLang="zh-CN" sz="2400"/>
              <a:t>or inclosed interval inside has discontinuity</a:t>
            </a:r>
            <a:endParaRPr lang="zh-CN" altLang="en-US" sz="2400">
              <a:solidFill>
                <a:schemeClr val="tx2"/>
              </a:solidFill>
            </a:endParaRPr>
          </a:p>
        </p:txBody>
      </p:sp>
      <p:sp>
        <p:nvSpPr>
          <p:cNvPr id="58402" name="Text Box 34">
            <a:extLst>
              <a:ext uri="{FF2B5EF4-FFF2-40B4-BE49-F238E27FC236}">
                <a16:creationId xmlns:a16="http://schemas.microsoft.com/office/drawing/2014/main" id="{1DA9B75C-F2FB-224F-61C5-45E197378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775" y="976313"/>
            <a:ext cx="46057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>
                <a:latin typeface="楷体_GB2312" pitchFamily="49" charset="-122"/>
              </a:rPr>
              <a:t>in theinterval on </a:t>
            </a:r>
            <a:r>
              <a:rPr lang="zh-CN" altLang="en-GB" sz="2400">
                <a:latin typeface="楷体_GB2312" pitchFamily="49" charset="-122"/>
              </a:rPr>
              <a:t>一定 </a:t>
            </a:r>
            <a:r>
              <a:rPr lang="en-GB" altLang="zh-CN" sz="2400">
                <a:latin typeface="楷体_GB2312" pitchFamily="49" charset="-122"/>
              </a:rPr>
              <a:t>has </a:t>
            </a:r>
            <a:r>
              <a:rPr lang="zh-CN" altLang="en-GB" sz="2400">
                <a:latin typeface="楷体_GB2312" pitchFamily="49" charset="-122"/>
              </a:rPr>
              <a:t>最大</a:t>
            </a:r>
            <a:endParaRPr lang="zh-CN" altLang="en-US" sz="2400"/>
          </a:p>
        </p:txBody>
      </p:sp>
      <p:sp>
        <p:nvSpPr>
          <p:cNvPr id="58403" name="Text Box 35">
            <a:extLst>
              <a:ext uri="{FF2B5EF4-FFF2-40B4-BE49-F238E27FC236}">
                <a16:creationId xmlns:a16="http://schemas.microsoft.com/office/drawing/2014/main" id="{90F7390F-95C8-CDEB-8949-BE39B6A20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241800"/>
            <a:ext cx="13901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accent2"/>
                </a:solidFill>
              </a:rPr>
              <a:t>(Proof</a:t>
            </a:r>
            <a:r>
              <a:rPr lang="zh-CN" altLang="en-US" sz="2400">
                <a:solidFill>
                  <a:schemeClr val="accent2"/>
                </a:solidFill>
              </a:rPr>
              <a:t>略</a:t>
            </a:r>
            <a:r>
              <a:rPr lang="en-US" altLang="zh-CN" sz="240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58404" name="Text Box 36">
            <a:extLst>
              <a:ext uri="{FF2B5EF4-FFF2-40B4-BE49-F238E27FC236}">
                <a16:creationId xmlns:a16="http://schemas.microsoft.com/office/drawing/2014/main" id="{118FB02E-2C37-EBBD-DAD3-06F296C56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450" y="5708650"/>
            <a:ext cx="10262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tx2"/>
                </a:solidFill>
              </a:rPr>
              <a:t>point ,</a:t>
            </a:r>
            <a:endParaRPr lang="en-US" altLang="zh-CN" sz="240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8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8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8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8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8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8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8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8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8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 autoUpdateAnimBg="0"/>
      <p:bldP spid="58371" grpId="0" autoUpdateAnimBg="0"/>
      <p:bldP spid="58374" grpId="0" autoUpdateAnimBg="0"/>
      <p:bldP spid="58375" grpId="0" autoUpdateAnimBg="0"/>
      <p:bldP spid="58395" grpId="0" autoUpdateAnimBg="0"/>
      <p:bldP spid="58397" grpId="0" autoUpdateAnimBg="0"/>
      <p:bldP spid="58400" grpId="0" autoUpdateAnimBg="0"/>
      <p:bldP spid="58401" grpId="0" build="p" autoUpdateAnimBg="0"/>
      <p:bldP spid="58402" grpId="0" build="p" autoUpdateAnimBg="0"/>
      <p:bldP spid="58403" grpId="0" build="p" autoUpdateAnimBg="0"/>
      <p:bldP spid="58404" grpId="0" build="p" autoUpdateAnimBg="0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37" name="Group 1129">
            <a:extLst>
              <a:ext uri="{FF2B5EF4-FFF2-40B4-BE49-F238E27FC236}">
                <a16:creationId xmlns:a16="http://schemas.microsoft.com/office/drawing/2014/main" id="{FBD3FB15-DC16-293B-187D-0F44113E1306}"/>
              </a:ext>
            </a:extLst>
          </p:cNvPr>
          <p:cNvGrpSpPr>
            <a:grpSpLocks/>
          </p:cNvGrpSpPr>
          <p:nvPr/>
        </p:nvGrpSpPr>
        <p:grpSpPr bwMode="auto">
          <a:xfrm>
            <a:off x="6794500" y="3505200"/>
            <a:ext cx="57150" cy="1225550"/>
            <a:chOff x="4280" y="2160"/>
            <a:chExt cx="36" cy="772"/>
          </a:xfrm>
        </p:grpSpPr>
        <p:sp>
          <p:nvSpPr>
            <p:cNvPr id="16425" name="Line 1096">
              <a:extLst>
                <a:ext uri="{FF2B5EF4-FFF2-40B4-BE49-F238E27FC236}">
                  <a16:creationId xmlns:a16="http://schemas.microsoft.com/office/drawing/2014/main" id="{A109C8A2-839D-015F-9D4C-AEFFBF78B1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03" y="2160"/>
              <a:ext cx="0" cy="7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6" name="Oval 1097">
              <a:extLst>
                <a:ext uri="{FF2B5EF4-FFF2-40B4-BE49-F238E27FC236}">
                  <a16:creationId xmlns:a16="http://schemas.microsoft.com/office/drawing/2014/main" id="{39582919-2D27-49AC-8EA8-193B68D88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0" y="2524"/>
              <a:ext cx="36" cy="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6386" name="Text Box 1056">
            <a:extLst>
              <a:ext uri="{FF2B5EF4-FFF2-40B4-BE49-F238E27FC236}">
                <a16:creationId xmlns:a16="http://schemas.microsoft.com/office/drawing/2014/main" id="{76309A30-34C4-EE6A-8A8E-5E5743F14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88" y="549275"/>
            <a:ext cx="13573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for example,</a:t>
            </a:r>
          </a:p>
        </p:txBody>
      </p:sp>
      <p:graphicFrame>
        <p:nvGraphicFramePr>
          <p:cNvPr id="16387" name="Object 1057">
            <a:extLst>
              <a:ext uri="{FF2B5EF4-FFF2-40B4-BE49-F238E27FC236}">
                <a16:creationId xmlns:a16="http://schemas.microsoft.com/office/drawing/2014/main" id="{1C8C97D7-06F3-233D-06CD-40FC228924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574675"/>
          <a:ext cx="2374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10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574675"/>
                        <a:ext cx="2374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6" name="Text Box 1058">
            <a:extLst>
              <a:ext uri="{FF2B5EF4-FFF2-40B4-BE49-F238E27FC236}">
                <a16:creationId xmlns:a16="http://schemas.microsoft.com/office/drawing/2014/main" id="{B9FF4A47-74F5-2768-2973-91755348B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281113"/>
            <a:ext cx="2692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无</a:t>
            </a:r>
            <a:r>
              <a:rPr lang="en-US" altLang="zh-CN" sz="2400"/>
              <a:t>maximum value and minimum value</a:t>
            </a:r>
            <a:endParaRPr lang="zh-CN" altLang="en-US" sz="2400"/>
          </a:p>
        </p:txBody>
      </p:sp>
      <p:grpSp>
        <p:nvGrpSpPr>
          <p:cNvPr id="18538" name="Group 1130">
            <a:extLst>
              <a:ext uri="{FF2B5EF4-FFF2-40B4-BE49-F238E27FC236}">
                <a16:creationId xmlns:a16="http://schemas.microsoft.com/office/drawing/2014/main" id="{A871ECA2-B9DC-A5A8-A3FE-32EEE406770C}"/>
              </a:ext>
            </a:extLst>
          </p:cNvPr>
          <p:cNvGrpSpPr>
            <a:grpSpLocks/>
          </p:cNvGrpSpPr>
          <p:nvPr/>
        </p:nvGrpSpPr>
        <p:grpSpPr bwMode="auto">
          <a:xfrm>
            <a:off x="5840413" y="685800"/>
            <a:ext cx="1703387" cy="1544638"/>
            <a:chOff x="3602" y="419"/>
            <a:chExt cx="1073" cy="973"/>
          </a:xfrm>
        </p:grpSpPr>
        <p:grpSp>
          <p:nvGrpSpPr>
            <p:cNvPr id="16411" name="Group 1125">
              <a:extLst>
                <a:ext uri="{FF2B5EF4-FFF2-40B4-BE49-F238E27FC236}">
                  <a16:creationId xmlns:a16="http://schemas.microsoft.com/office/drawing/2014/main" id="{2ED371A5-F303-A732-C7B9-25CB2B6011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2" y="419"/>
              <a:ext cx="1073" cy="973"/>
              <a:chOff x="3602" y="419"/>
              <a:chExt cx="1073" cy="973"/>
            </a:xfrm>
          </p:grpSpPr>
          <p:sp>
            <p:nvSpPr>
              <p:cNvPr id="16413" name="Line 1071">
                <a:extLst>
                  <a:ext uri="{FF2B5EF4-FFF2-40B4-BE49-F238E27FC236}">
                    <a16:creationId xmlns:a16="http://schemas.microsoft.com/office/drawing/2014/main" id="{F8C0707F-B02C-32F9-C3A1-91F5D4D4AB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01" y="739"/>
                <a:ext cx="4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6414" name="Group 1124">
                <a:extLst>
                  <a:ext uri="{FF2B5EF4-FFF2-40B4-BE49-F238E27FC236}">
                    <a16:creationId xmlns:a16="http://schemas.microsoft.com/office/drawing/2014/main" id="{B20A3574-A673-FF00-0132-9D20303582F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2" y="419"/>
                <a:ext cx="1073" cy="973"/>
                <a:chOff x="3602" y="419"/>
                <a:chExt cx="1073" cy="973"/>
              </a:xfrm>
            </p:grpSpPr>
            <p:sp>
              <p:nvSpPr>
                <p:cNvPr id="16416" name="Line 1061">
                  <a:extLst>
                    <a:ext uri="{FF2B5EF4-FFF2-40B4-BE49-F238E27FC236}">
                      <a16:creationId xmlns:a16="http://schemas.microsoft.com/office/drawing/2014/main" id="{802F9DCC-EE3C-5291-9500-4C992AAA97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00" y="1224"/>
                  <a:ext cx="84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17" name="Line 1062">
                  <a:extLst>
                    <a:ext uri="{FF2B5EF4-FFF2-40B4-BE49-F238E27FC236}">
                      <a16:creationId xmlns:a16="http://schemas.microsoft.com/office/drawing/2014/main" id="{92E9ECC8-0B2A-1A02-CB56-E401660A6D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800" y="419"/>
                  <a:ext cx="0" cy="80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6418" name="Object 1063">
                  <a:extLst>
                    <a:ext uri="{FF2B5EF4-FFF2-40B4-BE49-F238E27FC236}">
                      <a16:creationId xmlns:a16="http://schemas.microsoft.com/office/drawing/2014/main" id="{4E1EC211-F7B7-8FA4-D18D-0C51B5DB7407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560" y="1270"/>
                <a:ext cx="115" cy="12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4" imgW="0" imgH="0" progId="Equation.3">
                        <p:embed/>
                      </p:oleObj>
                    </mc:Choice>
                    <mc:Fallback>
                      <p:oleObj name="Equation" r:id="rId4" imgW="0" imgH="0" progId="Equation.3">
                        <p:embed/>
                        <p:pic>
                          <p:nvPicPr>
                            <p:cNvPr id="0" name="Object 106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60" y="1270"/>
                              <a:ext cx="115" cy="12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6419" name="Object 1064">
                  <a:extLst>
                    <a:ext uri="{FF2B5EF4-FFF2-40B4-BE49-F238E27FC236}">
                      <a16:creationId xmlns:a16="http://schemas.microsoft.com/office/drawing/2014/main" id="{9A6EF15E-584C-ED44-EE89-85950041D100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642" y="1231"/>
                <a:ext cx="109" cy="12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6" imgW="0" imgH="0" progId="Equation.3">
                        <p:embed/>
                      </p:oleObj>
                    </mc:Choice>
                    <mc:Fallback>
                      <p:oleObj name="Equation" r:id="rId6" imgW="0" imgH="0" progId="Equation.3">
                        <p:embed/>
                        <p:pic>
                          <p:nvPicPr>
                            <p:cNvPr id="0" name="Object 106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42" y="1231"/>
                              <a:ext cx="109" cy="12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6420" name="Object 1065">
                  <a:extLst>
                    <a:ext uri="{FF2B5EF4-FFF2-40B4-BE49-F238E27FC236}">
                      <a16:creationId xmlns:a16="http://schemas.microsoft.com/office/drawing/2014/main" id="{DD619EE6-D89E-D71A-0736-5D3622278C10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602" y="454"/>
                <a:ext cx="122" cy="16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8" imgW="0" imgH="0" progId="Equation.3">
                        <p:embed/>
                      </p:oleObj>
                    </mc:Choice>
                    <mc:Fallback>
                      <p:oleObj name="Equation" r:id="rId8" imgW="0" imgH="0" progId="Equation.3">
                        <p:embed/>
                        <p:pic>
                          <p:nvPicPr>
                            <p:cNvPr id="0" name="Object 106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02" y="454"/>
                              <a:ext cx="122" cy="16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6421" name="Line 1066">
                  <a:extLst>
                    <a:ext uri="{FF2B5EF4-FFF2-40B4-BE49-F238E27FC236}">
                      <a16:creationId xmlns:a16="http://schemas.microsoft.com/office/drawing/2014/main" id="{908BF51C-B0F5-4749-4740-C4334A870B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91" y="729"/>
                  <a:ext cx="499" cy="498"/>
                </a:xfrm>
                <a:prstGeom prst="line">
                  <a:avLst/>
                </a:prstGeom>
                <a:noFill/>
                <a:ln w="9525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22" name="Line 1067">
                  <a:extLst>
                    <a:ext uri="{FF2B5EF4-FFF2-40B4-BE49-F238E27FC236}">
                      <a16:creationId xmlns:a16="http://schemas.microsoft.com/office/drawing/2014/main" id="{95221676-9108-90B6-92C2-753ADE085F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295" y="729"/>
                  <a:ext cx="0" cy="49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6423" name="Object 1069">
                  <a:extLst>
                    <a:ext uri="{FF2B5EF4-FFF2-40B4-BE49-F238E27FC236}">
                      <a16:creationId xmlns:a16="http://schemas.microsoft.com/office/drawing/2014/main" id="{86EFE35C-2A3C-29C5-A2F6-B6BB7305940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262" y="1237"/>
                <a:ext cx="77" cy="15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0" imgW="0" imgH="0" progId="Equation.3">
                        <p:embed/>
                      </p:oleObj>
                    </mc:Choice>
                    <mc:Fallback>
                      <p:oleObj name="Equation" r:id="rId10" imgW="0" imgH="0" progId="Equation.3">
                        <p:embed/>
                        <p:pic>
                          <p:nvPicPr>
                            <p:cNvPr id="0" name="Object 106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62" y="1237"/>
                              <a:ext cx="77" cy="15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6424" name="Object 1072">
                  <a:extLst>
                    <a:ext uri="{FF2B5EF4-FFF2-40B4-BE49-F238E27FC236}">
                      <a16:creationId xmlns:a16="http://schemas.microsoft.com/office/drawing/2014/main" id="{A3F9392B-5990-A4B6-FF01-CFE2989690D8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667" y="672"/>
                <a:ext cx="77" cy="15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2" imgW="0" imgH="0" progId="Equation.3">
                        <p:embed/>
                      </p:oleObj>
                    </mc:Choice>
                    <mc:Fallback>
                      <p:oleObj name="Equation" r:id="rId12" imgW="0" imgH="0" progId="Equation.3">
                        <p:embed/>
                        <p:pic>
                          <p:nvPicPr>
                            <p:cNvPr id="0" name="Object 107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67" y="672"/>
                              <a:ext cx="77" cy="15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6415" name="Oval 1068">
                <a:extLst>
                  <a:ext uri="{FF2B5EF4-FFF2-40B4-BE49-F238E27FC236}">
                    <a16:creationId xmlns:a16="http://schemas.microsoft.com/office/drawing/2014/main" id="{E2109A0E-61F1-8391-1A44-0492BB37DB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0" y="722"/>
                <a:ext cx="46" cy="4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6412" name="Oval 1073">
              <a:extLst>
                <a:ext uri="{FF2B5EF4-FFF2-40B4-BE49-F238E27FC236}">
                  <a16:creationId xmlns:a16="http://schemas.microsoft.com/office/drawing/2014/main" id="{C28A8DE5-40A5-3B6A-477A-D9051026A5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5" y="1212"/>
              <a:ext cx="32" cy="3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18483" name="Object 1075">
            <a:extLst>
              <a:ext uri="{FF2B5EF4-FFF2-40B4-BE49-F238E27FC236}">
                <a16:creationId xmlns:a16="http://schemas.microsoft.com/office/drawing/2014/main" id="{CB10E98E-CECD-D360-AFC9-928AA65426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2500" y="2768600"/>
          <a:ext cx="39243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Equation.3">
                  <p:embed/>
                </p:oleObj>
              </mc:Choice>
              <mc:Fallback>
                <p:oleObj name="Equation" r:id="rId13" imgW="0" imgH="0" progId="Equation.3">
                  <p:embed/>
                  <p:pic>
                    <p:nvPicPr>
                      <p:cNvPr id="0" name="Object 10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2768600"/>
                        <a:ext cx="3924300" cy="134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534" name="Group 1126">
            <a:extLst>
              <a:ext uri="{FF2B5EF4-FFF2-40B4-BE49-F238E27FC236}">
                <a16:creationId xmlns:a16="http://schemas.microsoft.com/office/drawing/2014/main" id="{433233DD-CD67-F346-A4D5-A6317A33C690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2990850"/>
            <a:ext cx="2057400" cy="2038350"/>
            <a:chOff x="3744" y="1836"/>
            <a:chExt cx="1296" cy="1284"/>
          </a:xfrm>
        </p:grpSpPr>
        <p:sp>
          <p:nvSpPr>
            <p:cNvPr id="16406" name="Line 1077">
              <a:extLst>
                <a:ext uri="{FF2B5EF4-FFF2-40B4-BE49-F238E27FC236}">
                  <a16:creationId xmlns:a16="http://schemas.microsoft.com/office/drawing/2014/main" id="{8814A3B7-FE6F-95D5-69EF-0A30BB0788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4" y="2928"/>
              <a:ext cx="10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7" name="Line 1078">
              <a:extLst>
                <a:ext uri="{FF2B5EF4-FFF2-40B4-BE49-F238E27FC236}">
                  <a16:creationId xmlns:a16="http://schemas.microsoft.com/office/drawing/2014/main" id="{088C2CB9-B1EF-78AA-EF5F-DEFBF95DBC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4" y="1880"/>
              <a:ext cx="0" cy="10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6408" name="Object 1079">
              <a:extLst>
                <a:ext uri="{FF2B5EF4-FFF2-40B4-BE49-F238E27FC236}">
                  <a16:creationId xmlns:a16="http://schemas.microsoft.com/office/drawing/2014/main" id="{D25E9EF3-6EC4-A19F-4DCB-2BA4A30EEA3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10" y="2983"/>
            <a:ext cx="130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0" imgH="0" progId="Equation.3">
                    <p:embed/>
                  </p:oleObj>
                </mc:Choice>
                <mc:Fallback>
                  <p:oleObj name="Equation" r:id="rId15" imgW="0" imgH="0" progId="Equation.3">
                    <p:embed/>
                    <p:pic>
                      <p:nvPicPr>
                        <p:cNvPr id="0" name="Object 10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0" y="2983"/>
                          <a:ext cx="130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9" name="Object 1080">
              <a:extLst>
                <a:ext uri="{FF2B5EF4-FFF2-40B4-BE49-F238E27FC236}">
                  <a16:creationId xmlns:a16="http://schemas.microsoft.com/office/drawing/2014/main" id="{D9DFCE18-2E11-7CC2-7FEC-07D30AE68BA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66" y="2903"/>
            <a:ext cx="122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0" imgH="0" progId="Equation.3">
                    <p:embed/>
                  </p:oleObj>
                </mc:Choice>
                <mc:Fallback>
                  <p:oleObj name="Equation" r:id="rId16" imgW="0" imgH="0" progId="Equation.3">
                    <p:embed/>
                    <p:pic>
                      <p:nvPicPr>
                        <p:cNvPr id="0" name="Object 10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6" y="2903"/>
                          <a:ext cx="122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0" name="Object 1081">
              <a:extLst>
                <a:ext uri="{FF2B5EF4-FFF2-40B4-BE49-F238E27FC236}">
                  <a16:creationId xmlns:a16="http://schemas.microsoft.com/office/drawing/2014/main" id="{2C36656E-A425-D51D-5FAC-AF4EAAF7928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4" y="1836"/>
            <a:ext cx="137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0" imgH="0" progId="Equation.3">
                    <p:embed/>
                  </p:oleObj>
                </mc:Choice>
                <mc:Fallback>
                  <p:oleObj name="Equation" r:id="rId17" imgW="0" imgH="0" progId="Equation.3">
                    <p:embed/>
                    <p:pic>
                      <p:nvPicPr>
                        <p:cNvPr id="0" name="Object 10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1836"/>
                          <a:ext cx="137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535" name="Group 1127">
            <a:extLst>
              <a:ext uri="{FF2B5EF4-FFF2-40B4-BE49-F238E27FC236}">
                <a16:creationId xmlns:a16="http://schemas.microsoft.com/office/drawing/2014/main" id="{B0541E17-2D43-4D81-1974-B0096CFF9E3F}"/>
              </a:ext>
            </a:extLst>
          </p:cNvPr>
          <p:cNvGrpSpPr>
            <a:grpSpLocks/>
          </p:cNvGrpSpPr>
          <p:nvPr/>
        </p:nvGrpSpPr>
        <p:grpSpPr bwMode="auto">
          <a:xfrm>
            <a:off x="6049963" y="4021138"/>
            <a:ext cx="884237" cy="1008062"/>
            <a:chOff x="3811" y="2485"/>
            <a:chExt cx="557" cy="635"/>
          </a:xfrm>
        </p:grpSpPr>
        <p:graphicFrame>
          <p:nvGraphicFramePr>
            <p:cNvPr id="16402" name="Object 1083">
              <a:extLst>
                <a:ext uri="{FF2B5EF4-FFF2-40B4-BE49-F238E27FC236}">
                  <a16:creationId xmlns:a16="http://schemas.microsoft.com/office/drawing/2014/main" id="{C36FDA6B-9AEF-80CB-3B35-C097BA4F7EC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91" y="2965"/>
            <a:ext cx="77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0" imgH="0" progId="Equation.3">
                    <p:embed/>
                  </p:oleObj>
                </mc:Choice>
                <mc:Fallback>
                  <p:oleObj name="Equation" r:id="rId18" imgW="0" imgH="0" progId="Equation.3">
                    <p:embed/>
                    <p:pic>
                      <p:nvPicPr>
                        <p:cNvPr id="0" name="Object 10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1" y="2965"/>
                          <a:ext cx="77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3" name="Object 1084">
              <a:extLst>
                <a:ext uri="{FF2B5EF4-FFF2-40B4-BE49-F238E27FC236}">
                  <a16:creationId xmlns:a16="http://schemas.microsoft.com/office/drawing/2014/main" id="{392FD558-0D3F-85A3-A45C-E33B8FA173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11" y="2485"/>
            <a:ext cx="77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0" imgH="0" progId="Equation.3">
                    <p:embed/>
                  </p:oleObj>
                </mc:Choice>
                <mc:Fallback>
                  <p:oleObj name="Equation" r:id="rId19" imgW="0" imgH="0" progId="Equation.3">
                    <p:embed/>
                    <p:pic>
                      <p:nvPicPr>
                        <p:cNvPr id="0" name="Object 10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1" y="2485"/>
                          <a:ext cx="77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4" name="Line 1085">
              <a:extLst>
                <a:ext uri="{FF2B5EF4-FFF2-40B4-BE49-F238E27FC236}">
                  <a16:creationId xmlns:a16="http://schemas.microsoft.com/office/drawing/2014/main" id="{D840D9E8-BA0A-FAFF-C842-CB228E9FF3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9" y="2544"/>
              <a:ext cx="384" cy="384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5" name="Oval 1086">
              <a:extLst>
                <a:ext uri="{FF2B5EF4-FFF2-40B4-BE49-F238E27FC236}">
                  <a16:creationId xmlns:a16="http://schemas.microsoft.com/office/drawing/2014/main" id="{04F822B3-D2AD-211E-66B5-1D8E162744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7" y="2915"/>
              <a:ext cx="32" cy="3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8536" name="Group 1128">
            <a:extLst>
              <a:ext uri="{FF2B5EF4-FFF2-40B4-BE49-F238E27FC236}">
                <a16:creationId xmlns:a16="http://schemas.microsoft.com/office/drawing/2014/main" id="{664BD75C-F60D-A0A2-C72F-C7AA49FD19D4}"/>
              </a:ext>
            </a:extLst>
          </p:cNvPr>
          <p:cNvGrpSpPr>
            <a:grpSpLocks/>
          </p:cNvGrpSpPr>
          <p:nvPr/>
        </p:nvGrpSpPr>
        <p:grpSpPr bwMode="auto">
          <a:xfrm>
            <a:off x="6002338" y="3419475"/>
            <a:ext cx="1487487" cy="1609725"/>
            <a:chOff x="3781" y="2106"/>
            <a:chExt cx="937" cy="1014"/>
          </a:xfrm>
        </p:grpSpPr>
        <p:sp>
          <p:nvSpPr>
            <p:cNvPr id="16396" name="Line 1088">
              <a:extLst>
                <a:ext uri="{FF2B5EF4-FFF2-40B4-BE49-F238E27FC236}">
                  <a16:creationId xmlns:a16="http://schemas.microsoft.com/office/drawing/2014/main" id="{B1C9C10D-1DB3-6735-1E72-FD8B4F2085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07" y="2160"/>
              <a:ext cx="3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6397" name="Object 1089">
              <a:extLst>
                <a:ext uri="{FF2B5EF4-FFF2-40B4-BE49-F238E27FC236}">
                  <a16:creationId xmlns:a16="http://schemas.microsoft.com/office/drawing/2014/main" id="{B7BB31FC-B69D-1FD4-1429-1E86AE4A99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11" y="2970"/>
            <a:ext cx="107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0" imgH="0" progId="Equation.3">
                    <p:embed/>
                  </p:oleObj>
                </mc:Choice>
                <mc:Fallback>
                  <p:oleObj name="Equation" r:id="rId20" imgW="0" imgH="0" progId="Equation.3">
                    <p:embed/>
                    <p:pic>
                      <p:nvPicPr>
                        <p:cNvPr id="0" name="Object 10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1" y="2970"/>
                          <a:ext cx="107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8" name="Object 1090">
              <a:extLst>
                <a:ext uri="{FF2B5EF4-FFF2-40B4-BE49-F238E27FC236}">
                  <a16:creationId xmlns:a16="http://schemas.microsoft.com/office/drawing/2014/main" id="{4640933F-D051-DFFE-7955-BE3B484910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81" y="2106"/>
            <a:ext cx="107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0" imgH="0" progId="Equation.3">
                    <p:embed/>
                  </p:oleObj>
                </mc:Choice>
                <mc:Fallback>
                  <p:oleObj name="Equation" r:id="rId22" imgW="0" imgH="0" progId="Equation.3">
                    <p:embed/>
                    <p:pic>
                      <p:nvPicPr>
                        <p:cNvPr id="0" name="Object 10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1" y="2106"/>
                          <a:ext cx="107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9" name="Line 1092">
              <a:extLst>
                <a:ext uri="{FF2B5EF4-FFF2-40B4-BE49-F238E27FC236}">
                  <a16:creationId xmlns:a16="http://schemas.microsoft.com/office/drawing/2014/main" id="{B5692145-3ECF-3C93-D9A5-8AF5BF4591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6" y="2156"/>
              <a:ext cx="384" cy="384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0" name="Oval 1093">
              <a:extLst>
                <a:ext uri="{FF2B5EF4-FFF2-40B4-BE49-F238E27FC236}">
                  <a16:creationId xmlns:a16="http://schemas.microsoft.com/office/drawing/2014/main" id="{B8FF294B-A939-61F3-DC06-54A7A1AF2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0" y="2140"/>
              <a:ext cx="32" cy="3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01" name="Line 1094">
              <a:extLst>
                <a:ext uri="{FF2B5EF4-FFF2-40B4-BE49-F238E27FC236}">
                  <a16:creationId xmlns:a16="http://schemas.microsoft.com/office/drawing/2014/main" id="{ADCD397B-5514-5F43-0372-439C0FA74D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5" y="2544"/>
              <a:ext cx="0" cy="3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506" name="Text Box 1098">
            <a:extLst>
              <a:ext uri="{FF2B5EF4-FFF2-40B4-BE49-F238E27FC236}">
                <a16:creationId xmlns:a16="http://schemas.microsoft.com/office/drawing/2014/main" id="{FE1A6E31-2ABB-F3F3-6163-D9A2E515B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419600"/>
            <a:ext cx="3581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also </a:t>
            </a:r>
            <a:r>
              <a:rPr lang="zh-CN" altLang="en-US" sz="2400"/>
              <a:t>无</a:t>
            </a:r>
            <a:r>
              <a:rPr lang="en-US" altLang="zh-CN" sz="2400"/>
              <a:t>maximum value and minimum value</a:t>
            </a:r>
            <a:endParaRPr lang="zh-CN" altLang="en-US" sz="2400"/>
          </a:p>
        </p:txBody>
      </p:sp>
      <p:sp>
        <p:nvSpPr>
          <p:cNvPr id="18517" name="Text Box 1109">
            <a:extLst>
              <a:ext uri="{FF2B5EF4-FFF2-40B4-BE49-F238E27FC236}">
                <a16:creationId xmlns:a16="http://schemas.microsoft.com/office/drawing/2014/main" id="{7DBD133E-0070-B854-5242-FC166D695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052638"/>
            <a:ext cx="1295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solidFill>
                  <a:schemeClr val="tx2"/>
                </a:solidFill>
              </a:rPr>
              <a:t>又 </a:t>
            </a:r>
            <a:r>
              <a:rPr lang="en-US" altLang="zh-CN" sz="2400" b="1">
                <a:solidFill>
                  <a:schemeClr val="tx2"/>
                </a:solidFill>
              </a:rPr>
              <a:t>such as,</a:t>
            </a:r>
            <a:endParaRPr lang="en-US" altLang="zh-CN" sz="240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8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66" grpId="0" autoUpdateAnimBg="0"/>
      <p:bldP spid="18506" grpId="0" autoUpdateAnimBg="0"/>
      <p:bldP spid="1851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429" name="Object 37">
            <a:extLst>
              <a:ext uri="{FF2B5EF4-FFF2-40B4-BE49-F238E27FC236}">
                <a16:creationId xmlns:a16="http://schemas.microsoft.com/office/drawing/2014/main" id="{10ED7BE9-95C0-1ECA-CF91-15B7483272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1525" y="3187700"/>
          <a:ext cx="2436813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" y="3187700"/>
                        <a:ext cx="2436813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394" name="Group 2">
            <a:extLst>
              <a:ext uri="{FF2B5EF4-FFF2-40B4-BE49-F238E27FC236}">
                <a16:creationId xmlns:a16="http://schemas.microsoft.com/office/drawing/2014/main" id="{96234A79-A31D-CEE4-FE69-1D96F1D52567}"/>
              </a:ext>
            </a:extLst>
          </p:cNvPr>
          <p:cNvGrpSpPr>
            <a:grpSpLocks/>
          </p:cNvGrpSpPr>
          <p:nvPr/>
        </p:nvGrpSpPr>
        <p:grpSpPr bwMode="auto">
          <a:xfrm>
            <a:off x="6719888" y="1752600"/>
            <a:ext cx="2195512" cy="2047875"/>
            <a:chOff x="2117" y="1344"/>
            <a:chExt cx="1819" cy="1697"/>
          </a:xfrm>
        </p:grpSpPr>
        <p:sp>
          <p:nvSpPr>
            <p:cNvPr id="17452" name="Line 3">
              <a:extLst>
                <a:ext uri="{FF2B5EF4-FFF2-40B4-BE49-F238E27FC236}">
                  <a16:creationId xmlns:a16="http://schemas.microsoft.com/office/drawing/2014/main" id="{D678A2EC-D81E-E196-BD72-1D49F38B1F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2" y="2313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453" name="Group 4">
              <a:extLst>
                <a:ext uri="{FF2B5EF4-FFF2-40B4-BE49-F238E27FC236}">
                  <a16:creationId xmlns:a16="http://schemas.microsoft.com/office/drawing/2014/main" id="{9A27EECA-FBD4-8BA7-2265-8B27084C6A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7" y="1344"/>
              <a:ext cx="1819" cy="1697"/>
              <a:chOff x="2117" y="1344"/>
              <a:chExt cx="1819" cy="1697"/>
            </a:xfrm>
          </p:grpSpPr>
          <p:graphicFrame>
            <p:nvGraphicFramePr>
              <p:cNvPr id="17454" name="Object 5">
                <a:extLst>
                  <a:ext uri="{FF2B5EF4-FFF2-40B4-BE49-F238E27FC236}">
                    <a16:creationId xmlns:a16="http://schemas.microsoft.com/office/drawing/2014/main" id="{5E7DD3C8-5CF6-7589-9F44-092DACE1083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473" y="2735"/>
              <a:ext cx="199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0" imgH="0" progId="Equation.3">
                      <p:embed/>
                    </p:oleObj>
                  </mc:Choice>
                  <mc:Fallback>
                    <p:oleObj name="Equation" r:id="rId4" imgW="0" imgH="0" progId="Equation.3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73" y="2735"/>
                            <a:ext cx="199" cy="2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7455" name="Group 6">
                <a:extLst>
                  <a:ext uri="{FF2B5EF4-FFF2-40B4-BE49-F238E27FC236}">
                    <a16:creationId xmlns:a16="http://schemas.microsoft.com/office/drawing/2014/main" id="{83768A69-9078-632E-2495-57D6EBD66D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17" y="1344"/>
                <a:ext cx="1819" cy="1697"/>
                <a:chOff x="2112" y="1344"/>
                <a:chExt cx="1819" cy="1697"/>
              </a:xfrm>
            </p:grpSpPr>
            <p:sp>
              <p:nvSpPr>
                <p:cNvPr id="17456" name="Line 7">
                  <a:extLst>
                    <a:ext uri="{FF2B5EF4-FFF2-40B4-BE49-F238E27FC236}">
                      <a16:creationId xmlns:a16="http://schemas.microsoft.com/office/drawing/2014/main" id="{1C513E6F-CFC7-34C9-B7F0-656BC276C4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52" y="1392"/>
                  <a:ext cx="0" cy="133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7457" name="Group 8">
                  <a:extLst>
                    <a:ext uri="{FF2B5EF4-FFF2-40B4-BE49-F238E27FC236}">
                      <a16:creationId xmlns:a16="http://schemas.microsoft.com/office/drawing/2014/main" id="{66D51B66-487D-57FD-F13C-A46173B1C9B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112" y="1344"/>
                  <a:ext cx="1819" cy="1697"/>
                  <a:chOff x="2112" y="1344"/>
                  <a:chExt cx="1819" cy="1697"/>
                </a:xfrm>
              </p:grpSpPr>
              <p:sp>
                <p:nvSpPr>
                  <p:cNvPr id="17458" name="Line 9">
                    <a:extLst>
                      <a:ext uri="{FF2B5EF4-FFF2-40B4-BE49-F238E27FC236}">
                        <a16:creationId xmlns:a16="http://schemas.microsoft.com/office/drawing/2014/main" id="{8A2CED6B-3F81-339D-3F09-F4A03D156AF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76" y="2725"/>
                    <a:ext cx="150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17459" name="Object 10">
                    <a:extLst>
                      <a:ext uri="{FF2B5EF4-FFF2-40B4-BE49-F238E27FC236}">
                        <a16:creationId xmlns:a16="http://schemas.microsoft.com/office/drawing/2014/main" id="{56169863-74C5-D58B-96C3-17339CECC72D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3692" y="2768"/>
                  <a:ext cx="239" cy="263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6" imgW="0" imgH="0" progId="Equation.3">
                          <p:embed/>
                        </p:oleObj>
                      </mc:Choice>
                      <mc:Fallback>
                        <p:oleObj name="Equation" r:id="rId6" imgW="0" imgH="0" progId="Equation.3">
                          <p:embed/>
                          <p:pic>
                            <p:nvPicPr>
                              <p:cNvPr id="0" name="Object 10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7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692" y="2768"/>
                                <a:ext cx="239" cy="263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7460" name="Object 11">
                    <a:extLst>
                      <a:ext uri="{FF2B5EF4-FFF2-40B4-BE49-F238E27FC236}">
                        <a16:creationId xmlns:a16="http://schemas.microsoft.com/office/drawing/2014/main" id="{BD4BEA1E-FBE7-EF6A-F429-B473F61E3EAB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246" y="2725"/>
                  <a:ext cx="240" cy="263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8" imgW="0" imgH="0" progId="Equation.3">
                          <p:embed/>
                        </p:oleObj>
                      </mc:Choice>
                      <mc:Fallback>
                        <p:oleObj name="Equation" r:id="rId8" imgW="0" imgH="0" progId="Equation.3">
                          <p:embed/>
                          <p:pic>
                            <p:nvPicPr>
                              <p:cNvPr id="0" name="Object 11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9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246" y="2725"/>
                                <a:ext cx="240" cy="263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7461" name="Object 12">
                    <a:extLst>
                      <a:ext uri="{FF2B5EF4-FFF2-40B4-BE49-F238E27FC236}">
                        <a16:creationId xmlns:a16="http://schemas.microsoft.com/office/drawing/2014/main" id="{81BC1F84-CCB0-B534-6775-E177EC3B9FFA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112" y="1344"/>
                  <a:ext cx="264" cy="31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10" imgW="0" imgH="0" progId="Equation.3">
                          <p:embed/>
                        </p:oleObj>
                      </mc:Choice>
                      <mc:Fallback>
                        <p:oleObj name="Equation" r:id="rId10" imgW="0" imgH="0" progId="Equation.3">
                          <p:embed/>
                          <p:pic>
                            <p:nvPicPr>
                              <p:cNvPr id="0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112" y="1344"/>
                                <a:ext cx="264" cy="31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7462" name="Object 13">
                    <a:extLst>
                      <a:ext uri="{FF2B5EF4-FFF2-40B4-BE49-F238E27FC236}">
                        <a16:creationId xmlns:a16="http://schemas.microsoft.com/office/drawing/2014/main" id="{AEF6F8DC-31DB-4CB8-B794-EA0EB0F92C7E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519" y="2785"/>
                  <a:ext cx="199" cy="219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12" imgW="0" imgH="0" progId="Equation.3">
                          <p:embed/>
                        </p:oleObj>
                      </mc:Choice>
                      <mc:Fallback>
                        <p:oleObj name="Equation" r:id="rId12" imgW="0" imgH="0" progId="Equation.3">
                          <p:embed/>
                          <p:pic>
                            <p:nvPicPr>
                              <p:cNvPr id="0" name="Object 13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519" y="2785"/>
                                <a:ext cx="199" cy="21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17463" name="Line 14">
                    <a:extLst>
                      <a:ext uri="{FF2B5EF4-FFF2-40B4-BE49-F238E27FC236}">
                        <a16:creationId xmlns:a16="http://schemas.microsoft.com/office/drawing/2014/main" id="{5FC74913-2D45-CFAD-E736-EEB7268EF31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92" y="2184"/>
                    <a:ext cx="0" cy="51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17464" name="Object 15">
                    <a:extLst>
                      <a:ext uri="{FF2B5EF4-FFF2-40B4-BE49-F238E27FC236}">
                        <a16:creationId xmlns:a16="http://schemas.microsoft.com/office/drawing/2014/main" id="{45527BDD-2A0D-851F-9048-3F66B9DD2246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462" y="1536"/>
                  <a:ext cx="916" cy="31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14" imgW="0" imgH="0" progId="Equation.3">
                          <p:embed/>
                        </p:oleObj>
                      </mc:Choice>
                      <mc:Fallback>
                        <p:oleObj name="Equation" r:id="rId14" imgW="0" imgH="0" progId="Equation.3">
                          <p:embed/>
                          <p:pic>
                            <p:nvPicPr>
                              <p:cNvPr id="0" name="Object 1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5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462" y="1536"/>
                                <a:ext cx="916" cy="31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17465" name="Freeform 16">
                    <a:extLst>
                      <a:ext uri="{FF2B5EF4-FFF2-40B4-BE49-F238E27FC236}">
                        <a16:creationId xmlns:a16="http://schemas.microsoft.com/office/drawing/2014/main" id="{8D9AB159-F44B-7020-5672-458A3D47BB8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92" y="1809"/>
                    <a:ext cx="950" cy="763"/>
                  </a:xfrm>
                  <a:custGeom>
                    <a:avLst/>
                    <a:gdLst>
                      <a:gd name="T0" fmla="*/ 0 w 1056"/>
                      <a:gd name="T1" fmla="*/ 241 h 848"/>
                      <a:gd name="T2" fmla="*/ 94 w 1056"/>
                      <a:gd name="T3" fmla="*/ 399 h 848"/>
                      <a:gd name="T4" fmla="*/ 189 w 1056"/>
                      <a:gd name="T5" fmla="*/ 493 h 848"/>
                      <a:gd name="T6" fmla="*/ 377 w 1056"/>
                      <a:gd name="T7" fmla="*/ 21 h 848"/>
                      <a:gd name="T8" fmla="*/ 692 w 1056"/>
                      <a:gd name="T9" fmla="*/ 367 h 84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056" h="848">
                        <a:moveTo>
                          <a:pt x="0" y="368"/>
                        </a:moveTo>
                        <a:cubicBezTo>
                          <a:pt x="48" y="456"/>
                          <a:pt x="96" y="544"/>
                          <a:pt x="144" y="608"/>
                        </a:cubicBezTo>
                        <a:cubicBezTo>
                          <a:pt x="192" y="672"/>
                          <a:pt x="216" y="848"/>
                          <a:pt x="288" y="752"/>
                        </a:cubicBezTo>
                        <a:cubicBezTo>
                          <a:pt x="360" y="656"/>
                          <a:pt x="448" y="64"/>
                          <a:pt x="576" y="32"/>
                        </a:cubicBezTo>
                        <a:cubicBezTo>
                          <a:pt x="704" y="0"/>
                          <a:pt x="976" y="472"/>
                          <a:pt x="1056" y="560"/>
                        </a:cubicBezTo>
                      </a:path>
                    </a:pathLst>
                  </a:custGeom>
                  <a:noFill/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7466" name="Group 17">
                    <a:extLst>
                      <a:ext uri="{FF2B5EF4-FFF2-40B4-BE49-F238E27FC236}">
                        <a16:creationId xmlns:a16="http://schemas.microsoft.com/office/drawing/2014/main" id="{8BAE9FD7-DA7A-E8D3-21F7-35C34FEB357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98" y="2529"/>
                    <a:ext cx="240" cy="512"/>
                    <a:chOff x="4342" y="1152"/>
                    <a:chExt cx="266" cy="569"/>
                  </a:xfrm>
                </p:grpSpPr>
                <p:sp>
                  <p:nvSpPr>
                    <p:cNvPr id="17470" name="Line 18">
                      <a:extLst>
                        <a:ext uri="{FF2B5EF4-FFF2-40B4-BE49-F238E27FC236}">
                          <a16:creationId xmlns:a16="http://schemas.microsoft.com/office/drawing/2014/main" id="{D77398DC-40AF-018B-0996-C607F2ABDC3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464" y="1152"/>
                      <a:ext cx="0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aphicFrame>
                  <p:nvGraphicFramePr>
                    <p:cNvPr id="17471" name="Object 19">
                      <a:extLst>
                        <a:ext uri="{FF2B5EF4-FFF2-40B4-BE49-F238E27FC236}">
                          <a16:creationId xmlns:a16="http://schemas.microsoft.com/office/drawing/2014/main" id="{EA0ABD5C-18F2-F13E-0F68-CE2205DD6C1A}"/>
                        </a:ext>
                      </a:extLst>
                    </p:cNvPr>
                    <p:cNvGraphicFramePr>
                      <a:graphicFrameLocks noChangeAspect="1"/>
                    </p:cNvGraphicFramePr>
                    <p:nvPr/>
                  </p:nvGraphicFramePr>
                  <p:xfrm>
                    <a:off x="4342" y="1344"/>
                    <a:ext cx="266" cy="377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name="Equation" r:id="rId16" imgW="0" imgH="0" progId="Equation.3">
                            <p:embed/>
                          </p:oleObj>
                        </mc:Choice>
                        <mc:Fallback>
                          <p:oleObj name="Equation" r:id="rId16" imgW="0" imgH="0" progId="Equation.3">
                            <p:embed/>
                            <p:pic>
                              <p:nvPicPr>
                                <p:cNvPr id="0" name="Object 19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7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342" y="1344"/>
                                  <a:ext cx="266" cy="377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grpSp>
                <p:nvGrpSpPr>
                  <p:cNvPr id="17467" name="Group 20">
                    <a:extLst>
                      <a:ext uri="{FF2B5EF4-FFF2-40B4-BE49-F238E27FC236}">
                        <a16:creationId xmlns:a16="http://schemas.microsoft.com/office/drawing/2014/main" id="{3989B57B-9405-111F-06E0-C28D87026AA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988" y="1838"/>
                    <a:ext cx="279" cy="1190"/>
                    <a:chOff x="4712" y="384"/>
                    <a:chExt cx="310" cy="1322"/>
                  </a:xfrm>
                </p:grpSpPr>
                <p:sp>
                  <p:nvSpPr>
                    <p:cNvPr id="17468" name="Line 21">
                      <a:extLst>
                        <a:ext uri="{FF2B5EF4-FFF2-40B4-BE49-F238E27FC236}">
                          <a16:creationId xmlns:a16="http://schemas.microsoft.com/office/drawing/2014/main" id="{F44CC707-6E8B-0B45-4DFD-5FC498191A1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848" y="384"/>
                      <a:ext cx="0" cy="96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aphicFrame>
                  <p:nvGraphicFramePr>
                    <p:cNvPr id="17469" name="Object 22">
                      <a:extLst>
                        <a:ext uri="{FF2B5EF4-FFF2-40B4-BE49-F238E27FC236}">
                          <a16:creationId xmlns:a16="http://schemas.microsoft.com/office/drawing/2014/main" id="{AB9B0A63-5970-5755-E81B-AE0BF3675D09}"/>
                        </a:ext>
                      </a:extLst>
                    </p:cNvPr>
                    <p:cNvGraphicFramePr>
                      <a:graphicFrameLocks noChangeAspect="1"/>
                    </p:cNvGraphicFramePr>
                    <p:nvPr/>
                  </p:nvGraphicFramePr>
                  <p:xfrm>
                    <a:off x="4712" y="1330"/>
                    <a:ext cx="310" cy="376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name="Equation" r:id="rId18" imgW="0" imgH="0" progId="Equation.3">
                            <p:embed/>
                          </p:oleObj>
                        </mc:Choice>
                        <mc:Fallback>
                          <p:oleObj name="Equation" r:id="rId18" imgW="0" imgH="0" progId="Equation.3">
                            <p:embed/>
                            <p:pic>
                              <p:nvPicPr>
                                <p:cNvPr id="0" name="Object 22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9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712" y="1330"/>
                                  <a:ext cx="310" cy="376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</p:grpSp>
          </p:grpSp>
        </p:grpSp>
      </p:grpSp>
      <p:grpSp>
        <p:nvGrpSpPr>
          <p:cNvPr id="59415" name="Group 23">
            <a:extLst>
              <a:ext uri="{FF2B5EF4-FFF2-40B4-BE49-F238E27FC236}">
                <a16:creationId xmlns:a16="http://schemas.microsoft.com/office/drawing/2014/main" id="{4425CB5C-1C00-A870-65BF-E4A15D440B5A}"/>
              </a:ext>
            </a:extLst>
          </p:cNvPr>
          <p:cNvGrpSpPr>
            <a:grpSpLocks/>
          </p:cNvGrpSpPr>
          <p:nvPr/>
        </p:nvGrpSpPr>
        <p:grpSpPr bwMode="auto">
          <a:xfrm>
            <a:off x="6597650" y="3017838"/>
            <a:ext cx="927100" cy="333375"/>
            <a:chOff x="3888" y="2796"/>
            <a:chExt cx="768" cy="276"/>
          </a:xfrm>
        </p:grpSpPr>
        <p:sp>
          <p:nvSpPr>
            <p:cNvPr id="17450" name="Line 24">
              <a:extLst>
                <a:ext uri="{FF2B5EF4-FFF2-40B4-BE49-F238E27FC236}">
                  <a16:creationId xmlns:a16="http://schemas.microsoft.com/office/drawing/2014/main" id="{BE96656A-D660-B66E-3D09-D80E578FEF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76" y="2901"/>
              <a:ext cx="480" cy="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451" name="Object 25">
              <a:extLst>
                <a:ext uri="{FF2B5EF4-FFF2-40B4-BE49-F238E27FC236}">
                  <a16:creationId xmlns:a16="http://schemas.microsoft.com/office/drawing/2014/main" id="{B648D229-EF37-63E3-278F-4664F7FEE5D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88" y="2796"/>
            <a:ext cx="327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0" imgH="0" progId="Equation.3">
                    <p:embed/>
                  </p:oleObj>
                </mc:Choice>
                <mc:Fallback>
                  <p:oleObj name="Equation" r:id="rId20" imgW="0" imgH="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2796"/>
                          <a:ext cx="327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9418" name="Group 26">
            <a:extLst>
              <a:ext uri="{FF2B5EF4-FFF2-40B4-BE49-F238E27FC236}">
                <a16:creationId xmlns:a16="http://schemas.microsoft.com/office/drawing/2014/main" id="{C31CF284-4954-C221-6CD8-A1F5EC686A6A}"/>
              </a:ext>
            </a:extLst>
          </p:cNvPr>
          <p:cNvGrpSpPr>
            <a:grpSpLocks/>
          </p:cNvGrpSpPr>
          <p:nvPr/>
        </p:nvGrpSpPr>
        <p:grpSpPr bwMode="auto">
          <a:xfrm>
            <a:off x="6597650" y="2184400"/>
            <a:ext cx="1333500" cy="328613"/>
            <a:chOff x="2016" y="1680"/>
            <a:chExt cx="1104" cy="273"/>
          </a:xfrm>
        </p:grpSpPr>
        <p:sp>
          <p:nvSpPr>
            <p:cNvPr id="17448" name="Line 27">
              <a:extLst>
                <a:ext uri="{FF2B5EF4-FFF2-40B4-BE49-F238E27FC236}">
                  <a16:creationId xmlns:a16="http://schemas.microsoft.com/office/drawing/2014/main" id="{F8526446-EC54-2C99-A92D-8406CB8E07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2" y="182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449" name="Object 28">
              <a:extLst>
                <a:ext uri="{FF2B5EF4-FFF2-40B4-BE49-F238E27FC236}">
                  <a16:creationId xmlns:a16="http://schemas.microsoft.com/office/drawing/2014/main" id="{ABD0F8D9-7173-D109-4815-4C82CF52C9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16" y="1680"/>
            <a:ext cx="336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0" imgH="0" progId="Equation.3">
                    <p:embed/>
                  </p:oleObj>
                </mc:Choice>
                <mc:Fallback>
                  <p:oleObj name="Equation" r:id="rId22" imgW="0" imgH="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1680"/>
                          <a:ext cx="336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9421" name="Rectangle 29">
            <a:extLst>
              <a:ext uri="{FF2B5EF4-FFF2-40B4-BE49-F238E27FC236}">
                <a16:creationId xmlns:a16="http://schemas.microsoft.com/office/drawing/2014/main" id="{77D27631-2FB0-B868-742E-841166BAE0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275" y="304800"/>
            <a:ext cx="1143000" cy="609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b="1">
                <a:latin typeface="+mn-ea"/>
                <a:ea typeface="+mn-ea"/>
              </a:rPr>
              <a:t>Corollary.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59422" name="Text Box 30">
            <a:extLst>
              <a:ext uri="{FF2B5EF4-FFF2-40B4-BE49-F238E27FC236}">
                <a16:creationId xmlns:a16="http://schemas.microsoft.com/office/drawing/2014/main" id="{630F873D-7C8C-5B28-69FA-93E150263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950913"/>
            <a:ext cx="24257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/>
              <a:t>fromTheorem1 we see that has</a:t>
            </a:r>
            <a:endParaRPr lang="zh-CN" altLang="en-US" sz="2400"/>
          </a:p>
        </p:txBody>
      </p:sp>
      <p:graphicFrame>
        <p:nvGraphicFramePr>
          <p:cNvPr id="59423" name="Object 31">
            <a:extLst>
              <a:ext uri="{FF2B5EF4-FFF2-40B4-BE49-F238E27FC236}">
                <a16:creationId xmlns:a16="http://schemas.microsoft.com/office/drawing/2014/main" id="{21E0C31A-2705-D9D0-53F8-021ACD3FC3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1689100"/>
          <a:ext cx="25908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689100"/>
                        <a:ext cx="25908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24" name="Object 32">
            <a:extLst>
              <a:ext uri="{FF2B5EF4-FFF2-40B4-BE49-F238E27FC236}">
                <a16:creationId xmlns:a16="http://schemas.microsoft.com/office/drawing/2014/main" id="{F1D2E06E-833B-2331-69CB-C6CFFA6B8B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6075" y="1701800"/>
          <a:ext cx="232092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6075" y="1701800"/>
                        <a:ext cx="2320925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25" name="Object 33">
            <a:extLst>
              <a:ext uri="{FF2B5EF4-FFF2-40B4-BE49-F238E27FC236}">
                <a16:creationId xmlns:a16="http://schemas.microsoft.com/office/drawing/2014/main" id="{5CF4A5CA-9E56-439A-2003-70B402FB0C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6600" y="2598738"/>
          <a:ext cx="2097088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" y="2598738"/>
                        <a:ext cx="2097088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26" name="Text Box 34">
            <a:extLst>
              <a:ext uri="{FF2B5EF4-FFF2-40B4-BE49-F238E27FC236}">
                <a16:creationId xmlns:a16="http://schemas.microsoft.com/office/drawing/2014/main" id="{943D2B28-527B-362D-D2E7-8F63B95C5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990600"/>
            <a:ext cx="15240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Proof: Let</a:t>
            </a:r>
            <a:endParaRPr lang="zh-CN" altLang="en-US" sz="2400"/>
          </a:p>
        </p:txBody>
      </p:sp>
      <p:graphicFrame>
        <p:nvGraphicFramePr>
          <p:cNvPr id="59427" name="Object 35">
            <a:extLst>
              <a:ext uri="{FF2B5EF4-FFF2-40B4-BE49-F238E27FC236}">
                <a16:creationId xmlns:a16="http://schemas.microsoft.com/office/drawing/2014/main" id="{807BA67C-1BA2-43F1-8579-5F89608A5E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1006475"/>
          <a:ext cx="2425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0" imgH="0" progId="Equation.3">
                  <p:embed/>
                </p:oleObj>
              </mc:Choice>
              <mc:Fallback>
                <p:oleObj name="Equation" r:id="rId30" imgW="0" imgH="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006475"/>
                        <a:ext cx="2425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28" name="Object 36">
            <a:extLst>
              <a:ext uri="{FF2B5EF4-FFF2-40B4-BE49-F238E27FC236}">
                <a16:creationId xmlns:a16="http://schemas.microsoft.com/office/drawing/2014/main" id="{E2BDA98F-9B91-C3D1-4249-55B5A5E997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49575" y="2562225"/>
          <a:ext cx="25908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0" imgH="0" progId="Equation.3">
                  <p:embed/>
                </p:oleObj>
              </mc:Choice>
              <mc:Fallback>
                <p:oleObj name="Equation" r:id="rId32" imgW="0" imgH="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9575" y="2562225"/>
                        <a:ext cx="259080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30" name="Text Box 38">
            <a:extLst>
              <a:ext uri="{FF2B5EF4-FFF2-40B4-BE49-F238E27FC236}">
                <a16:creationId xmlns:a16="http://schemas.microsoft.com/office/drawing/2014/main" id="{C472D2F1-7548-F464-C5D9-9F5DAAD24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0" y="3181350"/>
            <a:ext cx="1600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on bounded .</a:t>
            </a:r>
          </a:p>
        </p:txBody>
      </p:sp>
      <p:sp>
        <p:nvSpPr>
          <p:cNvPr id="59431" name="Text Box 39">
            <a:extLst>
              <a:ext uri="{FF2B5EF4-FFF2-40B4-BE49-F238E27FC236}">
                <a16:creationId xmlns:a16="http://schemas.microsoft.com/office/drawing/2014/main" id="{0D5A2887-8F80-1904-7058-4FA2852BC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950" y="3810000"/>
            <a:ext cx="30416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II. intermediate valueTheorem</a:t>
            </a:r>
            <a:endParaRPr lang="zh-CN" altLang="en-US" sz="2400" b="1">
              <a:solidFill>
                <a:schemeClr val="tx2"/>
              </a:solidFill>
            </a:endParaRPr>
          </a:p>
        </p:txBody>
      </p:sp>
      <p:sp>
        <p:nvSpPr>
          <p:cNvPr id="59432" name="Text Box 40">
            <a:extLst>
              <a:ext uri="{FF2B5EF4-FFF2-40B4-BE49-F238E27FC236}">
                <a16:creationId xmlns:a16="http://schemas.microsoft.com/office/drawing/2014/main" id="{653C17B2-1D1F-419A-DE36-5852EB6E4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950" y="4433888"/>
            <a:ext cx="27749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Theorem2. ( zero pointTheorem )</a:t>
            </a:r>
            <a:endParaRPr lang="en-US" altLang="zh-CN" sz="2400">
              <a:solidFill>
                <a:schemeClr val="accent2"/>
              </a:solidFill>
            </a:endParaRPr>
          </a:p>
        </p:txBody>
      </p:sp>
      <p:graphicFrame>
        <p:nvGraphicFramePr>
          <p:cNvPr id="59434" name="Object 42">
            <a:extLst>
              <a:ext uri="{FF2B5EF4-FFF2-40B4-BE49-F238E27FC236}">
                <a16:creationId xmlns:a16="http://schemas.microsoft.com/office/drawing/2014/main" id="{DB9326A2-29FA-A07C-A188-0237AE9D04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4437063"/>
          <a:ext cx="2425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0" imgH="0" progId="Equation.3">
                  <p:embed/>
                </p:oleObj>
              </mc:Choice>
              <mc:Fallback>
                <p:oleObj name="Equation" r:id="rId30" imgW="0" imgH="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4437063"/>
                        <a:ext cx="2425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35" name="Text Box 43">
            <a:extLst>
              <a:ext uri="{FF2B5EF4-FFF2-40B4-BE49-F238E27FC236}">
                <a16:creationId xmlns:a16="http://schemas.microsoft.com/office/drawing/2014/main" id="{4783856A-1074-379B-7F40-3DB877DC0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7825" y="5029200"/>
            <a:ext cx="2133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至少 </a:t>
            </a:r>
            <a:r>
              <a:rPr lang="en-US" altLang="zh-CN" sz="2400"/>
              <a:t>has </a:t>
            </a:r>
            <a:r>
              <a:rPr lang="zh-CN" altLang="en-US" sz="2400"/>
              <a:t>一 </a:t>
            </a:r>
            <a:r>
              <a:rPr lang="en-US" altLang="zh-CN" sz="2400"/>
              <a:t>point</a:t>
            </a:r>
            <a:endParaRPr lang="zh-CN" altLang="en-US" sz="2400"/>
          </a:p>
        </p:txBody>
      </p:sp>
      <p:graphicFrame>
        <p:nvGraphicFramePr>
          <p:cNvPr id="59436" name="Object 44">
            <a:extLst>
              <a:ext uri="{FF2B5EF4-FFF2-40B4-BE49-F238E27FC236}">
                <a16:creationId xmlns:a16="http://schemas.microsoft.com/office/drawing/2014/main" id="{62C3A512-6B9B-4C3E-307D-616A322348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700" y="5761038"/>
          <a:ext cx="1663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0" imgH="0" progId="Equation.3">
                  <p:embed/>
                </p:oleObj>
              </mc:Choice>
              <mc:Fallback>
                <p:oleObj name="Equation" r:id="rId35" imgW="0" imgH="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00" y="5761038"/>
                        <a:ext cx="1663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37" name="Text Box 45">
            <a:extLst>
              <a:ext uri="{FF2B5EF4-FFF2-40B4-BE49-F238E27FC236}">
                <a16:creationId xmlns:a16="http://schemas.microsoft.com/office/drawing/2014/main" id="{037B2A76-D389-4C78-53C5-E08F363D4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029200"/>
            <a:ext cx="838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and</a:t>
            </a:r>
            <a:endParaRPr lang="zh-CN" altLang="en-US" sz="2400"/>
          </a:p>
        </p:txBody>
      </p:sp>
      <p:sp>
        <p:nvSpPr>
          <p:cNvPr id="59438" name="Text Box 46">
            <a:extLst>
              <a:ext uri="{FF2B5EF4-FFF2-40B4-BE49-F238E27FC236}">
                <a16:creationId xmlns:a16="http://schemas.microsoft.com/office/drawing/2014/main" id="{3B624B75-1D2E-9727-02E5-0012B3E84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7088" y="5683250"/>
            <a:ext cx="9144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使</a:t>
            </a:r>
          </a:p>
        </p:txBody>
      </p:sp>
      <p:grpSp>
        <p:nvGrpSpPr>
          <p:cNvPr id="59465" name="Group 73">
            <a:extLst>
              <a:ext uri="{FF2B5EF4-FFF2-40B4-BE49-F238E27FC236}">
                <a16:creationId xmlns:a16="http://schemas.microsoft.com/office/drawing/2014/main" id="{FC112AB3-688C-751B-9785-1EA4E3531ECC}"/>
              </a:ext>
            </a:extLst>
          </p:cNvPr>
          <p:cNvGrpSpPr>
            <a:grpSpLocks/>
          </p:cNvGrpSpPr>
          <p:nvPr/>
        </p:nvGrpSpPr>
        <p:grpSpPr bwMode="auto">
          <a:xfrm>
            <a:off x="6657975" y="4343400"/>
            <a:ext cx="2257425" cy="1619250"/>
            <a:chOff x="4036" y="2381"/>
            <a:chExt cx="1422" cy="1020"/>
          </a:xfrm>
        </p:grpSpPr>
        <p:sp>
          <p:nvSpPr>
            <p:cNvPr id="17436" name="Line 51">
              <a:extLst>
                <a:ext uri="{FF2B5EF4-FFF2-40B4-BE49-F238E27FC236}">
                  <a16:creationId xmlns:a16="http://schemas.microsoft.com/office/drawing/2014/main" id="{FE8843BD-00FC-257A-6BEE-DC77F9011A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986"/>
              <a:ext cx="13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7" name="Line 52">
              <a:extLst>
                <a:ext uri="{FF2B5EF4-FFF2-40B4-BE49-F238E27FC236}">
                  <a16:creationId xmlns:a16="http://schemas.microsoft.com/office/drawing/2014/main" id="{4B9F34AF-ED64-A131-F497-CCBCD18EE0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8" y="2381"/>
              <a:ext cx="0" cy="10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438" name="Group 72">
              <a:extLst>
                <a:ext uri="{FF2B5EF4-FFF2-40B4-BE49-F238E27FC236}">
                  <a16:creationId xmlns:a16="http://schemas.microsoft.com/office/drawing/2014/main" id="{587FB4C6-197C-6DB3-CFA5-C14072259C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4" y="2640"/>
              <a:ext cx="672" cy="730"/>
              <a:chOff x="4464" y="2597"/>
              <a:chExt cx="821" cy="821"/>
            </a:xfrm>
          </p:grpSpPr>
          <p:sp>
            <p:nvSpPr>
              <p:cNvPr id="17445" name="Freeform 49">
                <a:extLst>
                  <a:ext uri="{FF2B5EF4-FFF2-40B4-BE49-F238E27FC236}">
                    <a16:creationId xmlns:a16="http://schemas.microsoft.com/office/drawing/2014/main" id="{2914EA59-9ED6-3C52-7BFE-DFBDDBD447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4" y="2597"/>
                <a:ext cx="821" cy="821"/>
              </a:xfrm>
              <a:custGeom>
                <a:avLst/>
                <a:gdLst>
                  <a:gd name="T0" fmla="*/ 0 w 912"/>
                  <a:gd name="T1" fmla="*/ 599 h 912"/>
                  <a:gd name="T2" fmla="*/ 189 w 912"/>
                  <a:gd name="T3" fmla="*/ 284 h 912"/>
                  <a:gd name="T4" fmla="*/ 599 w 912"/>
                  <a:gd name="T5" fmla="*/ 0 h 9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12" h="912">
                    <a:moveTo>
                      <a:pt x="0" y="912"/>
                    </a:moveTo>
                    <a:cubicBezTo>
                      <a:pt x="68" y="748"/>
                      <a:pt x="136" y="584"/>
                      <a:pt x="288" y="432"/>
                    </a:cubicBezTo>
                    <a:cubicBezTo>
                      <a:pt x="440" y="280"/>
                      <a:pt x="808" y="72"/>
                      <a:pt x="912" y="0"/>
                    </a:cubicBezTo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46" name="Line 53">
                <a:extLst>
                  <a:ext uri="{FF2B5EF4-FFF2-40B4-BE49-F238E27FC236}">
                    <a16:creationId xmlns:a16="http://schemas.microsoft.com/office/drawing/2014/main" id="{94A2DEA3-364F-A67A-4660-BD408657F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64" y="2986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47" name="Line 54">
                <a:extLst>
                  <a:ext uri="{FF2B5EF4-FFF2-40B4-BE49-F238E27FC236}">
                    <a16:creationId xmlns:a16="http://schemas.microsoft.com/office/drawing/2014/main" id="{6D84D5CF-CCC9-206E-7D95-A5CA777B48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5" y="2597"/>
                <a:ext cx="0" cy="3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7439" name="Object 55">
              <a:extLst>
                <a:ext uri="{FF2B5EF4-FFF2-40B4-BE49-F238E27FC236}">
                  <a16:creationId xmlns:a16="http://schemas.microsoft.com/office/drawing/2014/main" id="{E0C7C78B-AEBC-7140-2643-89DB7DDBBF8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28" y="3024"/>
            <a:ext cx="130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7" imgW="0" imgH="0" progId="Equation.3">
                    <p:embed/>
                  </p:oleObj>
                </mc:Choice>
                <mc:Fallback>
                  <p:oleObj name="Equation" r:id="rId37" imgW="0" imgH="0" progId="Equation.3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3024"/>
                          <a:ext cx="130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0" name="Object 56">
              <a:extLst>
                <a:ext uri="{FF2B5EF4-FFF2-40B4-BE49-F238E27FC236}">
                  <a16:creationId xmlns:a16="http://schemas.microsoft.com/office/drawing/2014/main" id="{431B922D-0285-BE3A-F87D-8A89A670ED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6" y="2383"/>
            <a:ext cx="137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9" imgW="0" imgH="0" progId="Equation.3">
                    <p:embed/>
                  </p:oleObj>
                </mc:Choice>
                <mc:Fallback>
                  <p:oleObj name="Equation" r:id="rId39" imgW="0" imgH="0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6" y="2383"/>
                          <a:ext cx="137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1" name="Object 57">
              <a:extLst>
                <a:ext uri="{FF2B5EF4-FFF2-40B4-BE49-F238E27FC236}">
                  <a16:creationId xmlns:a16="http://schemas.microsoft.com/office/drawing/2014/main" id="{2C955D7C-9854-C385-93A6-0CC6C65BB30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02" y="3024"/>
            <a:ext cx="122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1" imgW="0" imgH="0" progId="Equation.3">
                    <p:embed/>
                  </p:oleObj>
                </mc:Choice>
                <mc:Fallback>
                  <p:oleObj name="Equation" r:id="rId41" imgW="0" imgH="0" progId="Equation.3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2" y="3024"/>
                          <a:ext cx="122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2" name="Object 58">
              <a:extLst>
                <a:ext uri="{FF2B5EF4-FFF2-40B4-BE49-F238E27FC236}">
                  <a16:creationId xmlns:a16="http://schemas.microsoft.com/office/drawing/2014/main" id="{840D8E21-3F7A-9ADB-DE49-BEB703E508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82" y="2852"/>
            <a:ext cx="130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3" imgW="0" imgH="0" progId="Equation.3">
                    <p:embed/>
                  </p:oleObj>
                </mc:Choice>
                <mc:Fallback>
                  <p:oleObj name="Equation" r:id="rId43" imgW="0" imgH="0" progId="Equation.3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2" y="2852"/>
                          <a:ext cx="130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3" name="Object 59">
              <a:extLst>
                <a:ext uri="{FF2B5EF4-FFF2-40B4-BE49-F238E27FC236}">
                  <a16:creationId xmlns:a16="http://schemas.microsoft.com/office/drawing/2014/main" id="{502FF9CD-37C7-811B-6B92-A8166EF57D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88" y="3028"/>
            <a:ext cx="122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5" imgW="0" imgH="0" progId="Equation.3">
                    <p:embed/>
                  </p:oleObj>
                </mc:Choice>
                <mc:Fallback>
                  <p:oleObj name="Equation" r:id="rId45" imgW="0" imgH="0" progId="Equation.3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3028"/>
                          <a:ext cx="122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4" name="Object 60">
              <a:extLst>
                <a:ext uri="{FF2B5EF4-FFF2-40B4-BE49-F238E27FC236}">
                  <a16:creationId xmlns:a16="http://schemas.microsoft.com/office/drawing/2014/main" id="{1B25C3FD-28C3-6D69-676F-C32BC36B1C2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40" y="2479"/>
            <a:ext cx="748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7" imgW="0" imgH="0" progId="Equation.3">
                    <p:embed/>
                  </p:oleObj>
                </mc:Choice>
                <mc:Fallback>
                  <p:oleObj name="Equation" r:id="rId47" imgW="0" imgH="0" progId="Equation.3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0" y="2479"/>
                          <a:ext cx="748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9453" name="Object 61">
            <a:extLst>
              <a:ext uri="{FF2B5EF4-FFF2-40B4-BE49-F238E27FC236}">
                <a16:creationId xmlns:a16="http://schemas.microsoft.com/office/drawing/2014/main" id="{9F64006E-F135-4F99-4A10-D91462FD79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48575" y="5334000"/>
          <a:ext cx="215900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0" imgH="0" progId="Equation.3">
                  <p:embed/>
                </p:oleObj>
              </mc:Choice>
              <mc:Fallback>
                <p:oleObj name="Equation" r:id="rId49" imgW="0" imgH="0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8575" y="5334000"/>
                        <a:ext cx="215900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54" name="Object 62">
            <a:extLst>
              <a:ext uri="{FF2B5EF4-FFF2-40B4-BE49-F238E27FC236}">
                <a16:creationId xmlns:a16="http://schemas.microsoft.com/office/drawing/2014/main" id="{A3258641-70CB-4322-7764-8E1D328B7D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3500" y="5732463"/>
          <a:ext cx="1435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1" imgW="0" imgH="0" progId="Equation.3">
                  <p:embed/>
                </p:oleObj>
              </mc:Choice>
              <mc:Fallback>
                <p:oleObj name="Equation" r:id="rId51" imgW="0" imgH="0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500" y="5732463"/>
                        <a:ext cx="1435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55" name="Object 63">
            <a:extLst>
              <a:ext uri="{FF2B5EF4-FFF2-40B4-BE49-F238E27FC236}">
                <a16:creationId xmlns:a16="http://schemas.microsoft.com/office/drawing/2014/main" id="{4B4F3CF1-A8FD-8D6F-8562-981D16046E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2013" y="5084763"/>
          <a:ext cx="1993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3" imgW="0" imgH="0" progId="Equation.3">
                  <p:embed/>
                </p:oleObj>
              </mc:Choice>
              <mc:Fallback>
                <p:oleObj name="Equation" r:id="rId53" imgW="0" imgH="0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3" y="5084763"/>
                        <a:ext cx="1993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63" name="Text Box 71">
            <a:extLst>
              <a:ext uri="{FF2B5EF4-FFF2-40B4-BE49-F238E27FC236}">
                <a16:creationId xmlns:a16="http://schemas.microsoft.com/office/drawing/2014/main" id="{AFA93B0A-A70D-C0D4-5C38-8870A1947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1150" y="5667375"/>
            <a:ext cx="1828800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solidFill>
                  <a:schemeClr val="accent2"/>
                </a:solidFill>
                <a:latin typeface="+mn-ea"/>
                <a:ea typeface="+mn-ea"/>
              </a:rPr>
              <a:t>( Proof</a:t>
            </a:r>
            <a:r>
              <a:rPr lang="zh-CN" altLang="en-US" sz="2400">
                <a:solidFill>
                  <a:schemeClr val="accent2"/>
                </a:solidFill>
                <a:latin typeface="+mn-ea"/>
                <a:ea typeface="+mn-ea"/>
              </a:rPr>
              <a:t>略 </a:t>
            </a:r>
            <a:r>
              <a:rPr lang="en-US" altLang="zh-CN" sz="2400">
                <a:solidFill>
                  <a:schemeClr val="accent2"/>
                </a:solidFill>
                <a:latin typeface="+mn-ea"/>
                <a:ea typeface="+mn-ea"/>
              </a:rPr>
              <a:t>)</a:t>
            </a:r>
            <a:endParaRPr lang="en-US" altLang="zh-CN" sz="24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59468" name="AutoShape 76">
            <a:extLst>
              <a:ext uri="{FF2B5EF4-FFF2-40B4-BE49-F238E27FC236}">
                <a16:creationId xmlns:a16="http://schemas.microsoft.com/office/drawing/2014/main" id="{64FA0AC3-87DE-74F7-3F9C-5EC31330C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0" y="5157788"/>
            <a:ext cx="1219200" cy="152400"/>
          </a:xfrm>
          <a:prstGeom prst="rightArrow">
            <a:avLst>
              <a:gd name="adj1" fmla="val 50000"/>
              <a:gd name="adj2" fmla="val 20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35" name="Text Box 77">
            <a:extLst>
              <a:ext uri="{FF2B5EF4-FFF2-40B4-BE49-F238E27FC236}">
                <a16:creationId xmlns:a16="http://schemas.microsoft.com/office/drawing/2014/main" id="{EA7DC2CA-C1EC-C118-799E-37FD99BB3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2250" y="349250"/>
            <a:ext cx="91630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GB" altLang="zh-CN" sz="2400"/>
              <a:t>inclosed interval on continuous's functionin theinterval on bounded.</a:t>
            </a:r>
            <a:endParaRPr lang="en-US" altLang="zh-CN" sz="240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9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9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9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9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9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9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9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9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9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9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9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9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9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9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9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9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59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22" grpId="0" autoUpdateAnimBg="0"/>
      <p:bldP spid="59426" grpId="0" autoUpdateAnimBg="0"/>
      <p:bldP spid="59430" grpId="0" autoUpdateAnimBg="0"/>
      <p:bldP spid="59431" grpId="0" autoUpdateAnimBg="0"/>
      <p:bldP spid="59432" grpId="0" autoUpdateAnimBg="0"/>
      <p:bldP spid="59435" grpId="0" autoUpdateAnimBg="0"/>
      <p:bldP spid="59437" grpId="0" autoUpdateAnimBg="0"/>
      <p:bldP spid="59438" grpId="0" autoUpdateAnimBg="0"/>
      <p:bldP spid="59463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7734F98-7084-D118-E9CB-1FAE8A0A74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39713"/>
            <a:ext cx="2787650" cy="54768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b="1">
                <a:latin typeface="+mn-ea"/>
                <a:ea typeface="+mn-ea"/>
              </a:rPr>
              <a:t>Theorem3. ( intermediate valueTheorem )</a:t>
            </a:r>
            <a:endParaRPr lang="en-US" altLang="zh-CN" sz="24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3344" name="Text Box 32">
            <a:extLst>
              <a:ext uri="{FF2B5EF4-FFF2-40B4-BE49-F238E27FC236}">
                <a16:creationId xmlns:a16="http://schemas.microsoft.com/office/drawing/2014/main" id="{49860C65-4D6E-E89E-AC26-FC8B9D2B3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588" y="268288"/>
            <a:ext cx="990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Let</a:t>
            </a:r>
            <a:endParaRPr lang="zh-CN" altLang="en-US" sz="2400"/>
          </a:p>
        </p:txBody>
      </p:sp>
      <p:graphicFrame>
        <p:nvGraphicFramePr>
          <p:cNvPr id="13359" name="Object 47">
            <a:extLst>
              <a:ext uri="{FF2B5EF4-FFF2-40B4-BE49-F238E27FC236}">
                <a16:creationId xmlns:a16="http://schemas.microsoft.com/office/drawing/2014/main" id="{FD4EB7AC-4D90-1622-C49F-1A2C6F20CB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06825" y="333375"/>
          <a:ext cx="2425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6825" y="333375"/>
                        <a:ext cx="2425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60" name="Text Box 48">
            <a:extLst>
              <a:ext uri="{FF2B5EF4-FFF2-40B4-BE49-F238E27FC236}">
                <a16:creationId xmlns:a16="http://schemas.microsoft.com/office/drawing/2014/main" id="{2CD6E5C2-3451-08D5-9314-DD1AD0ECB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0" y="303213"/>
            <a:ext cx="914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and</a:t>
            </a:r>
            <a:endParaRPr lang="zh-CN" altLang="en-US" sz="2400"/>
          </a:p>
        </p:txBody>
      </p:sp>
      <p:graphicFrame>
        <p:nvGraphicFramePr>
          <p:cNvPr id="13361" name="Object 49">
            <a:extLst>
              <a:ext uri="{FF2B5EF4-FFF2-40B4-BE49-F238E27FC236}">
                <a16:creationId xmlns:a16="http://schemas.microsoft.com/office/drawing/2014/main" id="{179532B9-9D2E-2C1E-DC9A-DC23B145DE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94500" y="358775"/>
          <a:ext cx="1485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0" y="358775"/>
                        <a:ext cx="1485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62" name="Object 50">
            <a:extLst>
              <a:ext uri="{FF2B5EF4-FFF2-40B4-BE49-F238E27FC236}">
                <a16:creationId xmlns:a16="http://schemas.microsoft.com/office/drawing/2014/main" id="{8E0E7410-2319-6226-9B83-DC0BC60FCE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1025" y="844550"/>
          <a:ext cx="247650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25" y="844550"/>
                        <a:ext cx="2476500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63" name="Text Box 51">
            <a:extLst>
              <a:ext uri="{FF2B5EF4-FFF2-40B4-BE49-F238E27FC236}">
                <a16:creationId xmlns:a16="http://schemas.microsoft.com/office/drawing/2014/main" id="{F469CC08-9853-3199-4CAC-1913B46E1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4513" y="765175"/>
            <a:ext cx="4052887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then</a:t>
            </a:r>
            <a:r>
              <a:rPr lang="zh-CN" altLang="en-US" sz="2400">
                <a:latin typeface="+mn-ea"/>
                <a:ea typeface="+mn-ea"/>
              </a:rPr>
              <a:t>对 </a:t>
            </a:r>
            <a:r>
              <a:rPr lang="en-US" altLang="zh-CN" sz="2400">
                <a:latin typeface="+mn-ea"/>
                <a:ea typeface="+mn-ea"/>
              </a:rPr>
              <a:t>A and B between's </a:t>
            </a:r>
            <a:r>
              <a:rPr lang="zh-CN" altLang="en-US" sz="2400">
                <a:latin typeface="+mn-ea"/>
                <a:ea typeface="+mn-ea"/>
              </a:rPr>
              <a:t>任一 </a:t>
            </a:r>
            <a:r>
              <a:rPr lang="en-US" altLang="zh-CN" sz="2400">
                <a:latin typeface="+mn-ea"/>
                <a:ea typeface="+mn-ea"/>
              </a:rPr>
              <a:t>number C ,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13364" name="Text Box 52">
            <a:extLst>
              <a:ext uri="{FF2B5EF4-FFF2-40B4-BE49-F238E27FC236}">
                <a16:creationId xmlns:a16="http://schemas.microsoft.com/office/drawing/2014/main" id="{AE7CC200-0CB4-9612-D056-53DC77E49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463" y="1417638"/>
            <a:ext cx="1143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一 </a:t>
            </a:r>
            <a:r>
              <a:rPr lang="en-US" altLang="zh-CN" sz="2400"/>
              <a:t>point</a:t>
            </a:r>
            <a:endParaRPr lang="zh-CN" altLang="en-US" sz="2400"/>
          </a:p>
        </p:txBody>
      </p:sp>
      <p:graphicFrame>
        <p:nvGraphicFramePr>
          <p:cNvPr id="13366" name="Object 54">
            <a:extLst>
              <a:ext uri="{FF2B5EF4-FFF2-40B4-BE49-F238E27FC236}">
                <a16:creationId xmlns:a16="http://schemas.microsoft.com/office/drawing/2014/main" id="{D43B0E1B-20CE-3C90-9704-9E3AE73621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0638" y="1412875"/>
          <a:ext cx="162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0638" y="1412875"/>
                        <a:ext cx="1625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80" name="Text Box 68">
            <a:extLst>
              <a:ext uri="{FF2B5EF4-FFF2-40B4-BE49-F238E27FC236}">
                <a16:creationId xmlns:a16="http://schemas.microsoft.com/office/drawing/2014/main" id="{9E1A4A41-E6D9-8945-A198-8127C7A4F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463" y="1979613"/>
            <a:ext cx="31242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Proof: </a:t>
            </a:r>
            <a:r>
              <a:rPr lang="zh-CN" altLang="en-US" sz="2400" b="1">
                <a:solidFill>
                  <a:schemeClr val="tx2"/>
                </a:solidFill>
                <a:latin typeface="+mn-ea"/>
                <a:ea typeface="+mn-ea"/>
              </a:rPr>
              <a:t>作辅助</a:t>
            </a: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function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13381" name="Object 69">
            <a:extLst>
              <a:ext uri="{FF2B5EF4-FFF2-40B4-BE49-F238E27FC236}">
                <a16:creationId xmlns:a16="http://schemas.microsoft.com/office/drawing/2014/main" id="{AF4F94D5-35FD-153B-CE5D-9BFBB6AC44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54250" y="2565400"/>
          <a:ext cx="2451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4250" y="2565400"/>
                        <a:ext cx="2451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82" name="Text Box 70">
            <a:extLst>
              <a:ext uri="{FF2B5EF4-FFF2-40B4-BE49-F238E27FC236}">
                <a16:creationId xmlns:a16="http://schemas.microsoft.com/office/drawing/2014/main" id="{543ECE28-85F3-C652-497D-E4C6FF93E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0"/>
            <a:ext cx="9144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</a:t>
            </a:r>
            <a:endParaRPr lang="zh-CN" altLang="en-US" sz="2400"/>
          </a:p>
        </p:txBody>
      </p:sp>
      <p:graphicFrame>
        <p:nvGraphicFramePr>
          <p:cNvPr id="13383" name="Object 71">
            <a:extLst>
              <a:ext uri="{FF2B5EF4-FFF2-40B4-BE49-F238E27FC236}">
                <a16:creationId xmlns:a16="http://schemas.microsoft.com/office/drawing/2014/main" id="{B15E4446-E347-0C93-4697-8557F44185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3094038"/>
          <a:ext cx="24685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094038"/>
                        <a:ext cx="246856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85" name="Text Box 73">
            <a:extLst>
              <a:ext uri="{FF2B5EF4-FFF2-40B4-BE49-F238E27FC236}">
                <a16:creationId xmlns:a16="http://schemas.microsoft.com/office/drawing/2014/main" id="{7D661E71-108E-FAC3-A9DA-AC8270D21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038475"/>
            <a:ext cx="685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and</a:t>
            </a:r>
            <a:endParaRPr lang="zh-CN" altLang="en-US" sz="2400"/>
          </a:p>
        </p:txBody>
      </p:sp>
      <p:graphicFrame>
        <p:nvGraphicFramePr>
          <p:cNvPr id="13386" name="Object 74">
            <a:extLst>
              <a:ext uri="{FF2B5EF4-FFF2-40B4-BE49-F238E27FC236}">
                <a16:creationId xmlns:a16="http://schemas.microsoft.com/office/drawing/2014/main" id="{93CB7F03-C5FF-AAE7-30D4-4E7ED07310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25600" y="3733800"/>
          <a:ext cx="1447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5600" y="3733800"/>
                        <a:ext cx="1447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87" name="Object 75">
            <a:extLst>
              <a:ext uri="{FF2B5EF4-FFF2-40B4-BE49-F238E27FC236}">
                <a16:creationId xmlns:a16="http://schemas.microsoft.com/office/drawing/2014/main" id="{570B05AE-0B97-ED90-FCB8-855493745A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0550" y="3736975"/>
          <a:ext cx="2514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0550" y="3736975"/>
                        <a:ext cx="2514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88" name="Object 76">
            <a:extLst>
              <a:ext uri="{FF2B5EF4-FFF2-40B4-BE49-F238E27FC236}">
                <a16:creationId xmlns:a16="http://schemas.microsoft.com/office/drawing/2014/main" id="{41654FD8-AD82-525F-28B0-CE468B87C0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95950" y="3733800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5950" y="3733800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89" name="Text Box 77">
            <a:extLst>
              <a:ext uri="{FF2B5EF4-FFF2-40B4-BE49-F238E27FC236}">
                <a16:creationId xmlns:a16="http://schemas.microsoft.com/office/drawing/2014/main" id="{27510F05-BABC-4751-7524-699BE2BAD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3" y="4210050"/>
            <a:ext cx="4108450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hencefromzero pointTheorem</a:t>
            </a:r>
            <a:r>
              <a:rPr lang="zh-CN" altLang="en-US" sz="2400">
                <a:latin typeface="+mn-ea"/>
                <a:ea typeface="+mn-ea"/>
              </a:rPr>
              <a:t>知</a:t>
            </a:r>
            <a:r>
              <a:rPr lang="en-US" altLang="zh-CN" sz="2400">
                <a:latin typeface="+mn-ea"/>
                <a:ea typeface="+mn-ea"/>
              </a:rPr>
              <a:t>, </a:t>
            </a:r>
            <a:r>
              <a:rPr lang="zh-CN" altLang="en-US" sz="2400">
                <a:latin typeface="+mn-ea"/>
                <a:ea typeface="+mn-ea"/>
              </a:rPr>
              <a:t>至少 </a:t>
            </a:r>
            <a:r>
              <a:rPr lang="en-US" altLang="zh-CN" sz="2400">
                <a:latin typeface="+mn-ea"/>
                <a:ea typeface="+mn-ea"/>
              </a:rPr>
              <a:t>has </a:t>
            </a:r>
            <a:r>
              <a:rPr lang="zh-CN" altLang="en-US" sz="2400">
                <a:latin typeface="+mn-ea"/>
                <a:ea typeface="+mn-ea"/>
              </a:rPr>
              <a:t>一 </a:t>
            </a:r>
            <a:r>
              <a:rPr lang="en-US" altLang="zh-CN" sz="2400">
                <a:latin typeface="+mn-ea"/>
                <a:ea typeface="+mn-ea"/>
              </a:rPr>
              <a:t>point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13390" name="Object 78">
            <a:extLst>
              <a:ext uri="{FF2B5EF4-FFF2-40B4-BE49-F238E27FC236}">
                <a16:creationId xmlns:a16="http://schemas.microsoft.com/office/drawing/2014/main" id="{41C648C6-B750-D6DC-7B2A-3D0CFA84C6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4267200"/>
          <a:ext cx="162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4267200"/>
                        <a:ext cx="1625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92" name="Text Box 80">
            <a:extLst>
              <a:ext uri="{FF2B5EF4-FFF2-40B4-BE49-F238E27FC236}">
                <a16:creationId xmlns:a16="http://schemas.microsoft.com/office/drawing/2014/main" id="{7A1838C7-1626-0638-C769-34C45EA92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5225" y="4233863"/>
            <a:ext cx="6858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使</a:t>
            </a:r>
          </a:p>
        </p:txBody>
      </p:sp>
      <p:graphicFrame>
        <p:nvGraphicFramePr>
          <p:cNvPr id="13393" name="Object 81">
            <a:extLst>
              <a:ext uri="{FF2B5EF4-FFF2-40B4-BE49-F238E27FC236}">
                <a16:creationId xmlns:a16="http://schemas.microsoft.com/office/drawing/2014/main" id="{8EAB92D6-16D2-01BA-6531-D2CCD38ECA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94500" y="4257675"/>
          <a:ext cx="1397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0" imgH="0" progId="Equation.3">
                  <p:embed/>
                </p:oleObj>
              </mc:Choice>
              <mc:Fallback>
                <p:oleObj name="Equation" r:id="rId21" imgW="0" imgH="0" progId="Equation.3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0" y="4257675"/>
                        <a:ext cx="1397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96" name="Text Box 84">
            <a:extLst>
              <a:ext uri="{FF2B5EF4-FFF2-40B4-BE49-F238E27FC236}">
                <a16:creationId xmlns:a16="http://schemas.microsoft.com/office/drawing/2014/main" id="{66F08762-C40B-96BB-D9DA-E796DD7A1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8950" y="4724400"/>
            <a:ext cx="990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i.e.</a:t>
            </a:r>
            <a:endParaRPr lang="zh-CN" altLang="en-US" sz="2400"/>
          </a:p>
        </p:txBody>
      </p:sp>
      <p:graphicFrame>
        <p:nvGraphicFramePr>
          <p:cNvPr id="13397" name="Object 85">
            <a:extLst>
              <a:ext uri="{FF2B5EF4-FFF2-40B4-BE49-F238E27FC236}">
                <a16:creationId xmlns:a16="http://schemas.microsoft.com/office/drawing/2014/main" id="{C2022F28-7C23-50F7-EFB4-CA316BCDD9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4800600"/>
          <a:ext cx="1485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0" imgH="0" progId="Equation.3">
                  <p:embed/>
                </p:oleObj>
              </mc:Choice>
              <mc:Fallback>
                <p:oleObj name="Equation" r:id="rId23" imgW="0" imgH="0" progId="Equation.3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800600"/>
                        <a:ext cx="1485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98" name="Text Box 86">
            <a:extLst>
              <a:ext uri="{FF2B5EF4-FFF2-40B4-BE49-F238E27FC236}">
                <a16:creationId xmlns:a16="http://schemas.microsoft.com/office/drawing/2014/main" id="{83FB6AFE-626E-01B5-9AEB-6D722910E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0" y="5260975"/>
            <a:ext cx="1219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Corollary:</a:t>
            </a:r>
            <a:endParaRPr lang="en-US" altLang="zh-CN" sz="2400"/>
          </a:p>
        </p:txBody>
      </p:sp>
      <p:grpSp>
        <p:nvGrpSpPr>
          <p:cNvPr id="13426" name="Group 114">
            <a:extLst>
              <a:ext uri="{FF2B5EF4-FFF2-40B4-BE49-F238E27FC236}">
                <a16:creationId xmlns:a16="http://schemas.microsoft.com/office/drawing/2014/main" id="{9A46D15E-ABB9-B60F-407E-04FF16A5E61B}"/>
              </a:ext>
            </a:extLst>
          </p:cNvPr>
          <p:cNvGrpSpPr>
            <a:grpSpLocks/>
          </p:cNvGrpSpPr>
          <p:nvPr/>
        </p:nvGrpSpPr>
        <p:grpSpPr bwMode="auto">
          <a:xfrm>
            <a:off x="6454775" y="1600200"/>
            <a:ext cx="2387600" cy="2217738"/>
            <a:chOff x="4066" y="1051"/>
            <a:chExt cx="1504" cy="1397"/>
          </a:xfrm>
        </p:grpSpPr>
        <p:sp>
          <p:nvSpPr>
            <p:cNvPr id="18471" name="Line 12">
              <a:extLst>
                <a:ext uri="{FF2B5EF4-FFF2-40B4-BE49-F238E27FC236}">
                  <a16:creationId xmlns:a16="http://schemas.microsoft.com/office/drawing/2014/main" id="{200CC9B6-32EA-83D7-E1F1-5A87354001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6" y="1526"/>
              <a:ext cx="0" cy="7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2" name="Line 11">
              <a:extLst>
                <a:ext uri="{FF2B5EF4-FFF2-40B4-BE49-F238E27FC236}">
                  <a16:creationId xmlns:a16="http://schemas.microsoft.com/office/drawing/2014/main" id="{A87EC9CC-F1E6-D28E-F1F7-E9EC9E6F7C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6" y="1949"/>
              <a:ext cx="0" cy="3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473" name="Group 113">
              <a:extLst>
                <a:ext uri="{FF2B5EF4-FFF2-40B4-BE49-F238E27FC236}">
                  <a16:creationId xmlns:a16="http://schemas.microsoft.com/office/drawing/2014/main" id="{84A251E5-7860-3BD6-18FF-6D6670E9F9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6" y="1051"/>
              <a:ext cx="1504" cy="1397"/>
              <a:chOff x="4066" y="1051"/>
              <a:chExt cx="1504" cy="1397"/>
            </a:xfrm>
          </p:grpSpPr>
          <p:sp>
            <p:nvSpPr>
              <p:cNvPr id="18474" name="Line 25">
                <a:extLst>
                  <a:ext uri="{FF2B5EF4-FFF2-40B4-BE49-F238E27FC236}">
                    <a16:creationId xmlns:a16="http://schemas.microsoft.com/office/drawing/2014/main" id="{1BE22D55-6B12-E7BA-2E5B-A12EE79EC2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80" y="1915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8475" name="Object 27">
                <a:extLst>
                  <a:ext uri="{FF2B5EF4-FFF2-40B4-BE49-F238E27FC236}">
                    <a16:creationId xmlns:a16="http://schemas.microsoft.com/office/drawing/2014/main" id="{49C2D183-4932-F3F9-5ECE-F3D64221F64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66" y="1845"/>
              <a:ext cx="158" cy="1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5" imgW="0" imgH="0" progId="Equation.3">
                      <p:embed/>
                    </p:oleObj>
                  </mc:Choice>
                  <mc:Fallback>
                    <p:oleObj name="Equation" r:id="rId25" imgW="0" imgH="0" progId="Equation.3">
                      <p:embed/>
                      <p:pic>
                        <p:nvPicPr>
                          <p:cNvPr id="0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66" y="1845"/>
                            <a:ext cx="158" cy="17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8476" name="Group 112">
                <a:extLst>
                  <a:ext uri="{FF2B5EF4-FFF2-40B4-BE49-F238E27FC236}">
                    <a16:creationId xmlns:a16="http://schemas.microsoft.com/office/drawing/2014/main" id="{6F4AA9ED-B14D-8EC0-DE06-2CDFAFC94E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87" y="1051"/>
                <a:ext cx="1483" cy="1397"/>
                <a:chOff x="4087" y="1051"/>
                <a:chExt cx="1483" cy="1397"/>
              </a:xfrm>
            </p:grpSpPr>
            <p:graphicFrame>
              <p:nvGraphicFramePr>
                <p:cNvPr id="18479" name="Object 13">
                  <a:extLst>
                    <a:ext uri="{FF2B5EF4-FFF2-40B4-BE49-F238E27FC236}">
                      <a16:creationId xmlns:a16="http://schemas.microsoft.com/office/drawing/2014/main" id="{E184F812-E66A-0153-04C2-9A36EFEAF399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5254" y="2261"/>
                <a:ext cx="122" cy="18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7" imgW="0" imgH="0" progId="Equation.3">
                        <p:embed/>
                      </p:oleObj>
                    </mc:Choice>
                    <mc:Fallback>
                      <p:oleObj name="Equation" r:id="rId27" imgW="0" imgH="0" progId="Equation.3">
                        <p:embed/>
                        <p:pic>
                          <p:nvPicPr>
                            <p:cNvPr id="0" name="Object 1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54" y="2261"/>
                              <a:ext cx="122" cy="18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8480" name="Line 6">
                  <a:extLst>
                    <a:ext uri="{FF2B5EF4-FFF2-40B4-BE49-F238E27FC236}">
                      <a16:creationId xmlns:a16="http://schemas.microsoft.com/office/drawing/2014/main" id="{56BC3BF0-A421-66F7-D7B7-2B847DE89C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285" y="1051"/>
                  <a:ext cx="0" cy="12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81" name="Line 5">
                  <a:extLst>
                    <a:ext uri="{FF2B5EF4-FFF2-40B4-BE49-F238E27FC236}">
                      <a16:creationId xmlns:a16="http://schemas.microsoft.com/office/drawing/2014/main" id="{19CCF6DD-1A8F-E4A3-BB47-A8A7246FBF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06" y="2251"/>
                  <a:ext cx="124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8482" name="Object 7">
                  <a:extLst>
                    <a:ext uri="{FF2B5EF4-FFF2-40B4-BE49-F238E27FC236}">
                      <a16:creationId xmlns:a16="http://schemas.microsoft.com/office/drawing/2014/main" id="{074E87AF-503A-BFA6-1707-7205779DCAE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5440" y="2280"/>
                <a:ext cx="130" cy="1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9" imgW="0" imgH="0" progId="Equation.3">
                        <p:embed/>
                      </p:oleObj>
                    </mc:Choice>
                    <mc:Fallback>
                      <p:oleObj name="Equation" r:id="rId29" imgW="0" imgH="0" progId="Equation.3">
                        <p:embed/>
                        <p:pic>
                          <p:nvPicPr>
                            <p:cNvPr id="0" name="Object 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440" y="2280"/>
                              <a:ext cx="130" cy="13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8483" name="Object 8">
                  <a:extLst>
                    <a:ext uri="{FF2B5EF4-FFF2-40B4-BE49-F238E27FC236}">
                      <a16:creationId xmlns:a16="http://schemas.microsoft.com/office/drawing/2014/main" id="{D74AB8FC-5CA7-8E5B-15AE-B520E5FD9087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164" y="2272"/>
                <a:ext cx="123" cy="1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1" imgW="0" imgH="0" progId="Equation.3">
                        <p:embed/>
                      </p:oleObj>
                    </mc:Choice>
                    <mc:Fallback>
                      <p:oleObj name="Equation" r:id="rId31" imgW="0" imgH="0" progId="Equation.3">
                        <p:embed/>
                        <p:pic>
                          <p:nvPicPr>
                            <p:cNvPr id="0" name="Object 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64" y="2272"/>
                              <a:ext cx="123" cy="13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8484" name="Object 9">
                  <a:extLst>
                    <a:ext uri="{FF2B5EF4-FFF2-40B4-BE49-F238E27FC236}">
                      <a16:creationId xmlns:a16="http://schemas.microsoft.com/office/drawing/2014/main" id="{5EAC42A1-49BD-0863-18F8-B146CB5C4A74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087" y="1070"/>
                <a:ext cx="137" cy="17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3" imgW="0" imgH="0" progId="Equation.3">
                        <p:embed/>
                      </p:oleObj>
                    </mc:Choice>
                    <mc:Fallback>
                      <p:oleObj name="Equation" r:id="rId33" imgW="0" imgH="0" progId="Equation.3">
                        <p:embed/>
                        <p:pic>
                          <p:nvPicPr>
                            <p:cNvPr id="0" name="Object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87" y="1070"/>
                              <a:ext cx="137" cy="17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8485" name="Object 10">
                  <a:extLst>
                    <a:ext uri="{FF2B5EF4-FFF2-40B4-BE49-F238E27FC236}">
                      <a16:creationId xmlns:a16="http://schemas.microsoft.com/office/drawing/2014/main" id="{C9259D28-8B2E-7235-41C5-2DF25BBF7367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416" y="2276"/>
                <a:ext cx="130" cy="1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5" imgW="0" imgH="0" progId="Equation.3">
                        <p:embed/>
                      </p:oleObj>
                    </mc:Choice>
                    <mc:Fallback>
                      <p:oleObj name="Equation" r:id="rId35" imgW="0" imgH="0" progId="Equation.3">
                        <p:embed/>
                        <p:pic>
                          <p:nvPicPr>
                            <p:cNvPr id="0" name="Object 1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16" y="2276"/>
                              <a:ext cx="130" cy="13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8486" name="Object 14">
                  <a:extLst>
                    <a:ext uri="{FF2B5EF4-FFF2-40B4-BE49-F238E27FC236}">
                      <a16:creationId xmlns:a16="http://schemas.microsoft.com/office/drawing/2014/main" id="{83263175-39AA-D7F9-F8A2-4807D0EC72FF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532" y="1152"/>
                <a:ext cx="748" cy="23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7" imgW="0" imgH="0" progId="Equation.3">
                        <p:embed/>
                      </p:oleObj>
                    </mc:Choice>
                    <mc:Fallback>
                      <p:oleObj name="Equation" r:id="rId37" imgW="0" imgH="0" progId="Equation.3">
                        <p:embed/>
                        <p:pic>
                          <p:nvPicPr>
                            <p:cNvPr id="0" name="Object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32" y="1152"/>
                              <a:ext cx="748" cy="23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8487" name="Freeform 59">
                  <a:extLst>
                    <a:ext uri="{FF2B5EF4-FFF2-40B4-BE49-F238E27FC236}">
                      <a16:creationId xmlns:a16="http://schemas.microsoft.com/office/drawing/2014/main" id="{03C9F85A-320B-553D-6196-12501E6E6F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96" y="1397"/>
                  <a:ext cx="820" cy="770"/>
                </a:xfrm>
                <a:custGeom>
                  <a:avLst/>
                  <a:gdLst>
                    <a:gd name="T0" fmla="*/ 0 w 912"/>
                    <a:gd name="T1" fmla="*/ 377 h 856"/>
                    <a:gd name="T2" fmla="*/ 156 w 912"/>
                    <a:gd name="T3" fmla="*/ 504 h 856"/>
                    <a:gd name="T4" fmla="*/ 314 w 912"/>
                    <a:gd name="T5" fmla="*/ 31 h 856"/>
                    <a:gd name="T6" fmla="*/ 439 w 912"/>
                    <a:gd name="T7" fmla="*/ 315 h 856"/>
                    <a:gd name="T8" fmla="*/ 596 w 912"/>
                    <a:gd name="T9" fmla="*/ 94 h 8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912" h="856">
                      <a:moveTo>
                        <a:pt x="0" y="576"/>
                      </a:moveTo>
                      <a:cubicBezTo>
                        <a:pt x="80" y="716"/>
                        <a:pt x="160" y="856"/>
                        <a:pt x="240" y="768"/>
                      </a:cubicBezTo>
                      <a:cubicBezTo>
                        <a:pt x="320" y="680"/>
                        <a:pt x="408" y="96"/>
                        <a:pt x="480" y="48"/>
                      </a:cubicBezTo>
                      <a:cubicBezTo>
                        <a:pt x="552" y="0"/>
                        <a:pt x="600" y="464"/>
                        <a:pt x="672" y="480"/>
                      </a:cubicBezTo>
                      <a:cubicBezTo>
                        <a:pt x="744" y="496"/>
                        <a:pt x="872" y="200"/>
                        <a:pt x="912" y="144"/>
                      </a:cubicBezTo>
                    </a:path>
                  </a:pathLst>
                </a:cu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8477" name="Object 28">
                <a:extLst>
                  <a:ext uri="{FF2B5EF4-FFF2-40B4-BE49-F238E27FC236}">
                    <a16:creationId xmlns:a16="http://schemas.microsoft.com/office/drawing/2014/main" id="{B0DC92A5-4FEE-5F18-60C9-D250E086878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115" y="1460"/>
              <a:ext cx="157" cy="1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9" imgW="0" imgH="0" progId="Equation.3">
                      <p:embed/>
                    </p:oleObj>
                  </mc:Choice>
                  <mc:Fallback>
                    <p:oleObj name="Equation" r:id="rId39" imgW="0" imgH="0" progId="Equation.3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15" y="1460"/>
                            <a:ext cx="157" cy="1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478" name="Line 60">
                <a:extLst>
                  <a:ext uri="{FF2B5EF4-FFF2-40B4-BE49-F238E27FC236}">
                    <a16:creationId xmlns:a16="http://schemas.microsoft.com/office/drawing/2014/main" id="{5337336D-83A0-5C5C-E6D1-31A2F1B9CE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80" y="1526"/>
                <a:ext cx="10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3376" name="Line 64">
            <a:extLst>
              <a:ext uri="{FF2B5EF4-FFF2-40B4-BE49-F238E27FC236}">
                <a16:creationId xmlns:a16="http://schemas.microsoft.com/office/drawing/2014/main" id="{1EEE3B61-7DEC-896E-F941-FAF032962BD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5613" y="2616200"/>
            <a:ext cx="1871662" cy="0"/>
          </a:xfrm>
          <a:prstGeom prst="line">
            <a:avLst/>
          </a:prstGeom>
          <a:noFill/>
          <a:ln w="9525">
            <a:solidFill>
              <a:srgbClr val="66FF99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377" name="Object 65">
            <a:extLst>
              <a:ext uri="{FF2B5EF4-FFF2-40B4-BE49-F238E27FC236}">
                <a16:creationId xmlns:a16="http://schemas.microsoft.com/office/drawing/2014/main" id="{B1BD1E57-0C0F-3882-83D5-1C5CAD2530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3663" y="2522538"/>
          <a:ext cx="261937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0" imgH="0" progId="Equation.3">
                  <p:embed/>
                </p:oleObj>
              </mc:Choice>
              <mc:Fallback>
                <p:oleObj name="Equation" r:id="rId41" imgW="0" imgH="0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2522538"/>
                        <a:ext cx="261937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78" name="Line 66">
            <a:extLst>
              <a:ext uri="{FF2B5EF4-FFF2-40B4-BE49-F238E27FC236}">
                <a16:creationId xmlns:a16="http://schemas.microsoft.com/office/drawing/2014/main" id="{C3FE475D-9E93-CF21-897F-666F37A7D37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7788" y="2616200"/>
            <a:ext cx="0" cy="892175"/>
          </a:xfrm>
          <a:prstGeom prst="line">
            <a:avLst/>
          </a:prstGeom>
          <a:noFill/>
          <a:ln w="9525">
            <a:solidFill>
              <a:srgbClr val="66FF99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379" name="Object 67">
            <a:extLst>
              <a:ext uri="{FF2B5EF4-FFF2-40B4-BE49-F238E27FC236}">
                <a16:creationId xmlns:a16="http://schemas.microsoft.com/office/drawing/2014/main" id="{A179CCD8-109A-EFFE-C61C-0506DB1A97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0" y="3536950"/>
          <a:ext cx="220663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0" imgH="0" progId="Equation.3">
                  <p:embed/>
                </p:oleObj>
              </mc:Choice>
              <mc:Fallback>
                <p:oleObj name="Equation" r:id="rId43" imgW="0" imgH="0" progId="Equation.3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3536950"/>
                        <a:ext cx="220663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99" name="Line 87">
            <a:extLst>
              <a:ext uri="{FF2B5EF4-FFF2-40B4-BE49-F238E27FC236}">
                <a16:creationId xmlns:a16="http://schemas.microsoft.com/office/drawing/2014/main" id="{64D8450B-3866-0BF2-7CCE-02CF521CC6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05613" y="3302000"/>
            <a:ext cx="617537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00" name="Line 88">
            <a:extLst>
              <a:ext uri="{FF2B5EF4-FFF2-40B4-BE49-F238E27FC236}">
                <a16:creationId xmlns:a16="http://schemas.microsoft.com/office/drawing/2014/main" id="{60467540-4AA7-BB4A-7396-AE0140646E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05613" y="2205038"/>
            <a:ext cx="1028700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01" name="Line 89">
            <a:extLst>
              <a:ext uri="{FF2B5EF4-FFF2-40B4-BE49-F238E27FC236}">
                <a16:creationId xmlns:a16="http://schemas.microsoft.com/office/drawing/2014/main" id="{110D925F-86C7-24CF-592A-22F4D2DAA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0850" y="2198688"/>
            <a:ext cx="0" cy="1096962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04" name="Text Box 92">
            <a:extLst>
              <a:ext uri="{FF2B5EF4-FFF2-40B4-BE49-F238E27FC236}">
                <a16:creationId xmlns:a16="http://schemas.microsoft.com/office/drawing/2014/main" id="{1DFE23DA-3711-57C0-1B7A-C2F6B7F10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3850" y="1371600"/>
            <a:ext cx="7620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使</a:t>
            </a:r>
          </a:p>
        </p:txBody>
      </p:sp>
      <p:graphicFrame>
        <p:nvGraphicFramePr>
          <p:cNvPr id="13405" name="Object 93">
            <a:extLst>
              <a:ext uri="{FF2B5EF4-FFF2-40B4-BE49-F238E27FC236}">
                <a16:creationId xmlns:a16="http://schemas.microsoft.com/office/drawing/2014/main" id="{072FCEF4-8030-446D-4320-21C568E478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1412875"/>
          <a:ext cx="1447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0" imgH="0" progId="Equation.3">
                  <p:embed/>
                </p:oleObj>
              </mc:Choice>
              <mc:Fallback>
                <p:oleObj name="Equation" r:id="rId45" imgW="0" imgH="0" progId="Equation.3">
                  <p:embed/>
                  <p:pic>
                    <p:nvPicPr>
                      <p:cNvPr id="0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1412875"/>
                        <a:ext cx="1447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07" name="Text Box 95">
            <a:extLst>
              <a:ext uri="{FF2B5EF4-FFF2-40B4-BE49-F238E27FC236}">
                <a16:creationId xmlns:a16="http://schemas.microsoft.com/office/drawing/2014/main" id="{56534B63-3798-CE04-19AC-5BC0F6239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5813" y="765175"/>
            <a:ext cx="13340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至少 </a:t>
            </a:r>
            <a:r>
              <a:rPr lang="en-US" altLang="zh-CN" sz="2400"/>
              <a:t>has</a:t>
            </a:r>
            <a:endParaRPr lang="zh-CN" altLang="en-US" sz="2400"/>
          </a:p>
        </p:txBody>
      </p:sp>
      <p:sp>
        <p:nvSpPr>
          <p:cNvPr id="13408" name="Text Box 96">
            <a:extLst>
              <a:ext uri="{FF2B5EF4-FFF2-40B4-BE49-F238E27FC236}">
                <a16:creationId xmlns:a16="http://schemas.microsoft.com/office/drawing/2014/main" id="{2EB6BCE3-A8A2-12C6-29BC-1DA0CED2E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3688" y="5218113"/>
            <a:ext cx="56605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/>
              <a:t>inclosed interval on 's continuousfunction</a:t>
            </a:r>
            <a:endParaRPr lang="zh-CN" altLang="en-US" sz="2400"/>
          </a:p>
        </p:txBody>
      </p:sp>
      <p:sp>
        <p:nvSpPr>
          <p:cNvPr id="13409" name="Text Box 97">
            <a:extLst>
              <a:ext uri="{FF2B5EF4-FFF2-40B4-BE49-F238E27FC236}">
                <a16:creationId xmlns:a16="http://schemas.microsoft.com/office/drawing/2014/main" id="{9901F596-01F4-2586-DC13-D72B64A1A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2800" y="5211763"/>
            <a:ext cx="56236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/>
              <a:t>must take get</a:t>
            </a:r>
            <a:r>
              <a:rPr lang="zh-CN" altLang="en-GB" sz="2400"/>
              <a:t>介于</a:t>
            </a:r>
            <a:r>
              <a:rPr lang="en-GB" altLang="zh-CN" sz="2400"/>
              <a:t>minimum value and </a:t>
            </a:r>
            <a:r>
              <a:rPr lang="zh-CN" altLang="en-GB" sz="2400"/>
              <a:t>最</a:t>
            </a:r>
            <a:endParaRPr lang="zh-CN" altLang="en-US" sz="2400"/>
          </a:p>
        </p:txBody>
      </p:sp>
      <p:sp>
        <p:nvSpPr>
          <p:cNvPr id="13410" name="Text Box 98">
            <a:extLst>
              <a:ext uri="{FF2B5EF4-FFF2-40B4-BE49-F238E27FC236}">
                <a16:creationId xmlns:a16="http://schemas.microsoft.com/office/drawing/2014/main" id="{1B466C5B-BC75-8D4B-AF46-75EFADDE0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5799138"/>
            <a:ext cx="46458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GB" sz="2400"/>
              <a:t>大 </a:t>
            </a:r>
            <a:r>
              <a:rPr lang="en-GB" altLang="zh-CN" sz="2400"/>
              <a:t>valuebetween's </a:t>
            </a:r>
            <a:r>
              <a:rPr lang="zh-CN" altLang="en-GB" sz="2400"/>
              <a:t>任 </a:t>
            </a:r>
            <a:r>
              <a:rPr lang="en-GB" altLang="zh-CN" sz="2400"/>
              <a:t>what value .</a:t>
            </a:r>
            <a:endParaRPr lang="en-US" altLang="zh-CN" sz="240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3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3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3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3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3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3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3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3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3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3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3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3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3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3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13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34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3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13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13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13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13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44" grpId="0" autoUpdateAnimBg="0"/>
      <p:bldP spid="13360" grpId="0" autoUpdateAnimBg="0"/>
      <p:bldP spid="13363" grpId="0" autoUpdateAnimBg="0"/>
      <p:bldP spid="13364" grpId="0" autoUpdateAnimBg="0"/>
      <p:bldP spid="13380" grpId="0" autoUpdateAnimBg="0"/>
      <p:bldP spid="13382" grpId="0" autoUpdateAnimBg="0"/>
      <p:bldP spid="13385" grpId="0" autoUpdateAnimBg="0"/>
      <p:bldP spid="13389" grpId="0" autoUpdateAnimBg="0"/>
      <p:bldP spid="13392" grpId="0" autoUpdateAnimBg="0"/>
      <p:bldP spid="13396" grpId="0" autoUpdateAnimBg="0"/>
      <p:bldP spid="13398" grpId="0" autoUpdateAnimBg="0"/>
      <p:bldP spid="13404" grpId="0" autoUpdateAnimBg="0"/>
      <p:bldP spid="13407" grpId="0" build="p" autoUpdateAnimBg="0"/>
      <p:bldP spid="13408" grpId="0" build="p" autoUpdateAnimBg="0"/>
      <p:bldP spid="13409" grpId="0" build="p" autoUpdateAnimBg="0"/>
      <p:bldP spid="13410" grpId="0" build="p" autoUpdateAnimBg="0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DE839FB0-2C14-E8AE-AB08-C518FB6650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34938"/>
            <a:ext cx="2473325" cy="627062"/>
          </a:xfrm>
        </p:spPr>
        <p:txBody>
          <a:bodyPr/>
          <a:lstStyle/>
          <a:p>
            <a:pPr eaLnBrk="1" hangingPunct="1"/>
            <a:r>
              <a:rPr lang="en-US" altLang="zh-CN" sz="2400" b="1">
                <a:ea typeface="楷体_GB2312" pitchFamily="49" charset="-122"/>
              </a:rPr>
              <a:t>Example1. Proofequation</a:t>
            </a:r>
            <a:endParaRPr lang="zh-CN" altLang="en-US" sz="2400">
              <a:ea typeface="楷体_GB2312" pitchFamily="49" charset="-122"/>
            </a:endParaRPr>
          </a:p>
        </p:txBody>
      </p:sp>
      <p:graphicFrame>
        <p:nvGraphicFramePr>
          <p:cNvPr id="19458" name="Object 3">
            <a:extLst>
              <a:ext uri="{FF2B5EF4-FFF2-40B4-BE49-F238E27FC236}">
                <a16:creationId xmlns:a16="http://schemas.microsoft.com/office/drawing/2014/main" id="{0F58C743-CE30-710B-8DC5-42AD080E52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4775" y="163513"/>
          <a:ext cx="2298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4775" y="163513"/>
                        <a:ext cx="2298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Text Box 5">
            <a:extLst>
              <a:ext uri="{FF2B5EF4-FFF2-40B4-BE49-F238E27FC236}">
                <a16:creationId xmlns:a16="http://schemas.microsoft.com/office/drawing/2014/main" id="{6E80F3FF-6F1D-EC38-7C77-54EA8A780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5238" y="693738"/>
            <a:ext cx="1558925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400">
                <a:latin typeface="+mn-ea"/>
                <a:ea typeface="+mn-ea"/>
              </a:rPr>
              <a:t>一 </a:t>
            </a:r>
            <a:r>
              <a:rPr lang="en-US" altLang="zh-CN" sz="2400">
                <a:latin typeface="+mn-ea"/>
                <a:ea typeface="+mn-ea"/>
              </a:rPr>
              <a:t>root .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14342" name="Text Box 6">
            <a:extLst>
              <a:ext uri="{FF2B5EF4-FFF2-40B4-BE49-F238E27FC236}">
                <a16:creationId xmlns:a16="http://schemas.microsoft.com/office/drawing/2014/main" id="{1F5588CB-9169-5B7A-A040-EE70D9987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243013"/>
            <a:ext cx="15113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Proof: clearly</a:t>
            </a:r>
            <a:endParaRPr lang="zh-CN" altLang="en-US" sz="2400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graphicFrame>
        <p:nvGraphicFramePr>
          <p:cNvPr id="14343" name="Object 7">
            <a:extLst>
              <a:ext uri="{FF2B5EF4-FFF2-40B4-BE49-F238E27FC236}">
                <a16:creationId xmlns:a16="http://schemas.microsoft.com/office/drawing/2014/main" id="{8BE419AD-554F-20B0-504D-99157470E3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1192213"/>
          <a:ext cx="4279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1192213"/>
                        <a:ext cx="4279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4" name="Text Box 8">
            <a:extLst>
              <a:ext uri="{FF2B5EF4-FFF2-40B4-BE49-F238E27FC236}">
                <a16:creationId xmlns:a16="http://schemas.microsoft.com/office/drawing/2014/main" id="{A379B015-B2DE-D38C-32D5-36F3ED8AB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0" y="1235075"/>
            <a:ext cx="7620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又</a:t>
            </a:r>
          </a:p>
        </p:txBody>
      </p:sp>
      <p:graphicFrame>
        <p:nvGraphicFramePr>
          <p:cNvPr id="14345" name="Object 9">
            <a:extLst>
              <a:ext uri="{FF2B5EF4-FFF2-40B4-BE49-F238E27FC236}">
                <a16:creationId xmlns:a16="http://schemas.microsoft.com/office/drawing/2014/main" id="{A46A3BEF-0893-417C-DC06-B3049C8EF2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8700" y="1879600"/>
          <a:ext cx="1892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00" y="1879600"/>
                        <a:ext cx="1892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10">
            <a:extLst>
              <a:ext uri="{FF2B5EF4-FFF2-40B4-BE49-F238E27FC236}">
                <a16:creationId xmlns:a16="http://schemas.microsoft.com/office/drawing/2014/main" id="{E8DF8885-C005-520D-0DB8-9EB53CDF47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1813" y="1857375"/>
          <a:ext cx="2032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1813" y="1857375"/>
                        <a:ext cx="2032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7" name="Text Box 11">
            <a:extLst>
              <a:ext uri="{FF2B5EF4-FFF2-40B4-BE49-F238E27FC236}">
                <a16:creationId xmlns:a16="http://schemas.microsoft.com/office/drawing/2014/main" id="{B155535F-D4AC-7714-EE6F-FD1A95150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438" y="2401888"/>
            <a:ext cx="4800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hence according tozero pointTheorem, </a:t>
            </a:r>
            <a:r>
              <a:rPr lang="zh-CN" altLang="en-US" sz="2400"/>
              <a:t>至少</a:t>
            </a:r>
            <a:r>
              <a:rPr lang="en-US" altLang="zh-CN" sz="2400"/>
              <a:t>existence</a:t>
            </a:r>
            <a:r>
              <a:rPr lang="zh-CN" altLang="en-US" sz="2400"/>
              <a:t>一 </a:t>
            </a:r>
            <a:r>
              <a:rPr lang="en-US" altLang="zh-CN" sz="2400"/>
              <a:t>point</a:t>
            </a:r>
            <a:endParaRPr lang="zh-CN" altLang="en-US" sz="2400"/>
          </a:p>
        </p:txBody>
      </p:sp>
      <p:graphicFrame>
        <p:nvGraphicFramePr>
          <p:cNvPr id="14348" name="Object 12">
            <a:extLst>
              <a:ext uri="{FF2B5EF4-FFF2-40B4-BE49-F238E27FC236}">
                <a16:creationId xmlns:a16="http://schemas.microsoft.com/office/drawing/2014/main" id="{BFE291D6-1BDF-4D09-38A9-86A186E669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2457450"/>
          <a:ext cx="1422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457450"/>
                        <a:ext cx="1422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9" name="Text Box 13">
            <a:extLst>
              <a:ext uri="{FF2B5EF4-FFF2-40B4-BE49-F238E27FC236}">
                <a16:creationId xmlns:a16="http://schemas.microsoft.com/office/drawing/2014/main" id="{DF53A3E2-B8DD-8AA0-7E4A-36157ED87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0" y="2390775"/>
            <a:ext cx="7620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使</a:t>
            </a:r>
          </a:p>
        </p:txBody>
      </p:sp>
      <p:graphicFrame>
        <p:nvGraphicFramePr>
          <p:cNvPr id="14350" name="Object 14">
            <a:extLst>
              <a:ext uri="{FF2B5EF4-FFF2-40B4-BE49-F238E27FC236}">
                <a16:creationId xmlns:a16="http://schemas.microsoft.com/office/drawing/2014/main" id="{FC103ED1-7A05-ECB5-E0CD-4AE934AB56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9563" y="2438400"/>
          <a:ext cx="1422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2438400"/>
                        <a:ext cx="1422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1" name="Text Box 15">
            <a:extLst>
              <a:ext uri="{FF2B5EF4-FFF2-40B4-BE49-F238E27FC236}">
                <a16:creationId xmlns:a16="http://schemas.microsoft.com/office/drawing/2014/main" id="{5AE03A06-655C-A7FC-7623-E1AACAFD8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2390775"/>
            <a:ext cx="609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i.e.</a:t>
            </a:r>
            <a:endParaRPr lang="zh-CN" altLang="en-US" sz="2400"/>
          </a:p>
        </p:txBody>
      </p:sp>
      <p:graphicFrame>
        <p:nvGraphicFramePr>
          <p:cNvPr id="14352" name="Object 16">
            <a:extLst>
              <a:ext uri="{FF2B5EF4-FFF2-40B4-BE49-F238E27FC236}">
                <a16:creationId xmlns:a16="http://schemas.microsoft.com/office/drawing/2014/main" id="{E77F14A4-CE80-BF12-4854-E304C22D10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2921000"/>
          <a:ext cx="2324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921000"/>
                        <a:ext cx="2324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3" name="Text Box 17">
            <a:extLst>
              <a:ext uri="{FF2B5EF4-FFF2-40B4-BE49-F238E27FC236}">
                <a16:creationId xmlns:a16="http://schemas.microsoft.com/office/drawing/2014/main" id="{72067808-302C-D208-E0A7-9A62489B8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75" y="3513138"/>
            <a:ext cx="1289050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Note:</a:t>
            </a:r>
            <a:endParaRPr lang="en-US" altLang="zh-CN" sz="2400" b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graphicFrame>
        <p:nvGraphicFramePr>
          <p:cNvPr id="14355" name="Object 19">
            <a:extLst>
              <a:ext uri="{FF2B5EF4-FFF2-40B4-BE49-F238E27FC236}">
                <a16:creationId xmlns:a16="http://schemas.microsoft.com/office/drawing/2014/main" id="{71D16876-08C4-098C-E626-5E10EF90C8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46338" y="3979863"/>
          <a:ext cx="876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338" y="3979863"/>
                        <a:ext cx="876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6" name="Object 20">
            <a:extLst>
              <a:ext uri="{FF2B5EF4-FFF2-40B4-BE49-F238E27FC236}">
                <a16:creationId xmlns:a16="http://schemas.microsoft.com/office/drawing/2014/main" id="{41C8F78E-18B8-A942-F241-077785DCC1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68675" y="3992563"/>
          <a:ext cx="1905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675" y="3992563"/>
                        <a:ext cx="1905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7" name="Text Box 21">
            <a:extLst>
              <a:ext uri="{FF2B5EF4-FFF2-40B4-BE49-F238E27FC236}">
                <a16:creationId xmlns:a16="http://schemas.microsoft.com/office/drawing/2014/main" id="{B838030D-258E-1E53-B079-57EE343E10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7013" y="4648200"/>
            <a:ext cx="3013075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GB" altLang="zh-CN" sz="2400">
                <a:latin typeface="+mn-ea"/>
                <a:ea typeface="+mn-ea"/>
              </a:rPr>
              <a:t>inside must has equation's root ;</a:t>
            </a:r>
            <a:endParaRPr lang="en-US" altLang="zh-CN" sz="2400" dirty="0">
              <a:latin typeface="+mn-ea"/>
              <a:ea typeface="+mn-ea"/>
            </a:endParaRPr>
          </a:p>
        </p:txBody>
      </p:sp>
      <p:graphicFrame>
        <p:nvGraphicFramePr>
          <p:cNvPr id="14358" name="Object 22">
            <a:extLst>
              <a:ext uri="{FF2B5EF4-FFF2-40B4-BE49-F238E27FC236}">
                <a16:creationId xmlns:a16="http://schemas.microsoft.com/office/drawing/2014/main" id="{501B0CCB-DEAE-7D5F-7E0A-666EF5A76A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4660900"/>
          <a:ext cx="78263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660900"/>
                        <a:ext cx="78263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9" name="Text Box 23">
            <a:extLst>
              <a:ext uri="{FF2B5EF4-FFF2-40B4-BE49-F238E27FC236}">
                <a16:creationId xmlns:a16="http://schemas.microsoft.com/office/drawing/2014/main" id="{25EE28A9-1D57-0F99-FE43-7D0DA6CA2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181600"/>
            <a:ext cx="685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take</a:t>
            </a:r>
            <a:endParaRPr lang="zh-CN" altLang="en-US" sz="2400"/>
          </a:p>
        </p:txBody>
      </p:sp>
      <p:graphicFrame>
        <p:nvGraphicFramePr>
          <p:cNvPr id="14360" name="Object 24">
            <a:extLst>
              <a:ext uri="{FF2B5EF4-FFF2-40B4-BE49-F238E27FC236}">
                <a16:creationId xmlns:a16="http://schemas.microsoft.com/office/drawing/2014/main" id="{EFD70A54-E66E-0EC1-CD07-53E878AB2A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5175" y="5157788"/>
          <a:ext cx="6826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75" y="5157788"/>
                        <a:ext cx="6826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1" name="Text Box 25">
            <a:extLst>
              <a:ext uri="{FF2B5EF4-FFF2-40B4-BE49-F238E27FC236}">
                <a16:creationId xmlns:a16="http://schemas.microsoft.com/office/drawing/2014/main" id="{19E0362B-2D1D-E8E5-B700-2AAFF59ED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5181600"/>
            <a:ext cx="1447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's midpoint</a:t>
            </a:r>
            <a:endParaRPr lang="zh-CN" altLang="en-US" sz="2400"/>
          </a:p>
        </p:txBody>
      </p:sp>
      <p:graphicFrame>
        <p:nvGraphicFramePr>
          <p:cNvPr id="14362" name="Object 26">
            <a:extLst>
              <a:ext uri="{FF2B5EF4-FFF2-40B4-BE49-F238E27FC236}">
                <a16:creationId xmlns:a16="http://schemas.microsoft.com/office/drawing/2014/main" id="{81121406-BFDD-6AC4-2166-79F0DB72D5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41588" y="5173663"/>
          <a:ext cx="876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1588" y="5173663"/>
                        <a:ext cx="876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3" name="Object 27">
            <a:extLst>
              <a:ext uri="{FF2B5EF4-FFF2-40B4-BE49-F238E27FC236}">
                <a16:creationId xmlns:a16="http://schemas.microsoft.com/office/drawing/2014/main" id="{ABD6A76B-8039-FBF2-4CEA-D230CC4124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8850" y="5183188"/>
          <a:ext cx="1384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8850" y="5183188"/>
                        <a:ext cx="1384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4" name="Text Box 28">
            <a:extLst>
              <a:ext uri="{FF2B5EF4-FFF2-40B4-BE49-F238E27FC236}">
                <a16:creationId xmlns:a16="http://schemas.microsoft.com/office/drawing/2014/main" id="{C1961D7B-0007-7269-6292-44420B643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413" y="5775325"/>
            <a:ext cx="30876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/>
              <a:t>inside must has equation's root ;</a:t>
            </a:r>
            <a:endParaRPr lang="en-US" altLang="zh-CN" sz="2400"/>
          </a:p>
        </p:txBody>
      </p:sp>
      <p:graphicFrame>
        <p:nvGraphicFramePr>
          <p:cNvPr id="14365" name="Object 29">
            <a:extLst>
              <a:ext uri="{FF2B5EF4-FFF2-40B4-BE49-F238E27FC236}">
                <a16:creationId xmlns:a16="http://schemas.microsoft.com/office/drawing/2014/main" id="{6B015AFA-4469-6908-F3B2-5FB6C79732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5732463"/>
          <a:ext cx="8064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732463"/>
                        <a:ext cx="80645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6" name="Line 30">
            <a:extLst>
              <a:ext uri="{FF2B5EF4-FFF2-40B4-BE49-F238E27FC236}">
                <a16:creationId xmlns:a16="http://schemas.microsoft.com/office/drawing/2014/main" id="{EA0C07F6-9818-0284-331B-08E555ADCB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3505200"/>
            <a:ext cx="8763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4399" name="Object 63">
            <a:extLst>
              <a:ext uri="{FF2B5EF4-FFF2-40B4-BE49-F238E27FC236}">
                <a16:creationId xmlns:a16="http://schemas.microsoft.com/office/drawing/2014/main" id="{0393A28C-DA81-4D40-4DA2-DBB9072F75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6021388"/>
          <a:ext cx="346075" cy="112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0" imgH="0" progId="Equation.3">
                  <p:embed/>
                </p:oleObj>
              </mc:Choice>
              <mc:Fallback>
                <p:oleObj name="Equation" r:id="rId30" imgW="0" imgH="0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6021388"/>
                        <a:ext cx="346075" cy="112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00" name="Text Box 64">
            <a:extLst>
              <a:ext uri="{FF2B5EF4-FFF2-40B4-BE49-F238E27FC236}">
                <a16:creationId xmlns:a16="http://schemas.microsoft.com/office/drawing/2014/main" id="{1CF7E755-FD0D-3C13-2F3F-6EA487CCB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5791200"/>
            <a:ext cx="3276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/>
              <a:t>can use this</a:t>
            </a:r>
            <a:r>
              <a:rPr lang="zh-CN" altLang="en-GB" sz="2400"/>
              <a:t>法 </a:t>
            </a:r>
            <a:r>
              <a:rPr lang="en-GB" altLang="zh-CN" sz="2400"/>
              <a:t>findapproximateroot.</a:t>
            </a:r>
            <a:endParaRPr lang="en-US" altLang="zh-CN" sz="2400"/>
          </a:p>
        </p:txBody>
      </p:sp>
      <p:sp>
        <p:nvSpPr>
          <p:cNvPr id="14401" name="Rectangle 65">
            <a:extLst>
              <a:ext uri="{FF2B5EF4-FFF2-40B4-BE49-F238E27FC236}">
                <a16:creationId xmlns:a16="http://schemas.microsoft.com/office/drawing/2014/main" id="{3A58320F-C894-6173-1993-70EEBCA19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733800"/>
            <a:ext cx="1219200" cy="457200"/>
          </a:xfrm>
          <a:prstGeom prst="rect">
            <a:avLst/>
          </a:prstGeom>
          <a:solidFill>
            <a:srgbClr val="008000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/>
              <a:t>bisection method</a:t>
            </a:r>
            <a:endParaRPr lang="zh-CN" altLang="en-US" sz="2400" b="1"/>
          </a:p>
        </p:txBody>
      </p:sp>
      <p:grpSp>
        <p:nvGrpSpPr>
          <p:cNvPr id="14380" name="Group 44">
            <a:extLst>
              <a:ext uri="{FF2B5EF4-FFF2-40B4-BE49-F238E27FC236}">
                <a16:creationId xmlns:a16="http://schemas.microsoft.com/office/drawing/2014/main" id="{A6935DB7-1F7F-8BFE-FE95-217C76493E58}"/>
              </a:ext>
            </a:extLst>
          </p:cNvPr>
          <p:cNvGrpSpPr>
            <a:grpSpLocks/>
          </p:cNvGrpSpPr>
          <p:nvPr/>
        </p:nvGrpSpPr>
        <p:grpSpPr bwMode="auto">
          <a:xfrm>
            <a:off x="7599363" y="4876800"/>
            <a:ext cx="279400" cy="595313"/>
            <a:chOff x="4771" y="3216"/>
            <a:chExt cx="221" cy="469"/>
          </a:xfrm>
        </p:grpSpPr>
        <p:graphicFrame>
          <p:nvGraphicFramePr>
            <p:cNvPr id="19520" name="Object 42">
              <a:extLst>
                <a:ext uri="{FF2B5EF4-FFF2-40B4-BE49-F238E27FC236}">
                  <a16:creationId xmlns:a16="http://schemas.microsoft.com/office/drawing/2014/main" id="{D43C186F-5124-2CB7-45B7-C150A70CFD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71" y="3216"/>
            <a:ext cx="221" cy="4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2" imgW="0" imgH="0" progId="Equation.3">
                    <p:embed/>
                  </p:oleObj>
                </mc:Choice>
                <mc:Fallback>
                  <p:oleObj name="公式" r:id="rId32" imgW="0" imgH="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1" y="3216"/>
                          <a:ext cx="221" cy="4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521" name="Oval 38">
              <a:extLst>
                <a:ext uri="{FF2B5EF4-FFF2-40B4-BE49-F238E27FC236}">
                  <a16:creationId xmlns:a16="http://schemas.microsoft.com/office/drawing/2014/main" id="{F64DB5B8-3910-1CF5-1C60-A4E4B3CBF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216"/>
              <a:ext cx="41" cy="4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4379" name="Group 43">
            <a:extLst>
              <a:ext uri="{FF2B5EF4-FFF2-40B4-BE49-F238E27FC236}">
                <a16:creationId xmlns:a16="http://schemas.microsoft.com/office/drawing/2014/main" id="{FA217C6A-97B3-C518-D0D6-D91D9A6E794C}"/>
              </a:ext>
            </a:extLst>
          </p:cNvPr>
          <p:cNvGrpSpPr>
            <a:grpSpLocks/>
          </p:cNvGrpSpPr>
          <p:nvPr/>
        </p:nvGrpSpPr>
        <p:grpSpPr bwMode="auto">
          <a:xfrm>
            <a:off x="7073900" y="4876800"/>
            <a:ext cx="280988" cy="609600"/>
            <a:chOff x="4291" y="3216"/>
            <a:chExt cx="221" cy="480"/>
          </a:xfrm>
        </p:grpSpPr>
        <p:sp>
          <p:nvSpPr>
            <p:cNvPr id="19518" name="Oval 37">
              <a:extLst>
                <a:ext uri="{FF2B5EF4-FFF2-40B4-BE49-F238E27FC236}">
                  <a16:creationId xmlns:a16="http://schemas.microsoft.com/office/drawing/2014/main" id="{3AF1D3BB-8C03-B3C8-7F69-0F7260BFB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5" y="3216"/>
              <a:ext cx="41" cy="4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9519" name="Object 41">
              <a:extLst>
                <a:ext uri="{FF2B5EF4-FFF2-40B4-BE49-F238E27FC236}">
                  <a16:creationId xmlns:a16="http://schemas.microsoft.com/office/drawing/2014/main" id="{F5EAA1B6-129A-BA6F-78BC-B3D4B0EE66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91" y="3250"/>
            <a:ext cx="221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4" imgW="0" imgH="0" progId="Equation.3">
                    <p:embed/>
                  </p:oleObj>
                </mc:Choice>
                <mc:Fallback>
                  <p:oleObj name="公式" r:id="rId34" imgW="0" imgH="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1" y="3250"/>
                          <a:ext cx="221" cy="4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92" name="Group 56">
            <a:extLst>
              <a:ext uri="{FF2B5EF4-FFF2-40B4-BE49-F238E27FC236}">
                <a16:creationId xmlns:a16="http://schemas.microsoft.com/office/drawing/2014/main" id="{D4D923DE-35DA-CA87-5CC2-C6CF17043178}"/>
              </a:ext>
            </a:extLst>
          </p:cNvPr>
          <p:cNvGrpSpPr>
            <a:grpSpLocks/>
          </p:cNvGrpSpPr>
          <p:nvPr/>
        </p:nvGrpSpPr>
        <p:grpSpPr bwMode="auto">
          <a:xfrm>
            <a:off x="5892800" y="4619625"/>
            <a:ext cx="3022600" cy="658813"/>
            <a:chOff x="3360" y="3024"/>
            <a:chExt cx="2381" cy="520"/>
          </a:xfrm>
        </p:grpSpPr>
        <p:sp>
          <p:nvSpPr>
            <p:cNvPr id="19507" name="Oval 35">
              <a:extLst>
                <a:ext uri="{FF2B5EF4-FFF2-40B4-BE49-F238E27FC236}">
                  <a16:creationId xmlns:a16="http://schemas.microsoft.com/office/drawing/2014/main" id="{5D01FD99-2F41-E5A2-1A02-F67ECCF49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216"/>
              <a:ext cx="41" cy="4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508" name="Oval 36">
              <a:extLst>
                <a:ext uri="{FF2B5EF4-FFF2-40B4-BE49-F238E27FC236}">
                  <a16:creationId xmlns:a16="http://schemas.microsoft.com/office/drawing/2014/main" id="{867E2809-D629-DAB0-FA44-29070DA71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9" y="3216"/>
              <a:ext cx="41" cy="4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9509" name="Group 55">
              <a:extLst>
                <a:ext uri="{FF2B5EF4-FFF2-40B4-BE49-F238E27FC236}">
                  <a16:creationId xmlns:a16="http://schemas.microsoft.com/office/drawing/2014/main" id="{9A953D90-3750-F80A-5A35-00235339AA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3024"/>
              <a:ext cx="2381" cy="520"/>
              <a:chOff x="3360" y="3024"/>
              <a:chExt cx="2381" cy="520"/>
            </a:xfrm>
          </p:grpSpPr>
          <p:grpSp>
            <p:nvGrpSpPr>
              <p:cNvPr id="19510" name="Group 54">
                <a:extLst>
                  <a:ext uri="{FF2B5EF4-FFF2-40B4-BE49-F238E27FC236}">
                    <a16:creationId xmlns:a16="http://schemas.microsoft.com/office/drawing/2014/main" id="{6178ED80-850D-6453-28C8-C1B02C13F8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0" y="3232"/>
                <a:ext cx="2381" cy="312"/>
                <a:chOff x="3360" y="3232"/>
                <a:chExt cx="2381" cy="312"/>
              </a:xfrm>
            </p:grpSpPr>
            <p:grpSp>
              <p:nvGrpSpPr>
                <p:cNvPr id="19512" name="Group 39">
                  <a:extLst>
                    <a:ext uri="{FF2B5EF4-FFF2-40B4-BE49-F238E27FC236}">
                      <a16:creationId xmlns:a16="http://schemas.microsoft.com/office/drawing/2014/main" id="{FE352DF8-B44F-C2E6-AE83-52B4DBBE205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60" y="3241"/>
                  <a:ext cx="2381" cy="270"/>
                  <a:chOff x="3360" y="3241"/>
                  <a:chExt cx="2381" cy="270"/>
                </a:xfrm>
              </p:grpSpPr>
              <p:sp>
                <p:nvSpPr>
                  <p:cNvPr id="19516" name="Line 31">
                    <a:extLst>
                      <a:ext uri="{FF2B5EF4-FFF2-40B4-BE49-F238E27FC236}">
                        <a16:creationId xmlns:a16="http://schemas.microsoft.com/office/drawing/2014/main" id="{A11210AB-4347-BEB2-9348-877E8258540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60" y="3241"/>
                    <a:ext cx="225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19517" name="Object 32">
                    <a:extLst>
                      <a:ext uri="{FF2B5EF4-FFF2-40B4-BE49-F238E27FC236}">
                        <a16:creationId xmlns:a16="http://schemas.microsoft.com/office/drawing/2014/main" id="{634DF949-59A6-9AAD-8AED-0623FA6F7796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5520" y="3264"/>
                  <a:ext cx="221" cy="247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公式" r:id="rId36" imgW="0" imgH="0" progId="Equation.3">
                          <p:embed/>
                        </p:oleObj>
                      </mc:Choice>
                      <mc:Fallback>
                        <p:oleObj name="公式" r:id="rId36" imgW="0" imgH="0" progId="Equation.3">
                          <p:embed/>
                          <p:pic>
                            <p:nvPicPr>
                              <p:cNvPr id="0" name="Object 3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7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520" y="3264"/>
                                <a:ext cx="221" cy="247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19513" name="Group 40">
                  <a:extLst>
                    <a:ext uri="{FF2B5EF4-FFF2-40B4-BE49-F238E27FC236}">
                      <a16:creationId xmlns:a16="http://schemas.microsoft.com/office/drawing/2014/main" id="{9CC818A1-8DBA-410B-4926-82B8AF930A7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77" y="3232"/>
                  <a:ext cx="1872" cy="312"/>
                  <a:chOff x="3456" y="3232"/>
                  <a:chExt cx="1872" cy="312"/>
                </a:xfrm>
              </p:grpSpPr>
              <p:graphicFrame>
                <p:nvGraphicFramePr>
                  <p:cNvPr id="19514" name="Object 33">
                    <a:extLst>
                      <a:ext uri="{FF2B5EF4-FFF2-40B4-BE49-F238E27FC236}">
                        <a16:creationId xmlns:a16="http://schemas.microsoft.com/office/drawing/2014/main" id="{035C2A2F-C459-065A-1B18-1FEB935234EE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3456" y="3232"/>
                  <a:ext cx="221" cy="31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公式" r:id="rId38" imgW="0" imgH="0" progId="Equation.3">
                          <p:embed/>
                        </p:oleObj>
                      </mc:Choice>
                      <mc:Fallback>
                        <p:oleObj name="公式" r:id="rId38" imgW="0" imgH="0" progId="Equation.3">
                          <p:embed/>
                          <p:pic>
                            <p:nvPicPr>
                              <p:cNvPr id="0" name="Object 33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9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456" y="3232"/>
                                <a:ext cx="221" cy="312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9515" name="Object 34">
                    <a:extLst>
                      <a:ext uri="{FF2B5EF4-FFF2-40B4-BE49-F238E27FC236}">
                        <a16:creationId xmlns:a16="http://schemas.microsoft.com/office/drawing/2014/main" id="{C49AF727-DD9B-24DE-1799-F15ABC01720A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5174" y="3243"/>
                  <a:ext cx="154" cy="289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公式" r:id="rId40" imgW="0" imgH="0" progId="Equation.3">
                          <p:embed/>
                        </p:oleObj>
                      </mc:Choice>
                      <mc:Fallback>
                        <p:oleObj name="公式" r:id="rId40" imgW="0" imgH="0" progId="Equation.3">
                          <p:embed/>
                          <p:pic>
                            <p:nvPicPr>
                              <p:cNvPr id="0" name="Object 34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174" y="3243"/>
                                <a:ext cx="154" cy="28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  <p:sp>
            <p:nvSpPr>
              <p:cNvPr id="19511" name="Freeform 45">
                <a:extLst>
                  <a:ext uri="{FF2B5EF4-FFF2-40B4-BE49-F238E27FC236}">
                    <a16:creationId xmlns:a16="http://schemas.microsoft.com/office/drawing/2014/main" id="{A62E3A7D-F0A9-8C5B-E7BA-AF7D8A155F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5" y="3024"/>
                <a:ext cx="1693" cy="144"/>
              </a:xfrm>
              <a:custGeom>
                <a:avLst/>
                <a:gdLst>
                  <a:gd name="T0" fmla="*/ 0 w 864"/>
                  <a:gd name="T1" fmla="*/ 144 h 144"/>
                  <a:gd name="T2" fmla="*/ 0 w 864"/>
                  <a:gd name="T3" fmla="*/ 0 h 144"/>
                  <a:gd name="T4" fmla="*/ 12737 w 864"/>
                  <a:gd name="T5" fmla="*/ 0 h 144"/>
                  <a:gd name="T6" fmla="*/ 12737 w 864"/>
                  <a:gd name="T7" fmla="*/ 144 h 14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4" h="144">
                    <a:moveTo>
                      <a:pt x="0" y="144"/>
                    </a:moveTo>
                    <a:lnTo>
                      <a:pt x="0" y="0"/>
                    </a:lnTo>
                    <a:lnTo>
                      <a:pt x="864" y="0"/>
                    </a:lnTo>
                    <a:lnTo>
                      <a:pt x="864" y="144"/>
                    </a:lnTo>
                  </a:path>
                </a:pathLst>
              </a:custGeom>
              <a:noFill/>
              <a:ln w="28575" cmpd="sng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4384" name="Group 48">
            <a:extLst>
              <a:ext uri="{FF2B5EF4-FFF2-40B4-BE49-F238E27FC236}">
                <a16:creationId xmlns:a16="http://schemas.microsoft.com/office/drawing/2014/main" id="{96E5F493-7EA8-1EE3-831B-A54C1146A748}"/>
              </a:ext>
            </a:extLst>
          </p:cNvPr>
          <p:cNvGrpSpPr>
            <a:grpSpLocks/>
          </p:cNvGrpSpPr>
          <p:nvPr/>
        </p:nvGrpSpPr>
        <p:grpSpPr bwMode="auto">
          <a:xfrm>
            <a:off x="6075363" y="4572000"/>
            <a:ext cx="2316162" cy="304800"/>
            <a:chOff x="3504" y="2928"/>
            <a:chExt cx="1824" cy="240"/>
          </a:xfrm>
        </p:grpSpPr>
        <p:sp>
          <p:nvSpPr>
            <p:cNvPr id="19505" name="Rectangle 47">
              <a:extLst>
                <a:ext uri="{FF2B5EF4-FFF2-40B4-BE49-F238E27FC236}">
                  <a16:creationId xmlns:a16="http://schemas.microsoft.com/office/drawing/2014/main" id="{3BE57C5D-A012-37A6-36E5-FF36976F0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928"/>
              <a:ext cx="1824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506" name="Freeform 46">
              <a:extLst>
                <a:ext uri="{FF2B5EF4-FFF2-40B4-BE49-F238E27FC236}">
                  <a16:creationId xmlns:a16="http://schemas.microsoft.com/office/drawing/2014/main" id="{1996C4C5-4B71-C2BD-C5EC-D36D771302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3" y="3024"/>
              <a:ext cx="864" cy="144"/>
            </a:xfrm>
            <a:custGeom>
              <a:avLst/>
              <a:gdLst>
                <a:gd name="T0" fmla="*/ 0 w 864"/>
                <a:gd name="T1" fmla="*/ 144 h 144"/>
                <a:gd name="T2" fmla="*/ 0 w 864"/>
                <a:gd name="T3" fmla="*/ 0 h 144"/>
                <a:gd name="T4" fmla="*/ 864 w 864"/>
                <a:gd name="T5" fmla="*/ 0 h 144"/>
                <a:gd name="T6" fmla="*/ 864 w 864"/>
                <a:gd name="T7" fmla="*/ 144 h 1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4" h="144">
                  <a:moveTo>
                    <a:pt x="0" y="144"/>
                  </a:moveTo>
                  <a:lnTo>
                    <a:pt x="0" y="0"/>
                  </a:lnTo>
                  <a:lnTo>
                    <a:pt x="864" y="0"/>
                  </a:lnTo>
                  <a:lnTo>
                    <a:pt x="864" y="144"/>
                  </a:lnTo>
                </a:path>
              </a:pathLst>
            </a:custGeom>
            <a:noFill/>
            <a:ln w="28575" cmpd="sng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393" name="Group 57">
            <a:extLst>
              <a:ext uri="{FF2B5EF4-FFF2-40B4-BE49-F238E27FC236}">
                <a16:creationId xmlns:a16="http://schemas.microsoft.com/office/drawing/2014/main" id="{E0BDA103-9394-76AD-9F47-1053E4C81B99}"/>
              </a:ext>
            </a:extLst>
          </p:cNvPr>
          <p:cNvGrpSpPr>
            <a:grpSpLocks/>
          </p:cNvGrpSpPr>
          <p:nvPr/>
        </p:nvGrpSpPr>
        <p:grpSpPr bwMode="auto">
          <a:xfrm>
            <a:off x="7004050" y="4554538"/>
            <a:ext cx="1401763" cy="304800"/>
            <a:chOff x="4224" y="2928"/>
            <a:chExt cx="1104" cy="240"/>
          </a:xfrm>
        </p:grpSpPr>
        <p:sp>
          <p:nvSpPr>
            <p:cNvPr id="19503" name="Rectangle 50">
              <a:extLst>
                <a:ext uri="{FF2B5EF4-FFF2-40B4-BE49-F238E27FC236}">
                  <a16:creationId xmlns:a16="http://schemas.microsoft.com/office/drawing/2014/main" id="{71C1027B-B4DD-C768-FDC6-1537FE88E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928"/>
              <a:ext cx="1104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504" name="Freeform 49">
              <a:extLst>
                <a:ext uri="{FF2B5EF4-FFF2-40B4-BE49-F238E27FC236}">
                  <a16:creationId xmlns:a16="http://schemas.microsoft.com/office/drawing/2014/main" id="{42B630C9-538F-3460-2144-E0FB83618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1" y="3024"/>
              <a:ext cx="406" cy="144"/>
            </a:xfrm>
            <a:custGeom>
              <a:avLst/>
              <a:gdLst>
                <a:gd name="T0" fmla="*/ 0 w 864"/>
                <a:gd name="T1" fmla="*/ 144 h 144"/>
                <a:gd name="T2" fmla="*/ 0 w 864"/>
                <a:gd name="T3" fmla="*/ 0 h 144"/>
                <a:gd name="T4" fmla="*/ 42 w 864"/>
                <a:gd name="T5" fmla="*/ 0 h 144"/>
                <a:gd name="T6" fmla="*/ 42 w 864"/>
                <a:gd name="T7" fmla="*/ 144 h 1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4" h="144">
                  <a:moveTo>
                    <a:pt x="0" y="144"/>
                  </a:moveTo>
                  <a:lnTo>
                    <a:pt x="0" y="0"/>
                  </a:lnTo>
                  <a:lnTo>
                    <a:pt x="864" y="0"/>
                  </a:lnTo>
                  <a:lnTo>
                    <a:pt x="864" y="144"/>
                  </a:lnTo>
                </a:path>
              </a:pathLst>
            </a:custGeom>
            <a:noFill/>
            <a:ln w="28575" cmpd="sng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4395" name="Object 59">
            <a:extLst>
              <a:ext uri="{FF2B5EF4-FFF2-40B4-BE49-F238E27FC236}">
                <a16:creationId xmlns:a16="http://schemas.microsoft.com/office/drawing/2014/main" id="{C2C3D2E5-B051-D7D1-CA29-1BCFB255E4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75363" y="4343400"/>
          <a:ext cx="29845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2" imgW="0" imgH="0" progId="Equation.3">
                  <p:embed/>
                </p:oleObj>
              </mc:Choice>
              <mc:Fallback>
                <p:oleObj name="公式" r:id="rId42" imgW="0" imgH="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5363" y="4343400"/>
                        <a:ext cx="298450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96" name="Object 60">
            <a:extLst>
              <a:ext uri="{FF2B5EF4-FFF2-40B4-BE49-F238E27FC236}">
                <a16:creationId xmlns:a16="http://schemas.microsoft.com/office/drawing/2014/main" id="{E4CE0921-0A8B-D2EA-631D-E92A457632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08963" y="5424488"/>
          <a:ext cx="26670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4" imgW="0" imgH="0" progId="Equation.3">
                  <p:embed/>
                </p:oleObj>
              </mc:Choice>
              <mc:Fallback>
                <p:oleObj name="公式" r:id="rId44" imgW="0" imgH="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8963" y="5424488"/>
                        <a:ext cx="266700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97" name="Object 61">
            <a:extLst>
              <a:ext uri="{FF2B5EF4-FFF2-40B4-BE49-F238E27FC236}">
                <a16:creationId xmlns:a16="http://schemas.microsoft.com/office/drawing/2014/main" id="{A3F2A532-FE35-E392-FBE5-4CC870BC5F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50088" y="4343400"/>
          <a:ext cx="312737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2" imgW="0" imgH="0" progId="Equation.3">
                  <p:embed/>
                </p:oleObj>
              </mc:Choice>
              <mc:Fallback>
                <p:oleObj name="公式" r:id="rId42" imgW="0" imgH="0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0088" y="4343400"/>
                        <a:ext cx="312737" cy="31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98" name="Object 62">
            <a:extLst>
              <a:ext uri="{FF2B5EF4-FFF2-40B4-BE49-F238E27FC236}">
                <a16:creationId xmlns:a16="http://schemas.microsoft.com/office/drawing/2014/main" id="{2A4E17B1-418E-D5C4-515A-CBB45D8495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3175" y="5424488"/>
          <a:ext cx="280988" cy="16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4" imgW="0" imgH="0" progId="Equation.3">
                  <p:embed/>
                </p:oleObj>
              </mc:Choice>
              <mc:Fallback>
                <p:oleObj name="公式" r:id="rId44" imgW="0" imgH="0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3175" y="5424488"/>
                        <a:ext cx="280988" cy="16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04" name="Freeform 68">
            <a:extLst>
              <a:ext uri="{FF2B5EF4-FFF2-40B4-BE49-F238E27FC236}">
                <a16:creationId xmlns:a16="http://schemas.microsoft.com/office/drawing/2014/main" id="{681CCF2F-9693-BDA4-370E-07BE687685DF}"/>
              </a:ext>
            </a:extLst>
          </p:cNvPr>
          <p:cNvSpPr>
            <a:spLocks/>
          </p:cNvSpPr>
          <p:nvPr/>
        </p:nvSpPr>
        <p:spPr bwMode="auto">
          <a:xfrm>
            <a:off x="6137275" y="3962400"/>
            <a:ext cx="2132013" cy="1706563"/>
          </a:xfrm>
          <a:custGeom>
            <a:avLst/>
            <a:gdLst>
              <a:gd name="T0" fmla="*/ 0 w 1680"/>
              <a:gd name="T1" fmla="*/ 0 h 1344"/>
              <a:gd name="T2" fmla="*/ 2147483646 w 1680"/>
              <a:gd name="T3" fmla="*/ 2147483646 h 1344"/>
              <a:gd name="T4" fmla="*/ 2147483646 w 1680"/>
              <a:gd name="T5" fmla="*/ 2147483646 h 13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80" h="1344">
                <a:moveTo>
                  <a:pt x="0" y="0"/>
                </a:moveTo>
                <a:cubicBezTo>
                  <a:pt x="172" y="56"/>
                  <a:pt x="344" y="112"/>
                  <a:pt x="624" y="336"/>
                </a:cubicBezTo>
                <a:cubicBezTo>
                  <a:pt x="904" y="560"/>
                  <a:pt x="1292" y="952"/>
                  <a:pt x="1680" y="1344"/>
                </a:cubicBezTo>
              </a:path>
            </a:pathLst>
          </a:custGeom>
          <a:noFill/>
          <a:ln w="12700" cmpd="sng">
            <a:solidFill>
              <a:srgbClr val="66FF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97" name="Text Box 4">
            <a:extLst>
              <a:ext uri="{FF2B5EF4-FFF2-40B4-BE49-F238E27FC236}">
                <a16:creationId xmlns:a16="http://schemas.microsoft.com/office/drawing/2014/main" id="{DD6E6771-A6D3-F656-493F-1EDA012D1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196850"/>
            <a:ext cx="1447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ininterval</a:t>
            </a:r>
            <a:endParaRPr lang="zh-CN" altLang="en-US" sz="2400"/>
          </a:p>
        </p:txBody>
      </p:sp>
      <p:graphicFrame>
        <p:nvGraphicFramePr>
          <p:cNvPr id="19498" name="Object 69">
            <a:extLst>
              <a:ext uri="{FF2B5EF4-FFF2-40B4-BE49-F238E27FC236}">
                <a16:creationId xmlns:a16="http://schemas.microsoft.com/office/drawing/2014/main" id="{0D16E056-9B2B-D297-80B2-AA53EA8E74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88050" y="249238"/>
          <a:ext cx="825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0" imgH="0" progId="Equation.3">
                  <p:embed/>
                </p:oleObj>
              </mc:Choice>
              <mc:Fallback>
                <p:oleObj name="Equation" r:id="rId46" imgW="0" imgH="0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8050" y="249238"/>
                        <a:ext cx="825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07" name="Object 71">
            <a:extLst>
              <a:ext uri="{FF2B5EF4-FFF2-40B4-BE49-F238E27FC236}">
                <a16:creationId xmlns:a16="http://schemas.microsoft.com/office/drawing/2014/main" id="{4BA7D1FC-03A9-8B15-F881-68014E684C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775" y="4089400"/>
          <a:ext cx="193992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0" imgH="0" progId="Equation.3">
                  <p:embed/>
                </p:oleObj>
              </mc:Choice>
              <mc:Fallback>
                <p:oleObj name="Equation" r:id="rId48" imgW="0" imgH="0" progId="Equation.3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775" y="4089400"/>
                        <a:ext cx="1939925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00" name="Text Box 74">
            <a:extLst>
              <a:ext uri="{FF2B5EF4-FFF2-40B4-BE49-F238E27FC236}">
                <a16:creationId xmlns:a16="http://schemas.microsoft.com/office/drawing/2014/main" id="{1C813535-5436-1B79-2F67-CAC3D82E7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4975" y="203200"/>
            <a:ext cx="21868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inside </a:t>
            </a:r>
            <a:r>
              <a:rPr lang="zh-CN" altLang="en-US" sz="2400"/>
              <a:t>至少 </a:t>
            </a:r>
            <a:r>
              <a:rPr lang="en-US" altLang="zh-CN" sz="2400"/>
              <a:t>has</a:t>
            </a:r>
            <a:endParaRPr lang="zh-CN" altLang="en-US" sz="2400"/>
          </a:p>
        </p:txBody>
      </p:sp>
      <p:sp>
        <p:nvSpPr>
          <p:cNvPr id="14427" name="Text Box 91">
            <a:extLst>
              <a:ext uri="{FF2B5EF4-FFF2-40B4-BE49-F238E27FC236}">
                <a16:creationId xmlns:a16="http://schemas.microsoft.com/office/drawing/2014/main" id="{3462A8F0-6AE6-604E-B25F-DCEA2BC2B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652963"/>
            <a:ext cx="7809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then</a:t>
            </a:r>
            <a:endParaRPr lang="zh-CN" altLang="en-US" sz="2400"/>
          </a:p>
        </p:txBody>
      </p:sp>
      <p:sp>
        <p:nvSpPr>
          <p:cNvPr id="14428" name="Text Box 92">
            <a:extLst>
              <a:ext uri="{FF2B5EF4-FFF2-40B4-BE49-F238E27FC236}">
                <a16:creationId xmlns:a16="http://schemas.microsoft.com/office/drawing/2014/main" id="{17F54C0D-EB6B-CF1B-4946-15BA90065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791200"/>
            <a:ext cx="7809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then</a:t>
            </a:r>
            <a:endParaRPr lang="zh-CN" altLang="en-US" sz="240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4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4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4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4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4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14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14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14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14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14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14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14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14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14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2" grpId="0" autoUpdateAnimBg="0"/>
      <p:bldP spid="14344" grpId="0" autoUpdateAnimBg="0"/>
      <p:bldP spid="14347" grpId="0" autoUpdateAnimBg="0"/>
      <p:bldP spid="14349" grpId="0" autoUpdateAnimBg="0"/>
      <p:bldP spid="14351" grpId="0" autoUpdateAnimBg="0"/>
      <p:bldP spid="14353" grpId="0" autoUpdateAnimBg="0"/>
      <p:bldP spid="14357" grpId="0" build="p" autoUpdateAnimBg="0" advAuto="0"/>
      <p:bldP spid="14359" grpId="0" autoUpdateAnimBg="0"/>
      <p:bldP spid="14361" grpId="0" autoUpdateAnimBg="0"/>
      <p:bldP spid="14364" grpId="0" build="p" autoUpdateAnimBg="0" advAuto="0"/>
      <p:bldP spid="14400" grpId="0" autoUpdateAnimBg="0"/>
      <p:bldP spid="14401" grpId="0" animBg="1" autoUpdateAnimBg="0"/>
      <p:bldP spid="14427" grpId="0" build="p" autoUpdateAnimBg="0"/>
      <p:bldP spid="14428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27" name="Object 15">
            <a:extLst>
              <a:ext uri="{FF2B5EF4-FFF2-40B4-BE49-F238E27FC236}">
                <a16:creationId xmlns:a16="http://schemas.microsoft.com/office/drawing/2014/main" id="{F79EE121-5C4C-A25E-A41F-B1A848CEAE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4389438"/>
          <a:ext cx="367506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389438"/>
                        <a:ext cx="3675063" cy="6032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2" name="Text Box 7">
            <a:extLst>
              <a:ext uri="{FF2B5EF4-FFF2-40B4-BE49-F238E27FC236}">
                <a16:creationId xmlns:a16="http://schemas.microsoft.com/office/drawing/2014/main" id="{7720CC1F-ED9D-1F9A-B467-E2EFCF28F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338" y="242888"/>
            <a:ext cx="28511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/>
              <a:t>on continuous , and</a:t>
            </a:r>
            <a:r>
              <a:rPr lang="zh-CN" altLang="en-GB" sz="2400"/>
              <a:t>恒 </a:t>
            </a:r>
            <a:r>
              <a:rPr lang="en-GB" altLang="zh-CN" sz="2400"/>
              <a:t>is </a:t>
            </a:r>
            <a:r>
              <a:rPr lang="zh-CN" altLang="en-GB" sz="2400"/>
              <a:t>正 </a:t>
            </a:r>
            <a:r>
              <a:rPr lang="en-GB" altLang="zh-CN" sz="2400"/>
              <a:t>,</a:t>
            </a:r>
            <a:endParaRPr lang="en-US" altLang="zh-CN" sz="2400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22C7D87C-4C4B-B0AE-0C1C-3FB01C2059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1246188" cy="609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b="1">
                <a:latin typeface="+mn-ea"/>
                <a:ea typeface="+mn-ea"/>
              </a:rPr>
              <a:t>Example2. Let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20484" name="Object 4">
            <a:extLst>
              <a:ext uri="{FF2B5EF4-FFF2-40B4-BE49-F238E27FC236}">
                <a16:creationId xmlns:a16="http://schemas.microsoft.com/office/drawing/2014/main" id="{23FDE6ED-F588-FB87-52EC-0397FE7484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258763"/>
          <a:ext cx="8572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Equation.3">
                  <p:embed/>
                </p:oleObj>
              </mc:Choice>
              <mc:Fallback>
                <p:oleObj name="Equation" r:id="rId5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58763"/>
                        <a:ext cx="8572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Text Box 5">
            <a:extLst>
              <a:ext uri="{FF2B5EF4-FFF2-40B4-BE49-F238E27FC236}">
                <a16:creationId xmlns:a16="http://schemas.microsoft.com/office/drawing/2014/main" id="{9F303B84-FE08-9549-3DAB-B439E3183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663" y="258763"/>
            <a:ext cx="895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in</a:t>
            </a:r>
            <a:endParaRPr lang="zh-CN" altLang="en-US" sz="2400"/>
          </a:p>
        </p:txBody>
      </p:sp>
      <p:graphicFrame>
        <p:nvGraphicFramePr>
          <p:cNvPr id="20486" name="Object 6">
            <a:extLst>
              <a:ext uri="{FF2B5EF4-FFF2-40B4-BE49-F238E27FC236}">
                <a16:creationId xmlns:a16="http://schemas.microsoft.com/office/drawing/2014/main" id="{B44BC3D5-F2A6-577E-E83C-D52C0F23EA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14675" y="257175"/>
          <a:ext cx="952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0" imgH="0" progId="Equation.3">
                  <p:embed/>
                </p:oleObj>
              </mc:Choice>
              <mc:Fallback>
                <p:oleObj name="Equation" r:id="rId7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4675" y="257175"/>
                        <a:ext cx="952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0" name="Text Box 8">
            <a:extLst>
              <a:ext uri="{FF2B5EF4-FFF2-40B4-BE49-F238E27FC236}">
                <a16:creationId xmlns:a16="http://schemas.microsoft.com/office/drawing/2014/main" id="{BBE8CCDA-1C32-4DED-C0DB-F1A8F4769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" y="835025"/>
            <a:ext cx="1524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对</a:t>
            </a:r>
            <a:r>
              <a:rPr lang="en-US" altLang="zh-CN" sz="2400"/>
              <a:t>arbitrary's</a:t>
            </a:r>
            <a:endParaRPr lang="zh-CN" altLang="en-US" sz="2400"/>
          </a:p>
        </p:txBody>
      </p:sp>
      <p:graphicFrame>
        <p:nvGraphicFramePr>
          <p:cNvPr id="38921" name="Object 9">
            <a:extLst>
              <a:ext uri="{FF2B5EF4-FFF2-40B4-BE49-F238E27FC236}">
                <a16:creationId xmlns:a16="http://schemas.microsoft.com/office/drawing/2014/main" id="{8B7ECC08-B1BA-EDB3-99C2-75C0AA1BF9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9763" y="768350"/>
          <a:ext cx="3554412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0" imgH="0" progId="Equation.3">
                  <p:embed/>
                </p:oleObj>
              </mc:Choice>
              <mc:Fallback>
                <p:oleObj name="Equation" r:id="rId9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9763" y="768350"/>
                        <a:ext cx="3554412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2" name="Text Box 10">
            <a:extLst>
              <a:ext uri="{FF2B5EF4-FFF2-40B4-BE49-F238E27FC236}">
                <a16:creationId xmlns:a16="http://schemas.microsoft.com/office/drawing/2014/main" id="{7F93F6DF-02A8-187A-8CCB-7EA18E135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913" y="854075"/>
            <a:ext cx="20574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must existence</a:t>
            </a:r>
            <a:r>
              <a:rPr lang="zh-CN" altLang="en-US" sz="2400"/>
              <a:t>一 </a:t>
            </a:r>
            <a:r>
              <a:rPr lang="en-US" altLang="zh-CN" sz="2400"/>
              <a:t>point</a:t>
            </a:r>
            <a:endParaRPr lang="zh-CN" altLang="en-US" sz="2400" b="1">
              <a:solidFill>
                <a:schemeClr val="accent2"/>
              </a:solidFill>
            </a:endParaRPr>
          </a:p>
        </p:txBody>
      </p:sp>
      <p:sp>
        <p:nvSpPr>
          <p:cNvPr id="38923" name="Text Box 11">
            <a:extLst>
              <a:ext uri="{FF2B5EF4-FFF2-40B4-BE49-F238E27FC236}">
                <a16:creationId xmlns:a16="http://schemas.microsoft.com/office/drawing/2014/main" id="{7E474E1F-8DAF-1CF7-1538-338BE96CB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2043113"/>
            <a:ext cx="58261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Proof:</a:t>
            </a:r>
            <a:endParaRPr lang="en-US" altLang="zh-CN" sz="2400" b="1"/>
          </a:p>
        </p:txBody>
      </p:sp>
      <p:graphicFrame>
        <p:nvGraphicFramePr>
          <p:cNvPr id="38924" name="Object 12">
            <a:extLst>
              <a:ext uri="{FF2B5EF4-FFF2-40B4-BE49-F238E27FC236}">
                <a16:creationId xmlns:a16="http://schemas.microsoft.com/office/drawing/2014/main" id="{B630DD5D-36E5-CF91-9C33-7BDBA38AB8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9925" y="841375"/>
          <a:ext cx="173513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Equation.3">
                  <p:embed/>
                </p:oleObj>
              </mc:Choice>
              <mc:Fallback>
                <p:oleObj name="Equation" r:id="rId11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841375"/>
                        <a:ext cx="1735138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5" name="Text Box 13">
            <a:extLst>
              <a:ext uri="{FF2B5EF4-FFF2-40B4-BE49-F238E27FC236}">
                <a16:creationId xmlns:a16="http://schemas.microsoft.com/office/drawing/2014/main" id="{F9BA2945-6322-DA32-B8CF-CAEA44B7E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" y="1420813"/>
            <a:ext cx="8382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使</a:t>
            </a:r>
          </a:p>
        </p:txBody>
      </p:sp>
      <p:graphicFrame>
        <p:nvGraphicFramePr>
          <p:cNvPr id="38926" name="Object 14">
            <a:extLst>
              <a:ext uri="{FF2B5EF4-FFF2-40B4-BE49-F238E27FC236}">
                <a16:creationId xmlns:a16="http://schemas.microsoft.com/office/drawing/2014/main" id="{01DE865C-0035-F49A-78E4-AC0D655781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1395413"/>
          <a:ext cx="32258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Equation.3">
                  <p:embed/>
                </p:oleObj>
              </mc:Choice>
              <mc:Fallback>
                <p:oleObj name="Equation" r:id="rId13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395413"/>
                        <a:ext cx="32258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8" name="Line 16">
            <a:extLst>
              <a:ext uri="{FF2B5EF4-FFF2-40B4-BE49-F238E27FC236}">
                <a16:creationId xmlns:a16="http://schemas.microsoft.com/office/drawing/2014/main" id="{0091459B-2BDF-3427-D464-FE4BD64894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5350" y="685800"/>
            <a:ext cx="118745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9" name="Text Box 17">
            <a:extLst>
              <a:ext uri="{FF2B5EF4-FFF2-40B4-BE49-F238E27FC236}">
                <a16:creationId xmlns:a16="http://schemas.microsoft.com/office/drawing/2014/main" id="{3449E3BD-2D31-6EAF-8395-CCDC9206A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5550" y="2055813"/>
            <a:ext cx="8382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/>
              <a:t>let</a:t>
            </a:r>
            <a:endParaRPr lang="zh-CN" altLang="en-US" sz="2400"/>
          </a:p>
        </p:txBody>
      </p:sp>
      <p:graphicFrame>
        <p:nvGraphicFramePr>
          <p:cNvPr id="38930" name="Object 18">
            <a:extLst>
              <a:ext uri="{FF2B5EF4-FFF2-40B4-BE49-F238E27FC236}">
                <a16:creationId xmlns:a16="http://schemas.microsoft.com/office/drawing/2014/main" id="{5B39CAF2-1D83-D02A-CDFC-277DFCEC4E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1962150"/>
          <a:ext cx="425291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0" imgH="0" progId="Equation.3">
                  <p:embed/>
                </p:oleObj>
              </mc:Choice>
              <mc:Fallback>
                <p:oleObj name="Equation" r:id="rId15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962150"/>
                        <a:ext cx="4252913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1" name="Text Box 19">
            <a:extLst>
              <a:ext uri="{FF2B5EF4-FFF2-40B4-BE49-F238E27FC236}">
                <a16:creationId xmlns:a16="http://schemas.microsoft.com/office/drawing/2014/main" id="{DED6C45E-D6E4-1C9E-B680-A63A2DF87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9313" y="2073275"/>
            <a:ext cx="911225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, then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38932" name="Object 20">
            <a:extLst>
              <a:ext uri="{FF2B5EF4-FFF2-40B4-BE49-F238E27FC236}">
                <a16:creationId xmlns:a16="http://schemas.microsoft.com/office/drawing/2014/main" id="{C5FC44E5-0F55-661E-B66D-7938605FC3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2133600"/>
          <a:ext cx="2144713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0" imgH="0" progId="Equation.3">
                  <p:embed/>
                </p:oleObj>
              </mc:Choice>
              <mc:Fallback>
                <p:oleObj name="Equation" r:id="rId17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2133600"/>
                        <a:ext cx="2144713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3" name="Object 21">
            <a:extLst>
              <a:ext uri="{FF2B5EF4-FFF2-40B4-BE49-F238E27FC236}">
                <a16:creationId xmlns:a16="http://schemas.microsoft.com/office/drawing/2014/main" id="{5B614B29-E18D-44A2-2DF8-E3C2C38570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2690813"/>
          <a:ext cx="1903412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0" imgH="0" progId="Equation.3">
                  <p:embed/>
                </p:oleObj>
              </mc:Choice>
              <mc:Fallback>
                <p:oleObj name="Equation" r:id="rId19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690813"/>
                        <a:ext cx="1903412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4" name="Rectangle 22">
            <a:extLst>
              <a:ext uri="{FF2B5EF4-FFF2-40B4-BE49-F238E27FC236}">
                <a16:creationId xmlns:a16="http://schemas.microsoft.com/office/drawing/2014/main" id="{5F33A002-4380-D6D2-1DB3-CC46AFCB5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191000"/>
            <a:ext cx="41910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8935" name="Object 23">
            <a:extLst>
              <a:ext uri="{FF2B5EF4-FFF2-40B4-BE49-F238E27FC236}">
                <a16:creationId xmlns:a16="http://schemas.microsoft.com/office/drawing/2014/main" id="{05EABA5F-2280-0E86-CFE0-2E3C009FE3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3013" y="4095750"/>
          <a:ext cx="3897312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0" imgH="0" progId="Equation.3">
                  <p:embed/>
                </p:oleObj>
              </mc:Choice>
              <mc:Fallback>
                <p:oleObj name="Equation" r:id="rId21" imgW="0" imgH="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013" y="4095750"/>
                        <a:ext cx="3897312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6" name="Object 24">
            <a:extLst>
              <a:ext uri="{FF2B5EF4-FFF2-40B4-BE49-F238E27FC236}">
                <a16:creationId xmlns:a16="http://schemas.microsoft.com/office/drawing/2014/main" id="{6C2B9E0A-CD09-1466-443E-D32A7B2147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53013" y="4095750"/>
          <a:ext cx="3633787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0" imgH="0" progId="Equation.3">
                  <p:embed/>
                </p:oleObj>
              </mc:Choice>
              <mc:Fallback>
                <p:oleObj name="Equation" r:id="rId23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3013" y="4095750"/>
                        <a:ext cx="3633787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7" name="Object 25">
            <a:extLst>
              <a:ext uri="{FF2B5EF4-FFF2-40B4-BE49-F238E27FC236}">
                <a16:creationId xmlns:a16="http://schemas.microsoft.com/office/drawing/2014/main" id="{678A1D4C-F433-AAA7-00CD-B5304073AA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2738438"/>
          <a:ext cx="2379663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0" imgH="0" progId="Equation.3">
                  <p:embed/>
                </p:oleObj>
              </mc:Choice>
              <mc:Fallback>
                <p:oleObj name="Equation" r:id="rId25" imgW="0" imgH="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738438"/>
                        <a:ext cx="2379663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8" name="Object 26">
            <a:extLst>
              <a:ext uri="{FF2B5EF4-FFF2-40B4-BE49-F238E27FC236}">
                <a16:creationId xmlns:a16="http://schemas.microsoft.com/office/drawing/2014/main" id="{1C631599-CD4F-B9C5-8A9F-A290221256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2662238"/>
          <a:ext cx="253841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0" imgH="0" progId="Equation.3">
                  <p:embed/>
                </p:oleObj>
              </mc:Choice>
              <mc:Fallback>
                <p:oleObj name="Equation" r:id="rId27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2662238"/>
                        <a:ext cx="2538413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9" name="Object 27">
            <a:extLst>
              <a:ext uri="{FF2B5EF4-FFF2-40B4-BE49-F238E27FC236}">
                <a16:creationId xmlns:a16="http://schemas.microsoft.com/office/drawing/2014/main" id="{D0FCBBF3-703D-6635-7313-561A2A785B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9600" y="2776538"/>
          <a:ext cx="6032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0" imgH="0" progId="Equation.3">
                  <p:embed/>
                </p:oleObj>
              </mc:Choice>
              <mc:Fallback>
                <p:oleObj name="Equation" r:id="rId29" imgW="0" imgH="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2776538"/>
                        <a:ext cx="60325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40" name="Text Box 28">
            <a:extLst>
              <a:ext uri="{FF2B5EF4-FFF2-40B4-BE49-F238E27FC236}">
                <a16:creationId xmlns:a16="http://schemas.microsoft.com/office/drawing/2014/main" id="{59656794-3A79-2C1C-5D4D-B610C41A7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6275" y="5199063"/>
            <a:ext cx="8382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使</a:t>
            </a:r>
          </a:p>
        </p:txBody>
      </p:sp>
      <p:sp>
        <p:nvSpPr>
          <p:cNvPr id="38942" name="Line 30">
            <a:extLst>
              <a:ext uri="{FF2B5EF4-FFF2-40B4-BE49-F238E27FC236}">
                <a16:creationId xmlns:a16="http://schemas.microsoft.com/office/drawing/2014/main" id="{C1E2EAB1-9D93-6967-9D91-D238C913E6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4705350"/>
            <a:ext cx="8382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43" name="Line 31">
            <a:extLst>
              <a:ext uri="{FF2B5EF4-FFF2-40B4-BE49-F238E27FC236}">
                <a16:creationId xmlns:a16="http://schemas.microsoft.com/office/drawing/2014/main" id="{C0433961-7CB6-1B05-94D9-A8F457D2A7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705350"/>
            <a:ext cx="8382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44" name="Line 32">
            <a:extLst>
              <a:ext uri="{FF2B5EF4-FFF2-40B4-BE49-F238E27FC236}">
                <a16:creationId xmlns:a16="http://schemas.microsoft.com/office/drawing/2014/main" id="{DF66D178-624F-DF56-B74A-0EC10D8A15D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705350"/>
            <a:ext cx="990600" cy="0"/>
          </a:xfrm>
          <a:prstGeom prst="line">
            <a:avLst/>
          </a:prstGeom>
          <a:noFill/>
          <a:ln w="9525">
            <a:solidFill>
              <a:srgbClr val="00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45" name="Line 33">
            <a:extLst>
              <a:ext uri="{FF2B5EF4-FFF2-40B4-BE49-F238E27FC236}">
                <a16:creationId xmlns:a16="http://schemas.microsoft.com/office/drawing/2014/main" id="{963FA6B2-CCDD-E1E3-EEED-446B3DF84C68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4705350"/>
            <a:ext cx="990600" cy="0"/>
          </a:xfrm>
          <a:prstGeom prst="line">
            <a:avLst/>
          </a:prstGeom>
          <a:noFill/>
          <a:ln w="9525">
            <a:solidFill>
              <a:srgbClr val="00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46" name="Rectangle 34">
            <a:extLst>
              <a:ext uri="{FF2B5EF4-FFF2-40B4-BE49-F238E27FC236}">
                <a16:creationId xmlns:a16="http://schemas.microsoft.com/office/drawing/2014/main" id="{9A76B926-316E-5F26-54EB-EB821423D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114800"/>
            <a:ext cx="75438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8948" name="Object 36">
            <a:extLst>
              <a:ext uri="{FF2B5EF4-FFF2-40B4-BE49-F238E27FC236}">
                <a16:creationId xmlns:a16="http://schemas.microsoft.com/office/drawing/2014/main" id="{38E5429C-FC90-0380-FB4D-2699C06D94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4610100"/>
          <a:ext cx="287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0" imgH="0" progId="Equation.3">
                  <p:embed/>
                </p:oleObj>
              </mc:Choice>
              <mc:Fallback>
                <p:oleObj name="Equation" r:id="rId31" imgW="0" imgH="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610100"/>
                        <a:ext cx="2870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50" name="Object 38">
            <a:extLst>
              <a:ext uri="{FF2B5EF4-FFF2-40B4-BE49-F238E27FC236}">
                <a16:creationId xmlns:a16="http://schemas.microsoft.com/office/drawing/2014/main" id="{1F84A831-04F4-5478-3C88-952373133E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4660900"/>
          <a:ext cx="1714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0" imgH="0" progId="Equation.3">
                  <p:embed/>
                </p:oleObj>
              </mc:Choice>
              <mc:Fallback>
                <p:oleObj name="Equation" r:id="rId33" imgW="0" imgH="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660900"/>
                        <a:ext cx="1714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51" name="Object 39">
            <a:extLst>
              <a:ext uri="{FF2B5EF4-FFF2-40B4-BE49-F238E27FC236}">
                <a16:creationId xmlns:a16="http://schemas.microsoft.com/office/drawing/2014/main" id="{53E37D55-C43F-3584-1298-1B41143A5F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2600" y="4622800"/>
          <a:ext cx="2743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0" imgH="0" progId="Equation.3">
                  <p:embed/>
                </p:oleObj>
              </mc:Choice>
              <mc:Fallback>
                <p:oleObj name="Equation" r:id="rId35" imgW="0" imgH="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622800"/>
                        <a:ext cx="2743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52" name="Text Box 40">
            <a:extLst>
              <a:ext uri="{FF2B5EF4-FFF2-40B4-BE49-F238E27FC236}">
                <a16:creationId xmlns:a16="http://schemas.microsoft.com/office/drawing/2014/main" id="{2C725E14-2DC1-8CB8-231D-5C0097619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388" y="5200650"/>
            <a:ext cx="3192462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hencefromzero pointTheorem</a:t>
            </a:r>
            <a:r>
              <a:rPr lang="zh-CN" altLang="en-US" sz="2400">
                <a:latin typeface="+mn-ea"/>
                <a:ea typeface="+mn-ea"/>
              </a:rPr>
              <a:t>知 </a:t>
            </a:r>
            <a:r>
              <a:rPr lang="en-US" altLang="zh-CN" sz="2400">
                <a:latin typeface="+mn-ea"/>
                <a:ea typeface="+mn-ea"/>
              </a:rPr>
              <a:t>, existence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38953" name="Object 41">
            <a:extLst>
              <a:ext uri="{FF2B5EF4-FFF2-40B4-BE49-F238E27FC236}">
                <a16:creationId xmlns:a16="http://schemas.microsoft.com/office/drawing/2014/main" id="{9E535963-355A-5017-12B0-BB73354C46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5232400"/>
          <a:ext cx="1803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0" imgH="0" progId="Equation.3">
                  <p:embed/>
                </p:oleObj>
              </mc:Choice>
              <mc:Fallback>
                <p:oleObj name="Equation" r:id="rId37" imgW="0" imgH="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232400"/>
                        <a:ext cx="1803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54" name="Object 42">
            <a:extLst>
              <a:ext uri="{FF2B5EF4-FFF2-40B4-BE49-F238E27FC236}">
                <a16:creationId xmlns:a16="http://schemas.microsoft.com/office/drawing/2014/main" id="{216BB1F0-FA7D-CF79-0CB7-EB73888EFB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8400" y="5270500"/>
          <a:ext cx="1447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0" imgH="0" progId="Equation.3">
                  <p:embed/>
                </p:oleObj>
              </mc:Choice>
              <mc:Fallback>
                <p:oleObj name="Equation" r:id="rId39" imgW="0" imgH="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5270500"/>
                        <a:ext cx="1447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55" name="Text Box 43">
            <a:extLst>
              <a:ext uri="{FF2B5EF4-FFF2-40B4-BE49-F238E27FC236}">
                <a16:creationId xmlns:a16="http://schemas.microsoft.com/office/drawing/2014/main" id="{65BF7A84-07DB-1E40-951E-781C00036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199063"/>
            <a:ext cx="914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/>
              <a:t>i.e.</a:t>
            </a:r>
            <a:endParaRPr lang="zh-CN" altLang="en-US" sz="2400"/>
          </a:p>
        </p:txBody>
      </p:sp>
      <p:graphicFrame>
        <p:nvGraphicFramePr>
          <p:cNvPr id="38956" name="Object 44">
            <a:extLst>
              <a:ext uri="{FF2B5EF4-FFF2-40B4-BE49-F238E27FC236}">
                <a16:creationId xmlns:a16="http://schemas.microsoft.com/office/drawing/2014/main" id="{939C9EE0-C785-9445-A6BF-0ADA85E361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44700" y="5845175"/>
          <a:ext cx="32496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Equation.3">
                  <p:embed/>
                </p:oleObj>
              </mc:Choice>
              <mc:Fallback>
                <p:oleObj name="Equation" r:id="rId13" imgW="0" imgH="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4700" y="5845175"/>
                        <a:ext cx="324961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57" name="Text Box 45">
            <a:extLst>
              <a:ext uri="{FF2B5EF4-FFF2-40B4-BE49-F238E27FC236}">
                <a16:creationId xmlns:a16="http://schemas.microsoft.com/office/drawing/2014/main" id="{F3D4CB0E-059A-03E2-1E60-897C9DD74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352800"/>
            <a:ext cx="685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当</a:t>
            </a:r>
          </a:p>
        </p:txBody>
      </p:sp>
      <p:graphicFrame>
        <p:nvGraphicFramePr>
          <p:cNvPr id="38958" name="Object 46">
            <a:extLst>
              <a:ext uri="{FF2B5EF4-FFF2-40B4-BE49-F238E27FC236}">
                <a16:creationId xmlns:a16="http://schemas.microsoft.com/office/drawing/2014/main" id="{3EE4DDB1-538F-39C6-53E5-1B8B18B51E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3284538"/>
          <a:ext cx="2220912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0" imgH="0" progId="Equation.3">
                  <p:embed/>
                </p:oleObj>
              </mc:Choice>
              <mc:Fallback>
                <p:oleObj name="Equation" r:id="rId42" imgW="0" imgH="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284538"/>
                        <a:ext cx="2220912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59" name="Text Box 47">
            <a:extLst>
              <a:ext uri="{FF2B5EF4-FFF2-40B4-BE49-F238E27FC236}">
                <a16:creationId xmlns:a16="http://schemas.microsoft.com/office/drawing/2014/main" id="{518BD50A-A1F3-9356-10BF-58781CD9E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327400"/>
            <a:ext cx="650875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when ,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38960" name="Text Box 48">
            <a:extLst>
              <a:ext uri="{FF2B5EF4-FFF2-40B4-BE49-F238E27FC236}">
                <a16:creationId xmlns:a16="http://schemas.microsoft.com/office/drawing/2014/main" id="{DA873E30-92F5-3818-7D1E-86BBA136F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352800"/>
            <a:ext cx="7620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/>
              <a:t>take</a:t>
            </a:r>
            <a:endParaRPr lang="zh-CN" altLang="en-US" sz="2400"/>
          </a:p>
        </p:txBody>
      </p:sp>
      <p:graphicFrame>
        <p:nvGraphicFramePr>
          <p:cNvPr id="38961" name="Object 49">
            <a:extLst>
              <a:ext uri="{FF2B5EF4-FFF2-40B4-BE49-F238E27FC236}">
                <a16:creationId xmlns:a16="http://schemas.microsoft.com/office/drawing/2014/main" id="{65436015-425C-6906-62E2-30A3B8C1C9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3284538"/>
          <a:ext cx="1023938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0" imgH="0" progId="Equation.3">
                  <p:embed/>
                </p:oleObj>
              </mc:Choice>
              <mc:Fallback>
                <p:oleObj name="Equation" r:id="rId44" imgW="0" imgH="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3284538"/>
                        <a:ext cx="1023938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62" name="Text Box 50">
            <a:extLst>
              <a:ext uri="{FF2B5EF4-FFF2-40B4-BE49-F238E27FC236}">
                <a16:creationId xmlns:a16="http://schemas.microsoft.com/office/drawing/2014/main" id="{ED2F4F9F-2DB8-0F7A-7C17-50C51D7A2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352800"/>
            <a:ext cx="7620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/>
              <a:t>or</a:t>
            </a:r>
            <a:endParaRPr lang="zh-CN" altLang="en-US" sz="2400"/>
          </a:p>
        </p:txBody>
      </p:sp>
      <p:graphicFrame>
        <p:nvGraphicFramePr>
          <p:cNvPr id="38963" name="Object 51">
            <a:extLst>
              <a:ext uri="{FF2B5EF4-FFF2-40B4-BE49-F238E27FC236}">
                <a16:creationId xmlns:a16="http://schemas.microsoft.com/office/drawing/2014/main" id="{FCCD72B6-B208-A0F0-0B7C-38E23F2FEC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0" y="3284538"/>
          <a:ext cx="105727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0" imgH="0" progId="Equation.3">
                  <p:embed/>
                </p:oleObj>
              </mc:Choice>
              <mc:Fallback>
                <p:oleObj name="Equation" r:id="rId46" imgW="0" imgH="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3284538"/>
                        <a:ext cx="105727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64" name="Text Box 52">
            <a:extLst>
              <a:ext uri="{FF2B5EF4-FFF2-40B4-BE49-F238E27FC236}">
                <a16:creationId xmlns:a16="http://schemas.microsoft.com/office/drawing/2014/main" id="{09F4EA01-521E-D67F-5D08-FF4117C74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357563"/>
            <a:ext cx="12954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, then has</a:t>
            </a:r>
            <a:endParaRPr lang="zh-CN" altLang="en-US" sz="2400"/>
          </a:p>
        </p:txBody>
      </p:sp>
      <p:graphicFrame>
        <p:nvGraphicFramePr>
          <p:cNvPr id="38965" name="Object 53">
            <a:extLst>
              <a:ext uri="{FF2B5EF4-FFF2-40B4-BE49-F238E27FC236}">
                <a16:creationId xmlns:a16="http://schemas.microsoft.com/office/drawing/2014/main" id="{EEF06879-6E55-F9A7-132E-BF6476AC6F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1988" y="4038600"/>
          <a:ext cx="30988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0" imgH="0" progId="Equation.3">
                  <p:embed/>
                </p:oleObj>
              </mc:Choice>
              <mc:Fallback>
                <p:oleObj name="Equation" r:id="rId48" imgW="0" imgH="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1988" y="4038600"/>
                        <a:ext cx="30988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66" name="Text Box 54">
            <a:extLst>
              <a:ext uri="{FF2B5EF4-FFF2-40B4-BE49-F238E27FC236}">
                <a16:creationId xmlns:a16="http://schemas.microsoft.com/office/drawing/2014/main" id="{10C7B89A-6C15-AC0B-D646-F5183C341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2100" y="249238"/>
            <a:ext cx="9701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Proof:</a:t>
            </a:r>
          </a:p>
        </p:txBody>
      </p:sp>
      <p:sp>
        <p:nvSpPr>
          <p:cNvPr id="38967" name="Freeform 55">
            <a:extLst>
              <a:ext uri="{FF2B5EF4-FFF2-40B4-BE49-F238E27FC236}">
                <a16:creationId xmlns:a16="http://schemas.microsoft.com/office/drawing/2014/main" id="{91E5ABFA-4E8C-7E2F-8601-1320E93F9135}"/>
              </a:ext>
            </a:extLst>
          </p:cNvPr>
          <p:cNvSpPr>
            <a:spLocks/>
          </p:cNvSpPr>
          <p:nvPr/>
        </p:nvSpPr>
        <p:spPr bwMode="auto">
          <a:xfrm>
            <a:off x="914400" y="1981200"/>
            <a:ext cx="5181600" cy="2286000"/>
          </a:xfrm>
          <a:custGeom>
            <a:avLst/>
            <a:gdLst>
              <a:gd name="T0" fmla="*/ 0 w 3264"/>
              <a:gd name="T1" fmla="*/ 0 h 1440"/>
              <a:gd name="T2" fmla="*/ 2147483646 w 3264"/>
              <a:gd name="T3" fmla="*/ 0 h 1440"/>
              <a:gd name="T4" fmla="*/ 2147483646 w 3264"/>
              <a:gd name="T5" fmla="*/ 2147483646 h 144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264" h="1440">
                <a:moveTo>
                  <a:pt x="0" y="0"/>
                </a:moveTo>
                <a:lnTo>
                  <a:pt x="2064" y="0"/>
                </a:lnTo>
                <a:lnTo>
                  <a:pt x="3264" y="1440"/>
                </a:ln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68" name="Freeform 56">
            <a:extLst>
              <a:ext uri="{FF2B5EF4-FFF2-40B4-BE49-F238E27FC236}">
                <a16:creationId xmlns:a16="http://schemas.microsoft.com/office/drawing/2014/main" id="{677C0B5E-CDAC-824C-E643-F3DE94292ED8}"/>
              </a:ext>
            </a:extLst>
          </p:cNvPr>
          <p:cNvSpPr>
            <a:spLocks/>
          </p:cNvSpPr>
          <p:nvPr/>
        </p:nvSpPr>
        <p:spPr bwMode="auto">
          <a:xfrm>
            <a:off x="914400" y="1981200"/>
            <a:ext cx="5181600" cy="2286000"/>
          </a:xfrm>
          <a:custGeom>
            <a:avLst/>
            <a:gdLst>
              <a:gd name="T0" fmla="*/ 0 w 3264"/>
              <a:gd name="T1" fmla="*/ 0 h 1440"/>
              <a:gd name="T2" fmla="*/ 2147483646 w 3264"/>
              <a:gd name="T3" fmla="*/ 0 h 1440"/>
              <a:gd name="T4" fmla="*/ 2147483646 w 3264"/>
              <a:gd name="T5" fmla="*/ 2147483646 h 144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264" h="1440">
                <a:moveTo>
                  <a:pt x="0" y="0"/>
                </a:moveTo>
                <a:lnTo>
                  <a:pt x="2064" y="0"/>
                </a:lnTo>
                <a:lnTo>
                  <a:pt x="3264" y="1440"/>
                </a:lnTo>
              </a:path>
            </a:pathLst>
          </a:custGeom>
          <a:noFill/>
          <a:ln w="9525">
            <a:solidFill>
              <a:schemeClr val="bg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8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8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8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8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8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8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8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8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8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8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8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8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8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8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8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8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8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8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8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38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38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8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38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3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3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3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38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38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3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38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38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38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38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38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38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0" grpId="0" build="p" autoUpdateAnimBg="0"/>
      <p:bldP spid="38922" grpId="0" build="p" autoUpdateAnimBg="0"/>
      <p:bldP spid="38923" grpId="0" autoUpdateAnimBg="0"/>
      <p:bldP spid="38925" grpId="0" build="p" autoUpdateAnimBg="0"/>
      <p:bldP spid="38929" grpId="0" autoUpdateAnimBg="0"/>
      <p:bldP spid="38931" grpId="0" autoUpdateAnimBg="0"/>
      <p:bldP spid="38940" grpId="0" autoUpdateAnimBg="0"/>
      <p:bldP spid="38952" grpId="0" autoUpdateAnimBg="0"/>
      <p:bldP spid="38955" grpId="0" autoUpdateAnimBg="0"/>
      <p:bldP spid="38957" grpId="0" autoUpdateAnimBg="0"/>
      <p:bldP spid="38959" grpId="0" autoUpdateAnimBg="0"/>
      <p:bldP spid="38960" grpId="0" autoUpdateAnimBg="0"/>
      <p:bldP spid="38962" grpId="0" autoUpdateAnimBg="0"/>
      <p:bldP spid="38964" grpId="0" autoUpdateAnimBg="0"/>
      <p:bldP spid="38966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4B3F2AB-2A08-F9B2-75DE-3945192465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7013"/>
            <a:ext cx="3095625" cy="61118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b="1">
                <a:latin typeface="+mn-ea"/>
                <a:ea typeface="+mn-ea"/>
              </a:rPr>
              <a:t>*三</a:t>
            </a:r>
            <a:r>
              <a:rPr lang="en-US" altLang="zh-CN" sz="2400" b="1">
                <a:latin typeface="+mn-ea"/>
                <a:ea typeface="+mn-ea"/>
              </a:rPr>
              <a:t>. uniform continuity</a:t>
            </a:r>
            <a:r>
              <a:rPr lang="zh-CN" altLang="en-US" sz="2400" b="1">
                <a:latin typeface="+mn-ea"/>
                <a:ea typeface="+mn-ea"/>
              </a:rPr>
              <a:t>性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28710" name="Text Box 38">
            <a:extLst>
              <a:ext uri="{FF2B5EF4-FFF2-40B4-BE49-F238E27FC236}">
                <a16:creationId xmlns:a16="http://schemas.microsoft.com/office/drawing/2014/main" id="{8688EBEA-5B92-FBBE-BA1C-FCC0CBB78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00" y="838200"/>
            <a:ext cx="18838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已知</a:t>
            </a:r>
            <a:r>
              <a:rPr lang="en-US" altLang="zh-CN" sz="2400"/>
              <a:t>function</a:t>
            </a:r>
            <a:endParaRPr lang="zh-CN" altLang="en-US" sz="2400"/>
          </a:p>
        </p:txBody>
      </p:sp>
      <p:graphicFrame>
        <p:nvGraphicFramePr>
          <p:cNvPr id="28711" name="Object 39">
            <a:extLst>
              <a:ext uri="{FF2B5EF4-FFF2-40B4-BE49-F238E27FC236}">
                <a16:creationId xmlns:a16="http://schemas.microsoft.com/office/drawing/2014/main" id="{19B012A3-2981-2F15-2394-8E2C381F74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836613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836613"/>
                        <a:ext cx="736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12" name="Text Box 40">
            <a:extLst>
              <a:ext uri="{FF2B5EF4-FFF2-40B4-BE49-F238E27FC236}">
                <a16:creationId xmlns:a16="http://schemas.microsoft.com/office/drawing/2014/main" id="{A8B8E83C-BCFA-193A-4624-DEE849250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888" y="800100"/>
            <a:ext cx="35958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ininterval I on continuous,</a:t>
            </a:r>
          </a:p>
        </p:txBody>
      </p:sp>
      <p:sp>
        <p:nvSpPr>
          <p:cNvPr id="28713" name="Text Box 41">
            <a:extLst>
              <a:ext uri="{FF2B5EF4-FFF2-40B4-BE49-F238E27FC236}">
                <a16:creationId xmlns:a16="http://schemas.microsoft.com/office/drawing/2014/main" id="{818317AE-7505-AB6A-76E5-A197F0207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075" y="782638"/>
            <a:ext cx="6142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i.e.:</a:t>
            </a:r>
          </a:p>
        </p:txBody>
      </p:sp>
      <p:graphicFrame>
        <p:nvGraphicFramePr>
          <p:cNvPr id="28714" name="Object 42">
            <a:extLst>
              <a:ext uri="{FF2B5EF4-FFF2-40B4-BE49-F238E27FC236}">
                <a16:creationId xmlns:a16="http://schemas.microsoft.com/office/drawing/2014/main" id="{B1E2C368-E03B-98C6-C456-C825D4B495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6850" y="1474788"/>
          <a:ext cx="1295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6850" y="1474788"/>
                        <a:ext cx="1295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15" name="Object 43">
            <a:extLst>
              <a:ext uri="{FF2B5EF4-FFF2-40B4-BE49-F238E27FC236}">
                <a16:creationId xmlns:a16="http://schemas.microsoft.com/office/drawing/2014/main" id="{822DEC5C-0749-962C-15ED-B02DA3DC23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3050" y="1517650"/>
          <a:ext cx="1181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3050" y="1517650"/>
                        <a:ext cx="1181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16" name="Object 44">
            <a:extLst>
              <a:ext uri="{FF2B5EF4-FFF2-40B4-BE49-F238E27FC236}">
                <a16:creationId xmlns:a16="http://schemas.microsoft.com/office/drawing/2014/main" id="{CC2B85D8-7CFD-06DB-671D-50A7D8546B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57650" y="1517650"/>
          <a:ext cx="1143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7650" y="1517650"/>
                        <a:ext cx="1143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17" name="Object 45">
            <a:extLst>
              <a:ext uri="{FF2B5EF4-FFF2-40B4-BE49-F238E27FC236}">
                <a16:creationId xmlns:a16="http://schemas.microsoft.com/office/drawing/2014/main" id="{3B69DAE7-68C9-0EA9-8FA1-026B620617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14950" y="1447800"/>
          <a:ext cx="2603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4950" y="1447800"/>
                        <a:ext cx="2603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18" name="Object 46">
            <a:extLst>
              <a:ext uri="{FF2B5EF4-FFF2-40B4-BE49-F238E27FC236}">
                <a16:creationId xmlns:a16="http://schemas.microsoft.com/office/drawing/2014/main" id="{5747679B-7B9C-1290-C64A-EEFC530021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1950" y="1981200"/>
          <a:ext cx="2730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1950" y="1981200"/>
                        <a:ext cx="2730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19" name="Text Box 47">
            <a:extLst>
              <a:ext uri="{FF2B5EF4-FFF2-40B4-BE49-F238E27FC236}">
                <a16:creationId xmlns:a16="http://schemas.microsoft.com/office/drawing/2014/main" id="{CA2A166A-C909-11C4-1477-9640D0612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" y="2532063"/>
            <a:ext cx="14636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generalcase,</a:t>
            </a:r>
          </a:p>
        </p:txBody>
      </p:sp>
      <p:graphicFrame>
        <p:nvGraphicFramePr>
          <p:cNvPr id="28720" name="Object 48">
            <a:extLst>
              <a:ext uri="{FF2B5EF4-FFF2-40B4-BE49-F238E27FC236}">
                <a16:creationId xmlns:a16="http://schemas.microsoft.com/office/drawing/2014/main" id="{8FF9232B-4D3C-89B8-790F-BB460DE8AB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2552700"/>
          <a:ext cx="251936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552700"/>
                        <a:ext cx="251936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1" name="Object 49">
            <a:extLst>
              <a:ext uri="{FF2B5EF4-FFF2-40B4-BE49-F238E27FC236}">
                <a16:creationId xmlns:a16="http://schemas.microsoft.com/office/drawing/2014/main" id="{ECD61C7C-B2BD-9671-A28D-A4D536635F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91075" y="2565400"/>
          <a:ext cx="24447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1075" y="2565400"/>
                        <a:ext cx="244475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22" name="Text Box 50">
            <a:extLst>
              <a:ext uri="{FF2B5EF4-FFF2-40B4-BE49-F238E27FC236}">
                <a16:creationId xmlns:a16="http://schemas.microsoft.com/office/drawing/2014/main" id="{A782305E-A27C-4B08-BC4C-73B650A6D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7575" y="2492375"/>
            <a:ext cx="13017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就引 </a:t>
            </a:r>
            <a:r>
              <a:rPr lang="en-US" altLang="zh-CN" sz="2400"/>
              <a:t>out</a:t>
            </a:r>
            <a:endParaRPr lang="zh-CN" altLang="en-US" sz="2400"/>
          </a:p>
        </p:txBody>
      </p:sp>
      <p:sp>
        <p:nvSpPr>
          <p:cNvPr id="28723" name="Text Box 51">
            <a:extLst>
              <a:ext uri="{FF2B5EF4-FFF2-40B4-BE49-F238E27FC236}">
                <a16:creationId xmlns:a16="http://schemas.microsoft.com/office/drawing/2014/main" id="{8B5FFE1D-9B40-CD05-A8CC-9E6D8AC51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88" y="3048000"/>
            <a:ext cx="44101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了</a:t>
            </a:r>
            <a:r>
              <a:rPr lang="en-US" altLang="zh-CN" sz="2400"/>
              <a:t>uniform continuity's concept .</a:t>
            </a:r>
          </a:p>
        </p:txBody>
      </p:sp>
      <p:sp>
        <p:nvSpPr>
          <p:cNvPr id="28724" name="Text Box 52">
            <a:extLst>
              <a:ext uri="{FF2B5EF4-FFF2-40B4-BE49-F238E27FC236}">
                <a16:creationId xmlns:a16="http://schemas.microsoft.com/office/drawing/2014/main" id="{488760FC-EC91-33F4-CD8B-EC284F860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3581400"/>
            <a:ext cx="16433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2"/>
                </a:solidFill>
              </a:rPr>
              <a:t>Definition:</a:t>
            </a:r>
          </a:p>
        </p:txBody>
      </p:sp>
      <p:graphicFrame>
        <p:nvGraphicFramePr>
          <p:cNvPr id="28726" name="Object 54">
            <a:extLst>
              <a:ext uri="{FF2B5EF4-FFF2-40B4-BE49-F238E27FC236}">
                <a16:creationId xmlns:a16="http://schemas.microsoft.com/office/drawing/2014/main" id="{B5539E90-792E-0C3F-245E-43FD748FC3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5438" y="3573463"/>
          <a:ext cx="2184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438" y="3573463"/>
                        <a:ext cx="2184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7" name="Object 55">
            <a:extLst>
              <a:ext uri="{FF2B5EF4-FFF2-40B4-BE49-F238E27FC236}">
                <a16:creationId xmlns:a16="http://schemas.microsoft.com/office/drawing/2014/main" id="{D6C7C5E1-1D3B-3FA4-DAC4-E73DB07924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3573463"/>
          <a:ext cx="1562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3573463"/>
                        <a:ext cx="1562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8" name="Object 56">
            <a:extLst>
              <a:ext uri="{FF2B5EF4-FFF2-40B4-BE49-F238E27FC236}">
                <a16:creationId xmlns:a16="http://schemas.microsoft.com/office/drawing/2014/main" id="{1B48424D-BDCB-3ABA-1DED-2079039596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56250" y="3548063"/>
          <a:ext cx="1663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250" y="3548063"/>
                        <a:ext cx="16637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9" name="Object 57">
            <a:extLst>
              <a:ext uri="{FF2B5EF4-FFF2-40B4-BE49-F238E27FC236}">
                <a16:creationId xmlns:a16="http://schemas.microsoft.com/office/drawing/2014/main" id="{FB505980-8953-441B-CBA5-B5D16D5C82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8350" y="4283075"/>
          <a:ext cx="1473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" y="4283075"/>
                        <a:ext cx="1473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30" name="Text Box 58">
            <a:extLst>
              <a:ext uri="{FF2B5EF4-FFF2-40B4-BE49-F238E27FC236}">
                <a16:creationId xmlns:a16="http://schemas.microsoft.com/office/drawing/2014/main" id="{05AB1583-62DA-4159-F9F9-32A29DC7F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2650" y="3543300"/>
            <a:ext cx="17940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对</a:t>
            </a:r>
            <a:r>
              <a:rPr lang="en-US" altLang="zh-CN" sz="2400"/>
              <a:t>arbitrary's</a:t>
            </a:r>
            <a:endParaRPr lang="zh-CN" altLang="en-US" sz="2400"/>
          </a:p>
        </p:txBody>
      </p:sp>
      <p:sp>
        <p:nvSpPr>
          <p:cNvPr id="28731" name="Text Box 59">
            <a:extLst>
              <a:ext uri="{FF2B5EF4-FFF2-40B4-BE49-F238E27FC236}">
                <a16:creationId xmlns:a16="http://schemas.microsoft.com/office/drawing/2014/main" id="{34E7D86C-94C5-D91A-DD3B-D86D3336C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075" y="4221163"/>
            <a:ext cx="10102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all has</a:t>
            </a:r>
            <a:endParaRPr lang="zh-CN" altLang="en-US" sz="2400"/>
          </a:p>
        </p:txBody>
      </p:sp>
      <p:graphicFrame>
        <p:nvGraphicFramePr>
          <p:cNvPr id="28732" name="Object 60">
            <a:extLst>
              <a:ext uri="{FF2B5EF4-FFF2-40B4-BE49-F238E27FC236}">
                <a16:creationId xmlns:a16="http://schemas.microsoft.com/office/drawing/2014/main" id="{2256F22D-98DC-E485-1F63-494EF21C46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13425" y="4238625"/>
          <a:ext cx="28257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3425" y="4238625"/>
                        <a:ext cx="282575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34" name="Object 62">
            <a:extLst>
              <a:ext uri="{FF2B5EF4-FFF2-40B4-BE49-F238E27FC236}">
                <a16:creationId xmlns:a16="http://schemas.microsoft.com/office/drawing/2014/main" id="{167F1908-3E3F-230D-6790-42C192CD15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8988" y="4968875"/>
          <a:ext cx="12858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988" y="4968875"/>
                        <a:ext cx="12858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36" name="Text Box 64">
            <a:extLst>
              <a:ext uri="{FF2B5EF4-FFF2-40B4-BE49-F238E27FC236}">
                <a16:creationId xmlns:a16="http://schemas.microsoft.com/office/drawing/2014/main" id="{6BBA1E8F-070E-B533-0748-8E300D407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4863" y="4921250"/>
            <a:ext cx="2497137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in I on uniform continuity .</a:t>
            </a:r>
            <a:endParaRPr lang="en-US" altLang="zh-CN" sz="2400" b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28737" name="Text Box 65">
            <a:extLst>
              <a:ext uri="{FF2B5EF4-FFF2-40B4-BE49-F238E27FC236}">
                <a16:creationId xmlns:a16="http://schemas.microsoft.com/office/drawing/2014/main" id="{34B45466-45F8-2824-AF76-C80753548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5462588"/>
            <a:ext cx="10903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clearly:</a:t>
            </a:r>
          </a:p>
        </p:txBody>
      </p:sp>
      <p:graphicFrame>
        <p:nvGraphicFramePr>
          <p:cNvPr id="28738" name="Object 66">
            <a:extLst>
              <a:ext uri="{FF2B5EF4-FFF2-40B4-BE49-F238E27FC236}">
                <a16:creationId xmlns:a16="http://schemas.microsoft.com/office/drawing/2014/main" id="{5ED50E02-CF94-3503-96CF-04A5F22BA6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5457825"/>
          <a:ext cx="38592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0" imgH="0" progId="Equation.3">
                  <p:embed/>
                </p:oleObj>
              </mc:Choice>
              <mc:Fallback>
                <p:oleObj name="Equation" r:id="rId30" imgW="0" imgH="0" progId="Equation.3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5457825"/>
                        <a:ext cx="385921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39" name="Line 67">
            <a:extLst>
              <a:ext uri="{FF2B5EF4-FFF2-40B4-BE49-F238E27FC236}">
                <a16:creationId xmlns:a16="http://schemas.microsoft.com/office/drawing/2014/main" id="{27EAFECC-6F8C-FD71-F251-53DCA25AE7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6057900"/>
            <a:ext cx="1143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741" name="Object 69">
            <a:extLst>
              <a:ext uri="{FF2B5EF4-FFF2-40B4-BE49-F238E27FC236}">
                <a16:creationId xmlns:a16="http://schemas.microsoft.com/office/drawing/2014/main" id="{0E11B441-1A43-3540-D8EA-8004FDC659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13400" y="5894388"/>
          <a:ext cx="30353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0" imgH="0" progId="Equation.3">
                  <p:embed/>
                </p:oleObj>
              </mc:Choice>
              <mc:Fallback>
                <p:oleObj name="Equation" r:id="rId32" imgW="0" imgH="0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400" y="5894388"/>
                        <a:ext cx="30353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743" name="Group 71">
            <a:extLst>
              <a:ext uri="{FF2B5EF4-FFF2-40B4-BE49-F238E27FC236}">
                <a16:creationId xmlns:a16="http://schemas.microsoft.com/office/drawing/2014/main" id="{27422054-1E91-7299-A41C-C6A326B08BB4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6102350"/>
            <a:ext cx="1143000" cy="228600"/>
            <a:chOff x="2736" y="4012"/>
            <a:chExt cx="720" cy="144"/>
          </a:xfrm>
        </p:grpSpPr>
        <p:sp>
          <p:nvSpPr>
            <p:cNvPr id="22561" name="Line 68">
              <a:extLst>
                <a:ext uri="{FF2B5EF4-FFF2-40B4-BE49-F238E27FC236}">
                  <a16:creationId xmlns:a16="http://schemas.microsoft.com/office/drawing/2014/main" id="{9FDAEEFB-63CC-89AF-79D8-EDB40C0277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4080"/>
              <a:ext cx="720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2" name="Line 70">
              <a:extLst>
                <a:ext uri="{FF2B5EF4-FFF2-40B4-BE49-F238E27FC236}">
                  <a16:creationId xmlns:a16="http://schemas.microsoft.com/office/drawing/2014/main" id="{C1E1DAF3-2DD5-D232-B89C-6B1C40B33D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4012"/>
              <a:ext cx="288" cy="144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559" name="Text Box 85">
            <a:extLst>
              <a:ext uri="{FF2B5EF4-FFF2-40B4-BE49-F238E27FC236}">
                <a16:creationId xmlns:a16="http://schemas.microsoft.com/office/drawing/2014/main" id="{0B6B1171-3034-BE79-38B9-5CB2A5C04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2775" y="4235450"/>
            <a:ext cx="184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28758" name="Object 86">
            <a:extLst>
              <a:ext uri="{FF2B5EF4-FFF2-40B4-BE49-F238E27FC236}">
                <a16:creationId xmlns:a16="http://schemas.microsoft.com/office/drawing/2014/main" id="{FF08FFDD-21A7-40A5-5A8C-6E2D8C7A25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9350" y="4278313"/>
          <a:ext cx="258286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0" imgH="0" progId="Equation.3">
                  <p:embed/>
                </p:oleObj>
              </mc:Choice>
              <mc:Fallback>
                <p:oleObj name="Equation" r:id="rId34" imgW="0" imgH="0" progId="Equation.3">
                  <p:embed/>
                  <p:pic>
                    <p:nvPicPr>
                      <p:cNvPr id="0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350" y="4278313"/>
                        <a:ext cx="258286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7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8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8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8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8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8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8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8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8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87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87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8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8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8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0" dur="500"/>
                                        <p:tgtEl>
                                          <p:spTgt spid="28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10" grpId="0" build="p" autoUpdateAnimBg="0"/>
      <p:bldP spid="28712" grpId="0" build="p" autoUpdateAnimBg="0" advAuto="0"/>
      <p:bldP spid="28713" grpId="0" build="p" autoUpdateAnimBg="0"/>
      <p:bldP spid="28719" grpId="0" build="p" autoUpdateAnimBg="0"/>
      <p:bldP spid="28722" grpId="0" build="p" autoUpdateAnimBg="0"/>
      <p:bldP spid="28723" grpId="0" build="p" autoUpdateAnimBg="0" advAuto="0"/>
      <p:bldP spid="28724" grpId="0" build="p" autoUpdateAnimBg="0"/>
      <p:bldP spid="28730" grpId="0" build="p" autoUpdateAnimBg="0"/>
      <p:bldP spid="28731" grpId="0" build="p" autoUpdateAnimBg="0"/>
      <p:bldP spid="28736" grpId="0" build="p" autoUpdateAnimBg="0" advAuto="0"/>
      <p:bldP spid="28737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8D215358-D8AA-A39B-2721-51A37D9D2A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4850" y="257175"/>
            <a:ext cx="996950" cy="533400"/>
          </a:xfrm>
        </p:spPr>
        <p:txBody>
          <a:bodyPr/>
          <a:lstStyle/>
          <a:p>
            <a:pPr eaLnBrk="1" hangingPunct="1"/>
            <a:r>
              <a:rPr lang="en-US" altLang="zh-CN" sz="2400" b="1">
                <a:ea typeface="楷体_GB2312" pitchFamily="49" charset="-122"/>
              </a:rPr>
              <a:t>for example,</a:t>
            </a:r>
          </a:p>
        </p:txBody>
      </p:sp>
      <p:graphicFrame>
        <p:nvGraphicFramePr>
          <p:cNvPr id="53253" name="Object 5">
            <a:extLst>
              <a:ext uri="{FF2B5EF4-FFF2-40B4-BE49-F238E27FC236}">
                <a16:creationId xmlns:a16="http://schemas.microsoft.com/office/drawing/2014/main" id="{55F21E1B-E1D1-7FD7-1E8F-9FF63ABA3B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241300"/>
          <a:ext cx="1282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41300"/>
                        <a:ext cx="12827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4" name="Object 6">
            <a:extLst>
              <a:ext uri="{FF2B5EF4-FFF2-40B4-BE49-F238E27FC236}">
                <a16:creationId xmlns:a16="http://schemas.microsoft.com/office/drawing/2014/main" id="{28286AA3-1BF1-3FB7-A7B0-D729787ECC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3400" y="304800"/>
          <a:ext cx="1587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304800"/>
                        <a:ext cx="1587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5" name="Text Box 7">
            <a:extLst>
              <a:ext uri="{FF2B5EF4-FFF2-40B4-BE49-F238E27FC236}">
                <a16:creationId xmlns:a16="http://schemas.microsoft.com/office/drawing/2014/main" id="{12BF7E1F-1C8B-0E7E-D444-AB4A2C213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8675" y="261938"/>
            <a:ext cx="38234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but not uniform continuity .</a:t>
            </a:r>
          </a:p>
        </p:txBody>
      </p:sp>
      <p:sp>
        <p:nvSpPr>
          <p:cNvPr id="53256" name="Text Box 8">
            <a:extLst>
              <a:ext uri="{FF2B5EF4-FFF2-40B4-BE49-F238E27FC236}">
                <a16:creationId xmlns:a16="http://schemas.microsoft.com/office/drawing/2014/main" id="{6B0ABC70-FF4A-9A6F-492F-C8E8D51E3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0" y="879475"/>
            <a:ext cx="12666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because</a:t>
            </a:r>
            <a:endParaRPr lang="zh-CN" altLang="en-US" sz="2400"/>
          </a:p>
        </p:txBody>
      </p:sp>
      <p:graphicFrame>
        <p:nvGraphicFramePr>
          <p:cNvPr id="53257" name="Object 9">
            <a:extLst>
              <a:ext uri="{FF2B5EF4-FFF2-40B4-BE49-F238E27FC236}">
                <a16:creationId xmlns:a16="http://schemas.microsoft.com/office/drawing/2014/main" id="{7B64F02B-5E5F-BEC4-1FF4-FA27A77FFF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08100" y="949325"/>
          <a:ext cx="2730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100" y="949325"/>
                        <a:ext cx="2730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8" name="Text Box 10">
            <a:extLst>
              <a:ext uri="{FF2B5EF4-FFF2-40B4-BE49-F238E27FC236}">
                <a16:creationId xmlns:a16="http://schemas.microsoft.com/office/drawing/2014/main" id="{A7CCF0AB-ED51-1DCA-6558-C3AB43AF6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879475"/>
            <a:ext cx="15135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take point</a:t>
            </a:r>
            <a:endParaRPr lang="zh-CN" altLang="en-US" sz="2400"/>
          </a:p>
        </p:txBody>
      </p:sp>
      <p:graphicFrame>
        <p:nvGraphicFramePr>
          <p:cNvPr id="53259" name="Object 11">
            <a:extLst>
              <a:ext uri="{FF2B5EF4-FFF2-40B4-BE49-F238E27FC236}">
                <a16:creationId xmlns:a16="http://schemas.microsoft.com/office/drawing/2014/main" id="{2E64BC16-BB71-C026-6B3F-7395DC7FD8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809625"/>
          <a:ext cx="3709987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809625"/>
                        <a:ext cx="3709987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0" name="Text Box 12">
            <a:extLst>
              <a:ext uri="{FF2B5EF4-FFF2-40B4-BE49-F238E27FC236}">
                <a16:creationId xmlns:a16="http://schemas.microsoft.com/office/drawing/2014/main" id="{75C78244-53B6-603B-688E-5B077ECAE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900" y="1554163"/>
            <a:ext cx="7809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then</a:t>
            </a:r>
            <a:endParaRPr lang="zh-CN" altLang="en-US" sz="2400"/>
          </a:p>
        </p:txBody>
      </p:sp>
      <p:graphicFrame>
        <p:nvGraphicFramePr>
          <p:cNvPr id="53261" name="Object 13">
            <a:extLst>
              <a:ext uri="{FF2B5EF4-FFF2-40B4-BE49-F238E27FC236}">
                <a16:creationId xmlns:a16="http://schemas.microsoft.com/office/drawing/2014/main" id="{911A7FEB-B5C6-CBC1-EACB-B930FEF6A6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0700" y="1546225"/>
          <a:ext cx="1257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700" y="1546225"/>
                        <a:ext cx="1257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2" name="Object 14">
            <a:extLst>
              <a:ext uri="{FF2B5EF4-FFF2-40B4-BE49-F238E27FC236}">
                <a16:creationId xmlns:a16="http://schemas.microsoft.com/office/drawing/2014/main" id="{2E7357D4-B9D8-99AC-1C9B-BA386B8F18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11500" y="1527175"/>
          <a:ext cx="1536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500" y="1527175"/>
                        <a:ext cx="15367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3" name="Object 15">
            <a:extLst>
              <a:ext uri="{FF2B5EF4-FFF2-40B4-BE49-F238E27FC236}">
                <a16:creationId xmlns:a16="http://schemas.microsoft.com/office/drawing/2014/main" id="{019ACC0C-66AD-E31B-4AD5-14C120ADD4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1524000"/>
          <a:ext cx="10795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524000"/>
                        <a:ext cx="10795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7" name="Text Box 19">
            <a:extLst>
              <a:ext uri="{FF2B5EF4-FFF2-40B4-BE49-F238E27FC236}">
                <a16:creationId xmlns:a16="http://schemas.microsoft.com/office/drawing/2014/main" id="{C9B379EF-6EF2-D642-900E-D732D6FE3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1538288"/>
            <a:ext cx="23711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can</a:t>
            </a:r>
            <a:r>
              <a:rPr lang="zh-CN" altLang="en-US" sz="2400"/>
              <a:t>以</a:t>
            </a:r>
            <a:r>
              <a:rPr lang="en-US" altLang="zh-CN" sz="2400"/>
              <a:t>arbitrary</a:t>
            </a:r>
            <a:r>
              <a:rPr lang="zh-CN" altLang="en-US" sz="2400"/>
              <a:t>小</a:t>
            </a:r>
          </a:p>
        </p:txBody>
      </p:sp>
      <p:sp>
        <p:nvSpPr>
          <p:cNvPr id="53268" name="Text Box 20">
            <a:extLst>
              <a:ext uri="{FF2B5EF4-FFF2-40B4-BE49-F238E27FC236}">
                <a16:creationId xmlns:a16="http://schemas.microsoft.com/office/drawing/2014/main" id="{2338258B-1A23-F542-2C6D-B619A27C6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8550" y="2281238"/>
            <a:ext cx="6286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but</a:t>
            </a:r>
            <a:endParaRPr lang="zh-CN" altLang="en-US" sz="2400"/>
          </a:p>
        </p:txBody>
      </p:sp>
      <p:graphicFrame>
        <p:nvGraphicFramePr>
          <p:cNvPr id="53269" name="Object 21">
            <a:extLst>
              <a:ext uri="{FF2B5EF4-FFF2-40B4-BE49-F238E27FC236}">
                <a16:creationId xmlns:a16="http://schemas.microsoft.com/office/drawing/2014/main" id="{47617584-FF5C-DB9A-94EA-868CA8FD67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2273300"/>
          <a:ext cx="2297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273300"/>
                        <a:ext cx="2297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0" name="Object 22">
            <a:extLst>
              <a:ext uri="{FF2B5EF4-FFF2-40B4-BE49-F238E27FC236}">
                <a16:creationId xmlns:a16="http://schemas.microsoft.com/office/drawing/2014/main" id="{324EB03B-02FB-E074-1B45-5A1FF59FF6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27500" y="2273300"/>
          <a:ext cx="1968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2273300"/>
                        <a:ext cx="1968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1" name="Object 23">
            <a:extLst>
              <a:ext uri="{FF2B5EF4-FFF2-40B4-BE49-F238E27FC236}">
                <a16:creationId xmlns:a16="http://schemas.microsoft.com/office/drawing/2014/main" id="{628C021F-F814-9C98-BB5B-D3D440E593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2349500"/>
          <a:ext cx="1003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2349500"/>
                        <a:ext cx="1003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72" name="Text Box 24">
            <a:extLst>
              <a:ext uri="{FF2B5EF4-FFF2-40B4-BE49-F238E27FC236}">
                <a16:creationId xmlns:a16="http://schemas.microsoft.com/office/drawing/2014/main" id="{E8F30098-8681-35DC-0943-2B00536C5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00" y="2924175"/>
            <a:ext cx="13035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thisNote</a:t>
            </a:r>
            <a:endParaRPr lang="zh-CN" altLang="en-US" sz="2400"/>
          </a:p>
        </p:txBody>
      </p:sp>
      <p:graphicFrame>
        <p:nvGraphicFramePr>
          <p:cNvPr id="53274" name="Object 26">
            <a:extLst>
              <a:ext uri="{FF2B5EF4-FFF2-40B4-BE49-F238E27FC236}">
                <a16:creationId xmlns:a16="http://schemas.microsoft.com/office/drawing/2014/main" id="{E8C7FDB8-0FAC-25FD-37F4-8D48F6829D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3050" y="2911475"/>
          <a:ext cx="12763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050" y="2911475"/>
                        <a:ext cx="127635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75" name="Text Box 27">
            <a:extLst>
              <a:ext uri="{FF2B5EF4-FFF2-40B4-BE49-F238E27FC236}">
                <a16:creationId xmlns:a16="http://schemas.microsoft.com/office/drawing/2014/main" id="{21A3435B-A6B5-4152-0B94-5B8E1D24C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2738" y="2938463"/>
            <a:ext cx="50449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GB" altLang="zh-CN" sz="2400"/>
              <a:t>in ( 0 , 1 ] on not uniform continuity .</a:t>
            </a:r>
            <a:endParaRPr lang="en-US" altLang="zh-CN" sz="2400"/>
          </a:p>
        </p:txBody>
      </p:sp>
      <p:sp>
        <p:nvSpPr>
          <p:cNvPr id="53276" name="Text Box 28">
            <a:extLst>
              <a:ext uri="{FF2B5EF4-FFF2-40B4-BE49-F238E27FC236}">
                <a16:creationId xmlns:a16="http://schemas.microsoft.com/office/drawing/2014/main" id="{5B9545A6-E441-859A-45DF-1602293C6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481388"/>
            <a:ext cx="15055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2"/>
                </a:solidFill>
              </a:rPr>
              <a:t>Theorem.</a:t>
            </a:r>
          </a:p>
        </p:txBody>
      </p:sp>
      <p:graphicFrame>
        <p:nvGraphicFramePr>
          <p:cNvPr id="53278" name="Object 30">
            <a:extLst>
              <a:ext uri="{FF2B5EF4-FFF2-40B4-BE49-F238E27FC236}">
                <a16:creationId xmlns:a16="http://schemas.microsoft.com/office/drawing/2014/main" id="{1B84956F-AE9A-85E4-76A3-72B402756D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3500438"/>
          <a:ext cx="2474913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500438"/>
                        <a:ext cx="2474913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80" name="Object 32">
            <a:extLst>
              <a:ext uri="{FF2B5EF4-FFF2-40B4-BE49-F238E27FC236}">
                <a16:creationId xmlns:a16="http://schemas.microsoft.com/office/drawing/2014/main" id="{0A38BBCE-5BF5-E9B1-D024-E857FA8F29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4175" y="3500438"/>
          <a:ext cx="219233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4175" y="3500438"/>
                        <a:ext cx="219233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83" name="Text Box 35">
            <a:extLst>
              <a:ext uri="{FF2B5EF4-FFF2-40B4-BE49-F238E27FC236}">
                <a16:creationId xmlns:a16="http://schemas.microsoft.com/office/drawing/2014/main" id="{31D569FC-D0FB-6B62-8060-20538E9C0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1750" y="3471863"/>
            <a:ext cx="31117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on uniform continuity.</a:t>
            </a:r>
          </a:p>
        </p:txBody>
      </p:sp>
      <p:sp>
        <p:nvSpPr>
          <p:cNvPr id="53284" name="Text Box 36">
            <a:extLst>
              <a:ext uri="{FF2B5EF4-FFF2-40B4-BE49-F238E27FC236}">
                <a16:creationId xmlns:a16="http://schemas.microsoft.com/office/drawing/2014/main" id="{B175C929-D90F-9848-164F-0B2F836FC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3860800"/>
            <a:ext cx="1390124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>
                <a:solidFill>
                  <a:schemeClr val="accent2"/>
                </a:solidFill>
                <a:latin typeface="+mn-ea"/>
                <a:ea typeface="+mn-ea"/>
              </a:rPr>
              <a:t>(Proof</a:t>
            </a:r>
            <a:r>
              <a:rPr lang="zh-CN" altLang="en-US" sz="2400">
                <a:solidFill>
                  <a:schemeClr val="accent2"/>
                </a:solidFill>
                <a:latin typeface="+mn-ea"/>
                <a:ea typeface="+mn-ea"/>
              </a:rPr>
              <a:t>略</a:t>
            </a:r>
            <a:r>
              <a:rPr lang="en-US" altLang="zh-CN" sz="2400">
                <a:solidFill>
                  <a:schemeClr val="accent2"/>
                </a:solidFill>
                <a:latin typeface="+mn-ea"/>
                <a:ea typeface="+mn-ea"/>
              </a:rPr>
              <a:t>)</a:t>
            </a:r>
            <a:endParaRPr lang="en-US" altLang="zh-CN" sz="24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3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3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3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3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3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3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3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3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3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3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3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3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3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3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3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3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3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3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3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3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5" grpId="0" build="p" autoUpdateAnimBg="0"/>
      <p:bldP spid="53256" grpId="0" build="p" autoUpdateAnimBg="0"/>
      <p:bldP spid="53258" grpId="0" build="p" autoUpdateAnimBg="0"/>
      <p:bldP spid="53260" grpId="0" build="p" autoUpdateAnimBg="0"/>
      <p:bldP spid="53267" grpId="0" build="p" autoUpdateAnimBg="0"/>
      <p:bldP spid="53268" grpId="0" build="p" autoUpdateAnimBg="0"/>
      <p:bldP spid="53272" grpId="0" build="p" autoUpdateAnimBg="0"/>
      <p:bldP spid="53275" grpId="0" build="p" autoUpdateAnimBg="0"/>
      <p:bldP spid="53276" grpId="0" build="p" autoUpdateAnimBg="0"/>
      <p:bldP spid="53283" grpId="0" build="p" autoUpdateAnimBg="0" advAuto="0"/>
      <p:bldP spid="53284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1804C392-2C32-4610-C675-7EB2DFF216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574675"/>
            <a:ext cx="2447925" cy="719138"/>
          </a:xfrm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 sz="3200" b="1">
                <a:ea typeface="楷体_GB2312" pitchFamily="49" charset="-122"/>
              </a:rPr>
              <a:t>Summary</a:t>
            </a:r>
            <a:endParaRPr lang="zh-CN" altLang="en-US" sz="3200" b="1">
              <a:ea typeface="楷体_GB2312" pitchFamily="49" charset="-122"/>
            </a:endParaRPr>
          </a:p>
        </p:txBody>
      </p:sp>
      <p:graphicFrame>
        <p:nvGraphicFramePr>
          <p:cNvPr id="52235" name="Object 11">
            <a:extLst>
              <a:ext uri="{FF2B5EF4-FFF2-40B4-BE49-F238E27FC236}">
                <a16:creationId xmlns:a16="http://schemas.microsoft.com/office/drawing/2014/main" id="{AE650AA2-B954-074E-3425-40F81CBBA8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4927600"/>
          <a:ext cx="1993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927600"/>
                        <a:ext cx="1993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8" name="Text Box 14">
            <a:extLst>
              <a:ext uri="{FF2B5EF4-FFF2-40B4-BE49-F238E27FC236}">
                <a16:creationId xmlns:a16="http://schemas.microsoft.com/office/drawing/2014/main" id="{D3DD1342-A4CE-E3F0-46CD-2C8C6CE39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0375" y="4829175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FF"/>
                </a:solidFill>
              </a:rPr>
              <a:t>使</a:t>
            </a:r>
          </a:p>
        </p:txBody>
      </p:sp>
      <p:graphicFrame>
        <p:nvGraphicFramePr>
          <p:cNvPr id="52239" name="Object 15">
            <a:extLst>
              <a:ext uri="{FF2B5EF4-FFF2-40B4-BE49-F238E27FC236}">
                <a16:creationId xmlns:a16="http://schemas.microsoft.com/office/drawing/2014/main" id="{FA5E4882-F3FC-F578-DD52-58B5314FCB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02500" y="4927600"/>
          <a:ext cx="1384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500" y="4927600"/>
                        <a:ext cx="1384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1" name="Object 17">
            <a:extLst>
              <a:ext uri="{FF2B5EF4-FFF2-40B4-BE49-F238E27FC236}">
                <a16:creationId xmlns:a16="http://schemas.microsoft.com/office/drawing/2014/main" id="{5D112D93-79F7-6AE1-9172-D4E40CFB29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2362200"/>
          <a:ext cx="787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362200"/>
                        <a:ext cx="787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5" name="Object 21">
            <a:extLst>
              <a:ext uri="{FF2B5EF4-FFF2-40B4-BE49-F238E27FC236}">
                <a16:creationId xmlns:a16="http://schemas.microsoft.com/office/drawing/2014/main" id="{194DAE6A-9E4C-23A0-4E88-5C54E4FAB3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3175000"/>
          <a:ext cx="787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175000"/>
                        <a:ext cx="787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93658B19-F259-7A6A-201E-442C0A362620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83070" y="1643340"/>
            <a:ext cx="2878930" cy="461665"/>
          </a:xfrm>
          <a:prstGeom prst="rect">
            <a:avLst/>
          </a:prstGeom>
          <a:blipFill>
            <a:blip r:embed="rId9"/>
            <a:stretch>
              <a:fillRect l="-3524" t="-10811" r="-3084" b="-29730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5D9555-A9F7-33F4-EB97-F4E039D23B1F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70313" y="2297152"/>
            <a:ext cx="3335978" cy="463525"/>
          </a:xfrm>
          <a:prstGeom prst="rect">
            <a:avLst/>
          </a:prstGeom>
          <a:blipFill>
            <a:blip r:embed="rId10"/>
            <a:stretch>
              <a:fillRect l="-2652" t="-7895" r="-1515" b="-26316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4" name="矩形 3">
            <a:extLst>
              <a:ext uri="{FF2B5EF4-FFF2-40B4-BE49-F238E27FC236}">
                <a16:creationId xmlns:a16="http://schemas.microsoft.com/office/drawing/2014/main" id="{63019F85-2810-D1A6-80DC-1450425AAA13}"/>
              </a:ext>
            </a:extLst>
          </p:cNvPr>
          <p:cNvPicPr>
            <a:picLocks noRot="1" noChangeAspect="1" noMove="1" noResize="1" noEditPoints="1" noAdjustHandles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09900"/>
            <a:ext cx="5499100" cy="46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矩形 4">
            <a:extLst>
              <a:ext uri="{FF2B5EF4-FFF2-40B4-BE49-F238E27FC236}">
                <a16:creationId xmlns:a16="http://schemas.microsoft.com/office/drawing/2014/main" id="{B6FBF040-C907-AF96-27C4-E06AB9715BE1}"/>
              </a:ext>
            </a:extLst>
          </p:cNvPr>
          <p:cNvPicPr>
            <a:picLocks noRot="1" noChangeAspect="1" noMove="1" noResize="1" noEditPoints="1" noAdjustHandles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3683000"/>
            <a:ext cx="7035800" cy="48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矩形 5">
            <a:extLst>
              <a:ext uri="{FF2B5EF4-FFF2-40B4-BE49-F238E27FC236}">
                <a16:creationId xmlns:a16="http://schemas.microsoft.com/office/drawing/2014/main" id="{DF340F97-FFA1-750D-AFDF-DAB4D24154F7}"/>
              </a:ext>
            </a:extLst>
          </p:cNvPr>
          <p:cNvPicPr>
            <a:picLocks noRot="1" noChangeAspect="1" noMove="1" noResize="1" noEditPoints="1" noAdjustHandles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00" y="4343400"/>
            <a:ext cx="6705600" cy="48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2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2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Freeform 2">
            <a:extLst>
              <a:ext uri="{FF2B5EF4-FFF2-40B4-BE49-F238E27FC236}">
                <a16:creationId xmlns:a16="http://schemas.microsoft.com/office/drawing/2014/main" id="{1CD0C7CF-5F20-2468-7C79-7F4921F81993}"/>
              </a:ext>
            </a:extLst>
          </p:cNvPr>
          <p:cNvSpPr>
            <a:spLocks/>
          </p:cNvSpPr>
          <p:nvPr/>
        </p:nvSpPr>
        <p:spPr bwMode="auto">
          <a:xfrm>
            <a:off x="6502400" y="2222500"/>
            <a:ext cx="1663700" cy="1281113"/>
          </a:xfrm>
          <a:custGeom>
            <a:avLst/>
            <a:gdLst>
              <a:gd name="T0" fmla="*/ 2147483646 w 1048"/>
              <a:gd name="T1" fmla="*/ 2147483646 h 824"/>
              <a:gd name="T2" fmla="*/ 2147483646 w 1048"/>
              <a:gd name="T3" fmla="*/ 2147483646 h 824"/>
              <a:gd name="T4" fmla="*/ 2147483646 w 1048"/>
              <a:gd name="T5" fmla="*/ 2147483646 h 824"/>
              <a:gd name="T6" fmla="*/ 2147483646 w 1048"/>
              <a:gd name="T7" fmla="*/ 2147483646 h 824"/>
              <a:gd name="T8" fmla="*/ 2147483646 w 1048"/>
              <a:gd name="T9" fmla="*/ 2147483646 h 824"/>
              <a:gd name="T10" fmla="*/ 2147483646 w 1048"/>
              <a:gd name="T11" fmla="*/ 2147483646 h 824"/>
              <a:gd name="T12" fmla="*/ 2147483646 w 1048"/>
              <a:gd name="T13" fmla="*/ 2147483646 h 824"/>
              <a:gd name="T14" fmla="*/ 2147483646 w 1048"/>
              <a:gd name="T15" fmla="*/ 2147483646 h 824"/>
              <a:gd name="T16" fmla="*/ 2147483646 w 1048"/>
              <a:gd name="T17" fmla="*/ 2147483646 h 8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048" h="824">
                <a:moveTo>
                  <a:pt x="32" y="280"/>
                </a:moveTo>
                <a:cubicBezTo>
                  <a:pt x="64" y="168"/>
                  <a:pt x="176" y="80"/>
                  <a:pt x="320" y="40"/>
                </a:cubicBezTo>
                <a:cubicBezTo>
                  <a:pt x="464" y="0"/>
                  <a:pt x="776" y="8"/>
                  <a:pt x="896" y="40"/>
                </a:cubicBezTo>
                <a:cubicBezTo>
                  <a:pt x="1016" y="72"/>
                  <a:pt x="1048" y="160"/>
                  <a:pt x="1040" y="232"/>
                </a:cubicBezTo>
                <a:cubicBezTo>
                  <a:pt x="1032" y="304"/>
                  <a:pt x="904" y="408"/>
                  <a:pt x="848" y="472"/>
                </a:cubicBezTo>
                <a:cubicBezTo>
                  <a:pt x="792" y="536"/>
                  <a:pt x="768" y="560"/>
                  <a:pt x="704" y="616"/>
                </a:cubicBezTo>
                <a:cubicBezTo>
                  <a:pt x="640" y="672"/>
                  <a:pt x="560" y="792"/>
                  <a:pt x="464" y="808"/>
                </a:cubicBezTo>
                <a:cubicBezTo>
                  <a:pt x="368" y="824"/>
                  <a:pt x="200" y="800"/>
                  <a:pt x="128" y="712"/>
                </a:cubicBezTo>
                <a:cubicBezTo>
                  <a:pt x="56" y="624"/>
                  <a:pt x="0" y="392"/>
                  <a:pt x="32" y="280"/>
                </a:cubicBezTo>
                <a:close/>
              </a:path>
            </a:pathLst>
          </a:custGeom>
          <a:solidFill>
            <a:srgbClr val="00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67" name="Text Box 3">
            <a:extLst>
              <a:ext uri="{FF2B5EF4-FFF2-40B4-BE49-F238E27FC236}">
                <a16:creationId xmlns:a16="http://schemas.microsoft.com/office/drawing/2014/main" id="{8A387705-9E1D-7267-E510-0D76D7F0F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265238"/>
            <a:ext cx="48577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1. </a:t>
            </a:r>
            <a:r>
              <a:rPr lang="zh-CN" altLang="en-US" sz="2400" b="1">
                <a:solidFill>
                  <a:schemeClr val="tx2"/>
                </a:solidFill>
              </a:rPr>
              <a:t>任 </a:t>
            </a:r>
            <a:r>
              <a:rPr lang="en-US" altLang="zh-CN" sz="2400" b="1">
                <a:solidFill>
                  <a:schemeClr val="tx2"/>
                </a:solidFill>
              </a:rPr>
              <a:t>give</a:t>
            </a:r>
            <a:r>
              <a:rPr lang="zh-CN" altLang="en-US" sz="2400" b="1">
                <a:solidFill>
                  <a:schemeClr val="tx2"/>
                </a:solidFill>
              </a:rPr>
              <a:t>一张面 </a:t>
            </a:r>
            <a:r>
              <a:rPr lang="en-US" altLang="zh-CN" sz="2400" b="1">
                <a:solidFill>
                  <a:schemeClr val="tx2"/>
                </a:solidFill>
              </a:rPr>
              <a:t>product is A 's </a:t>
            </a:r>
            <a:r>
              <a:rPr lang="zh-CN" altLang="en-US" sz="2400" b="1">
                <a:solidFill>
                  <a:schemeClr val="tx2"/>
                </a:solidFill>
              </a:rPr>
              <a:t>纸片</a:t>
            </a:r>
            <a:r>
              <a:rPr lang="en-US" altLang="zh-CN" sz="2400" b="1">
                <a:solidFill>
                  <a:schemeClr val="tx2"/>
                </a:solidFill>
              </a:rPr>
              <a:t>( such as</a:t>
            </a:r>
            <a:r>
              <a:rPr lang="zh-CN" altLang="en-US" sz="2400" b="1">
                <a:solidFill>
                  <a:schemeClr val="tx2"/>
                </a:solidFill>
              </a:rPr>
              <a:t>图</a:t>
            </a:r>
            <a:r>
              <a:rPr lang="en-US" altLang="zh-CN" sz="2400" b="1">
                <a:solidFill>
                  <a:schemeClr val="tx2"/>
                </a:solidFill>
              </a:rPr>
              <a:t>),</a:t>
            </a:r>
            <a:endParaRPr lang="en-US" altLang="zh-CN" sz="2400"/>
          </a:p>
        </p:txBody>
      </p:sp>
      <p:sp>
        <p:nvSpPr>
          <p:cNvPr id="62468" name="Text Box 4">
            <a:extLst>
              <a:ext uri="{FF2B5EF4-FFF2-40B4-BE49-F238E27FC236}">
                <a16:creationId xmlns:a16="http://schemas.microsoft.com/office/drawing/2014/main" id="{AF2855DC-F0C3-ACAE-98F3-14C5B256F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7838" y="1231900"/>
            <a:ext cx="2438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/>
              <a:t>Proof must can will it</a:t>
            </a:r>
            <a:endParaRPr lang="zh-CN" altLang="en-US" sz="2400"/>
          </a:p>
        </p:txBody>
      </p:sp>
      <p:sp>
        <p:nvSpPr>
          <p:cNvPr id="25604" name="Rectangle 5">
            <a:extLst>
              <a:ext uri="{FF2B5EF4-FFF2-40B4-BE49-F238E27FC236}">
                <a16:creationId xmlns:a16="http://schemas.microsoft.com/office/drawing/2014/main" id="{59B9A5A5-6602-A91A-D083-3AC175AC4B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3875" y="431800"/>
            <a:ext cx="2447925" cy="719138"/>
          </a:xfrm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 sz="3200" b="1">
                <a:ea typeface="楷体_GB2312" pitchFamily="49" charset="-122"/>
              </a:rPr>
              <a:t>Think and Exercise</a:t>
            </a:r>
            <a:endParaRPr lang="zh-CN" altLang="en-US" sz="3200" b="1">
              <a:ea typeface="楷体_GB2312" pitchFamily="49" charset="-122"/>
            </a:endParaRPr>
          </a:p>
        </p:txBody>
      </p:sp>
      <p:sp>
        <p:nvSpPr>
          <p:cNvPr id="62470" name="Text Box 6">
            <a:extLst>
              <a:ext uri="{FF2B5EF4-FFF2-40B4-BE49-F238E27FC236}">
                <a16:creationId xmlns:a16="http://schemas.microsoft.com/office/drawing/2014/main" id="{B6DA0D58-DFC2-404E-FACE-3764049E3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525" y="1760538"/>
            <a:ext cx="49039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GB" sz="2400"/>
              <a:t>一刀剪 </a:t>
            </a:r>
            <a:r>
              <a:rPr lang="en-GB" altLang="zh-CN" sz="2400"/>
              <a:t>is </a:t>
            </a:r>
            <a:r>
              <a:rPr lang="zh-CN" altLang="en-GB" sz="2400"/>
              <a:t>面 </a:t>
            </a:r>
            <a:r>
              <a:rPr lang="en-GB" altLang="zh-CN" sz="2400"/>
              <a:t>product</a:t>
            </a:r>
            <a:r>
              <a:rPr lang="zh-CN" altLang="en-GB" sz="2400"/>
              <a:t>相 </a:t>
            </a:r>
            <a:r>
              <a:rPr lang="en-GB" altLang="zh-CN" sz="2400"/>
              <a:t>etc.'s two</a:t>
            </a:r>
            <a:r>
              <a:rPr lang="zh-CN" altLang="en-GB" sz="2400"/>
              <a:t>片</a:t>
            </a:r>
            <a:r>
              <a:rPr lang="en-GB" altLang="zh-CN" sz="2400"/>
              <a:t>.</a:t>
            </a:r>
            <a:endParaRPr lang="en-US" altLang="zh-CN" sz="2400"/>
          </a:p>
        </p:txBody>
      </p:sp>
      <p:sp>
        <p:nvSpPr>
          <p:cNvPr id="62471" name="Text Box 7">
            <a:extLst>
              <a:ext uri="{FF2B5EF4-FFF2-40B4-BE49-F238E27FC236}">
                <a16:creationId xmlns:a16="http://schemas.microsoft.com/office/drawing/2014/main" id="{690027BF-99EB-B24E-04C9-12C822E38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362200"/>
            <a:ext cx="8747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2"/>
                </a:solidFill>
              </a:rPr>
              <a:t>Hint:</a:t>
            </a:r>
          </a:p>
        </p:txBody>
      </p:sp>
      <p:sp>
        <p:nvSpPr>
          <p:cNvPr id="62472" name="Text Box 8">
            <a:extLst>
              <a:ext uri="{FF2B5EF4-FFF2-40B4-BE49-F238E27FC236}">
                <a16:creationId xmlns:a16="http://schemas.microsoft.com/office/drawing/2014/main" id="{485F2AD8-036D-B163-2B71-DB1AB1CD3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2588" y="2374900"/>
            <a:ext cx="3151825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>
                <a:latin typeface="+mn-ea"/>
                <a:ea typeface="+mn-ea"/>
              </a:rPr>
              <a:t>建立坐标系 </a:t>
            </a:r>
            <a:r>
              <a:rPr lang="en-US" altLang="zh-CN" sz="2400">
                <a:latin typeface="+mn-ea"/>
                <a:ea typeface="+mn-ea"/>
              </a:rPr>
              <a:t>such as</a:t>
            </a:r>
            <a:r>
              <a:rPr lang="zh-CN" altLang="en-US" sz="2400">
                <a:latin typeface="+mn-ea"/>
                <a:ea typeface="+mn-ea"/>
              </a:rPr>
              <a:t>图</a:t>
            </a:r>
            <a:r>
              <a:rPr lang="en-US" altLang="zh-CN" sz="2400">
                <a:latin typeface="+mn-ea"/>
                <a:ea typeface="+mn-ea"/>
              </a:rPr>
              <a:t>.</a:t>
            </a:r>
            <a:endParaRPr lang="en-US" altLang="zh-CN" sz="2400" dirty="0">
              <a:latin typeface="+mn-ea"/>
              <a:ea typeface="+mn-ea"/>
            </a:endParaRPr>
          </a:p>
        </p:txBody>
      </p:sp>
      <p:grpSp>
        <p:nvGrpSpPr>
          <p:cNvPr id="62473" name="Group 9">
            <a:extLst>
              <a:ext uri="{FF2B5EF4-FFF2-40B4-BE49-F238E27FC236}">
                <a16:creationId xmlns:a16="http://schemas.microsoft.com/office/drawing/2014/main" id="{6D22F573-55A2-CB19-865A-740524D4D9E4}"/>
              </a:ext>
            </a:extLst>
          </p:cNvPr>
          <p:cNvGrpSpPr>
            <a:grpSpLocks/>
          </p:cNvGrpSpPr>
          <p:nvPr/>
        </p:nvGrpSpPr>
        <p:grpSpPr bwMode="auto">
          <a:xfrm>
            <a:off x="5851525" y="1949450"/>
            <a:ext cx="2312988" cy="2165350"/>
            <a:chOff x="3686" y="1132"/>
            <a:chExt cx="1457" cy="1364"/>
          </a:xfrm>
        </p:grpSpPr>
        <p:sp>
          <p:nvSpPr>
            <p:cNvPr id="25634" name="Line 10">
              <a:extLst>
                <a:ext uri="{FF2B5EF4-FFF2-40B4-BE49-F238E27FC236}">
                  <a16:creationId xmlns:a16="http://schemas.microsoft.com/office/drawing/2014/main" id="{0DD1FE10-5E62-3B0F-CE3F-A2356E08FA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256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5" name="Line 11">
              <a:extLst>
                <a:ext uri="{FF2B5EF4-FFF2-40B4-BE49-F238E27FC236}">
                  <a16:creationId xmlns:a16="http://schemas.microsoft.com/office/drawing/2014/main" id="{B770CB0D-BD0A-4462-75ED-697406039C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6" y="1152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36" name="Object 12">
              <a:extLst>
                <a:ext uri="{FF2B5EF4-FFF2-40B4-BE49-F238E27FC236}">
                  <a16:creationId xmlns:a16="http://schemas.microsoft.com/office/drawing/2014/main" id="{F13E8FFF-DE63-50E2-38D0-6A70D52075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44" y="2277"/>
            <a:ext cx="199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0" imgH="0" progId="Equation.3">
                    <p:embed/>
                  </p:oleObj>
                </mc:Choice>
                <mc:Fallback>
                  <p:oleObj name="Equation" r:id="rId2" imgW="0" imgH="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2277"/>
                          <a:ext cx="199" cy="2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37" name="Object 13">
              <a:extLst>
                <a:ext uri="{FF2B5EF4-FFF2-40B4-BE49-F238E27FC236}">
                  <a16:creationId xmlns:a16="http://schemas.microsoft.com/office/drawing/2014/main" id="{6F67696B-94D3-A090-2FD9-D947D5D162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37" y="2160"/>
            <a:ext cx="199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0" imgH="0" progId="Equation.3">
                    <p:embed/>
                  </p:oleObj>
                </mc:Choice>
                <mc:Fallback>
                  <p:oleObj name="Equation" r:id="rId4" imgW="0" imgH="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7" y="2160"/>
                          <a:ext cx="199" cy="2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38" name="Object 14">
              <a:extLst>
                <a:ext uri="{FF2B5EF4-FFF2-40B4-BE49-F238E27FC236}">
                  <a16:creationId xmlns:a16="http://schemas.microsoft.com/office/drawing/2014/main" id="{D964B09D-011A-B9E9-677B-43D863C2BEF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86" y="1132"/>
            <a:ext cx="219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0" imgH="0" progId="Equation.3">
                    <p:embed/>
                  </p:oleObj>
                </mc:Choice>
                <mc:Fallback>
                  <p:oleObj name="Equation" r:id="rId6" imgW="0" imgH="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6" y="1132"/>
                          <a:ext cx="219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2479" name="Line 15">
            <a:extLst>
              <a:ext uri="{FF2B5EF4-FFF2-40B4-BE49-F238E27FC236}">
                <a16:creationId xmlns:a16="http://schemas.microsoft.com/office/drawing/2014/main" id="{FD24F52B-E129-C503-6BAC-5F20272204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400" y="2057400"/>
            <a:ext cx="45720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2480" name="Group 16">
            <a:extLst>
              <a:ext uri="{FF2B5EF4-FFF2-40B4-BE49-F238E27FC236}">
                <a16:creationId xmlns:a16="http://schemas.microsoft.com/office/drawing/2014/main" id="{EC09E55D-3C02-482A-C32D-E0CB75B25BDC}"/>
              </a:ext>
            </a:extLst>
          </p:cNvPr>
          <p:cNvGrpSpPr>
            <a:grpSpLocks/>
          </p:cNvGrpSpPr>
          <p:nvPr/>
        </p:nvGrpSpPr>
        <p:grpSpPr bwMode="auto">
          <a:xfrm>
            <a:off x="5792788" y="3124200"/>
            <a:ext cx="728662" cy="609600"/>
            <a:chOff x="3649" y="1872"/>
            <a:chExt cx="459" cy="384"/>
          </a:xfrm>
        </p:grpSpPr>
        <p:sp>
          <p:nvSpPr>
            <p:cNvPr id="25631" name="Arc 17">
              <a:extLst>
                <a:ext uri="{FF2B5EF4-FFF2-40B4-BE49-F238E27FC236}">
                  <a16:creationId xmlns:a16="http://schemas.microsoft.com/office/drawing/2014/main" id="{8F302D8B-525E-7182-ECF5-57F79757B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2088"/>
              <a:ext cx="172" cy="168"/>
            </a:xfrm>
            <a:custGeom>
              <a:avLst/>
              <a:gdLst>
                <a:gd name="T0" fmla="*/ 0 w 21600"/>
                <a:gd name="T1" fmla="*/ 0 h 20901"/>
                <a:gd name="T2" fmla="*/ 0 w 21600"/>
                <a:gd name="T3" fmla="*/ 0 h 20901"/>
                <a:gd name="T4" fmla="*/ 0 w 21600"/>
                <a:gd name="T5" fmla="*/ 0 h 209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0901" fill="none" extrusionOk="0">
                  <a:moveTo>
                    <a:pt x="5450" y="-1"/>
                  </a:moveTo>
                  <a:cubicBezTo>
                    <a:pt x="14962" y="2480"/>
                    <a:pt x="21600" y="11070"/>
                    <a:pt x="21600" y="20901"/>
                  </a:cubicBezTo>
                </a:path>
                <a:path w="21600" h="20901" stroke="0" extrusionOk="0">
                  <a:moveTo>
                    <a:pt x="5450" y="-1"/>
                  </a:moveTo>
                  <a:cubicBezTo>
                    <a:pt x="14962" y="2480"/>
                    <a:pt x="21600" y="11070"/>
                    <a:pt x="21600" y="20901"/>
                  </a:cubicBezTo>
                  <a:lnTo>
                    <a:pt x="0" y="20901"/>
                  </a:lnTo>
                  <a:lnTo>
                    <a:pt x="5450" y="-1"/>
                  </a:lnTo>
                  <a:close/>
                </a:path>
              </a:pathLst>
            </a:cu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5632" name="Object 18">
              <a:extLst>
                <a:ext uri="{FF2B5EF4-FFF2-40B4-BE49-F238E27FC236}">
                  <a16:creationId xmlns:a16="http://schemas.microsoft.com/office/drawing/2014/main" id="{6FA3CBA6-8960-0E3B-E3BB-586A80528F6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49" y="1872"/>
            <a:ext cx="239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0" imgH="0" progId="Equation.3">
                    <p:embed/>
                  </p:oleObj>
                </mc:Choice>
                <mc:Fallback>
                  <p:oleObj name="Equation" r:id="rId8" imgW="0" imgH="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9" y="1872"/>
                          <a:ext cx="239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33" name="Line 19">
              <a:extLst>
                <a:ext uri="{FF2B5EF4-FFF2-40B4-BE49-F238E27FC236}">
                  <a16:creationId xmlns:a16="http://schemas.microsoft.com/office/drawing/2014/main" id="{080D2E6B-C6C0-9226-A3CA-9960BBB14F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085"/>
              <a:ext cx="192" cy="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2484" name="Group 20">
            <a:extLst>
              <a:ext uri="{FF2B5EF4-FFF2-40B4-BE49-F238E27FC236}">
                <a16:creationId xmlns:a16="http://schemas.microsoft.com/office/drawing/2014/main" id="{E7400198-CD0E-3E88-BD28-58FABE218E9F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3641725"/>
            <a:ext cx="1066800" cy="549275"/>
            <a:chOff x="3600" y="2198"/>
            <a:chExt cx="672" cy="346"/>
          </a:xfrm>
        </p:grpSpPr>
        <p:sp>
          <p:nvSpPr>
            <p:cNvPr id="25627" name="Arc 21">
              <a:extLst>
                <a:ext uri="{FF2B5EF4-FFF2-40B4-BE49-F238E27FC236}">
                  <a16:creationId xmlns:a16="http://schemas.microsoft.com/office/drawing/2014/main" id="{8AA71B83-188C-9E50-C22C-C4CE0F1F9F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2198"/>
              <a:ext cx="568" cy="146"/>
            </a:xfrm>
            <a:custGeom>
              <a:avLst/>
              <a:gdLst>
                <a:gd name="T0" fmla="*/ 0 w 21307"/>
                <a:gd name="T1" fmla="*/ 0 h 5477"/>
                <a:gd name="T2" fmla="*/ 0 w 21307"/>
                <a:gd name="T3" fmla="*/ 0 h 5477"/>
                <a:gd name="T4" fmla="*/ 0 w 21307"/>
                <a:gd name="T5" fmla="*/ 0 h 54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307" h="5477" fill="none" extrusionOk="0">
                  <a:moveTo>
                    <a:pt x="20894" y="-1"/>
                  </a:moveTo>
                  <a:cubicBezTo>
                    <a:pt x="21061" y="637"/>
                    <a:pt x="21198" y="1282"/>
                    <a:pt x="21307" y="1931"/>
                  </a:cubicBezTo>
                </a:path>
                <a:path w="21307" h="5477" stroke="0" extrusionOk="0">
                  <a:moveTo>
                    <a:pt x="20894" y="-1"/>
                  </a:moveTo>
                  <a:cubicBezTo>
                    <a:pt x="21061" y="637"/>
                    <a:pt x="21198" y="1282"/>
                    <a:pt x="21307" y="1931"/>
                  </a:cubicBezTo>
                  <a:lnTo>
                    <a:pt x="0" y="5477"/>
                  </a:lnTo>
                  <a:lnTo>
                    <a:pt x="20894" y="-1"/>
                  </a:lnTo>
                  <a:close/>
                </a:path>
              </a:pathLst>
            </a:cu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5628" name="Group 22">
              <a:extLst>
                <a:ext uri="{FF2B5EF4-FFF2-40B4-BE49-F238E27FC236}">
                  <a16:creationId xmlns:a16="http://schemas.microsoft.com/office/drawing/2014/main" id="{F5EE7F64-FA55-1A39-B06A-6B883EABD6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3" y="2208"/>
              <a:ext cx="219" cy="336"/>
              <a:chOff x="4032" y="2208"/>
              <a:chExt cx="219" cy="336"/>
            </a:xfrm>
          </p:grpSpPr>
          <p:graphicFrame>
            <p:nvGraphicFramePr>
              <p:cNvPr id="25629" name="Object 23">
                <a:extLst>
                  <a:ext uri="{FF2B5EF4-FFF2-40B4-BE49-F238E27FC236}">
                    <a16:creationId xmlns:a16="http://schemas.microsoft.com/office/drawing/2014/main" id="{D0D20043-C9B1-1A21-42C7-90F2E5D495A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32" y="2325"/>
              <a:ext cx="219" cy="2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0" imgH="0" progId="Equation.3">
                      <p:embed/>
                    </p:oleObj>
                  </mc:Choice>
                  <mc:Fallback>
                    <p:oleObj name="Equation" r:id="rId10" imgW="0" imgH="0" progId="Equation.3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32" y="2325"/>
                            <a:ext cx="219" cy="2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30" name="Line 24">
                <a:extLst>
                  <a:ext uri="{FF2B5EF4-FFF2-40B4-BE49-F238E27FC236}">
                    <a16:creationId xmlns:a16="http://schemas.microsoft.com/office/drawing/2014/main" id="{A9735A4C-259B-7714-6A19-CC1938222F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220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62489" name="Group 25">
            <a:extLst>
              <a:ext uri="{FF2B5EF4-FFF2-40B4-BE49-F238E27FC236}">
                <a16:creationId xmlns:a16="http://schemas.microsoft.com/office/drawing/2014/main" id="{845CC3CF-280B-1C2F-7EBD-CDD5AD695765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3367088"/>
            <a:ext cx="762000" cy="442912"/>
            <a:chOff x="3936" y="2025"/>
            <a:chExt cx="480" cy="279"/>
          </a:xfrm>
        </p:grpSpPr>
        <p:graphicFrame>
          <p:nvGraphicFramePr>
            <p:cNvPr id="25625" name="Object 26">
              <a:extLst>
                <a:ext uri="{FF2B5EF4-FFF2-40B4-BE49-F238E27FC236}">
                  <a16:creationId xmlns:a16="http://schemas.microsoft.com/office/drawing/2014/main" id="{025817AE-9C7B-AD87-DC9E-941579158D4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17" y="2025"/>
            <a:ext cx="199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0" imgH="0" progId="Equation.3">
                    <p:embed/>
                  </p:oleObj>
                </mc:Choice>
                <mc:Fallback>
                  <p:oleObj name="Equation" r:id="rId12" imgW="0" imgH="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7" y="2025"/>
                          <a:ext cx="199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6" name="Arc 27">
              <a:extLst>
                <a:ext uri="{FF2B5EF4-FFF2-40B4-BE49-F238E27FC236}">
                  <a16:creationId xmlns:a16="http://schemas.microsoft.com/office/drawing/2014/main" id="{51C81279-4A3B-6BDA-BC78-6634A792F0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2038"/>
              <a:ext cx="288" cy="218"/>
            </a:xfrm>
            <a:custGeom>
              <a:avLst/>
              <a:gdLst>
                <a:gd name="T0" fmla="*/ 0 w 21600"/>
                <a:gd name="T1" fmla="*/ 0 h 16350"/>
                <a:gd name="T2" fmla="*/ 0 w 21600"/>
                <a:gd name="T3" fmla="*/ 0 h 16350"/>
                <a:gd name="T4" fmla="*/ 0 w 21600"/>
                <a:gd name="T5" fmla="*/ 0 h 163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6350" fill="none" extrusionOk="0">
                  <a:moveTo>
                    <a:pt x="14115" y="0"/>
                  </a:moveTo>
                  <a:cubicBezTo>
                    <a:pt x="18868" y="4103"/>
                    <a:pt x="21600" y="10071"/>
                    <a:pt x="21600" y="16350"/>
                  </a:cubicBezTo>
                </a:path>
                <a:path w="21600" h="16350" stroke="0" extrusionOk="0">
                  <a:moveTo>
                    <a:pt x="14115" y="0"/>
                  </a:moveTo>
                  <a:cubicBezTo>
                    <a:pt x="18868" y="4103"/>
                    <a:pt x="21600" y="10071"/>
                    <a:pt x="21600" y="16350"/>
                  </a:cubicBezTo>
                  <a:lnTo>
                    <a:pt x="0" y="16350"/>
                  </a:lnTo>
                  <a:lnTo>
                    <a:pt x="14115" y="0"/>
                  </a:lnTo>
                  <a:close/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2492" name="Text Box 28">
            <a:extLst>
              <a:ext uri="{FF2B5EF4-FFF2-40B4-BE49-F238E27FC236}">
                <a16:creationId xmlns:a16="http://schemas.microsoft.com/office/drawing/2014/main" id="{4DA60CB0-317D-106D-3B02-AA7CB08E5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971800"/>
            <a:ext cx="32976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then</a:t>
            </a:r>
            <a:r>
              <a:rPr lang="zh-CN" altLang="en-US" sz="2400"/>
              <a:t>面 </a:t>
            </a:r>
            <a:r>
              <a:rPr lang="en-US" altLang="zh-CN" sz="2400"/>
              <a:t>productfunction</a:t>
            </a:r>
            <a:endParaRPr lang="zh-CN" altLang="en-US" sz="2400"/>
          </a:p>
        </p:txBody>
      </p:sp>
      <p:graphicFrame>
        <p:nvGraphicFramePr>
          <p:cNvPr id="62493" name="Object 29">
            <a:extLst>
              <a:ext uri="{FF2B5EF4-FFF2-40B4-BE49-F238E27FC236}">
                <a16:creationId xmlns:a16="http://schemas.microsoft.com/office/drawing/2014/main" id="{0EEE53A4-1215-3F15-5298-983D75DA4F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2997200"/>
          <a:ext cx="2260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997200"/>
                        <a:ext cx="2260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94" name="Text Box 30">
            <a:extLst>
              <a:ext uri="{FF2B5EF4-FFF2-40B4-BE49-F238E27FC236}">
                <a16:creationId xmlns:a16="http://schemas.microsoft.com/office/drawing/2014/main" id="{E17C5DF2-FB9E-8F31-8096-9CEA8FE18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614738"/>
            <a:ext cx="4921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因</a:t>
            </a:r>
          </a:p>
        </p:txBody>
      </p:sp>
      <p:graphicFrame>
        <p:nvGraphicFramePr>
          <p:cNvPr id="62495" name="Object 31">
            <a:extLst>
              <a:ext uri="{FF2B5EF4-FFF2-40B4-BE49-F238E27FC236}">
                <a16:creationId xmlns:a16="http://schemas.microsoft.com/office/drawing/2014/main" id="{791E2575-0056-862B-7CE6-93263B1790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3670300"/>
          <a:ext cx="1422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670300"/>
                        <a:ext cx="1422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96" name="Object 32">
            <a:extLst>
              <a:ext uri="{FF2B5EF4-FFF2-40B4-BE49-F238E27FC236}">
                <a16:creationId xmlns:a16="http://schemas.microsoft.com/office/drawing/2014/main" id="{D1522508-6BCF-D7EF-12E6-E058DC9DC4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3670300"/>
          <a:ext cx="1397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670300"/>
                        <a:ext cx="1397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97" name="Text Box 33">
            <a:extLst>
              <a:ext uri="{FF2B5EF4-FFF2-40B4-BE49-F238E27FC236}">
                <a16:creationId xmlns:a16="http://schemas.microsoft.com/office/drawing/2014/main" id="{60328B5A-64EC-392B-DEB7-4CE4C317E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343400"/>
            <a:ext cx="69092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GB" altLang="zh-CN" sz="2400"/>
              <a:t>hencefromintermediate valueTheorem we see that:</a:t>
            </a:r>
            <a:endParaRPr lang="en-US" altLang="zh-CN" sz="2400"/>
          </a:p>
        </p:txBody>
      </p:sp>
      <p:graphicFrame>
        <p:nvGraphicFramePr>
          <p:cNvPr id="62498" name="Object 34">
            <a:extLst>
              <a:ext uri="{FF2B5EF4-FFF2-40B4-BE49-F238E27FC236}">
                <a16:creationId xmlns:a16="http://schemas.microsoft.com/office/drawing/2014/main" id="{C861ABDE-2511-5498-A7F8-FE22C4D221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4997450"/>
          <a:ext cx="2044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997450"/>
                        <a:ext cx="2044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99" name="Object 35">
            <a:extLst>
              <a:ext uri="{FF2B5EF4-FFF2-40B4-BE49-F238E27FC236}">
                <a16:creationId xmlns:a16="http://schemas.microsoft.com/office/drawing/2014/main" id="{D1666669-D7D3-6B60-8043-6B738BDA5F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7750" y="4800600"/>
          <a:ext cx="2032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7750" y="4800600"/>
                        <a:ext cx="20320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504" name="Freeform 40">
            <a:extLst>
              <a:ext uri="{FF2B5EF4-FFF2-40B4-BE49-F238E27FC236}">
                <a16:creationId xmlns:a16="http://schemas.microsoft.com/office/drawing/2014/main" id="{26D25205-2F50-2292-083C-461774B8E7E3}"/>
              </a:ext>
            </a:extLst>
          </p:cNvPr>
          <p:cNvSpPr>
            <a:spLocks/>
          </p:cNvSpPr>
          <p:nvPr/>
        </p:nvSpPr>
        <p:spPr bwMode="auto">
          <a:xfrm>
            <a:off x="6650038" y="2286000"/>
            <a:ext cx="1474787" cy="1198563"/>
          </a:xfrm>
          <a:custGeom>
            <a:avLst/>
            <a:gdLst>
              <a:gd name="T0" fmla="*/ 0 w 960"/>
              <a:gd name="T1" fmla="*/ 2147483646 h 768"/>
              <a:gd name="T2" fmla="*/ 2147483646 w 960"/>
              <a:gd name="T3" fmla="*/ 0 h 768"/>
              <a:gd name="T4" fmla="*/ 2147483646 w 960"/>
              <a:gd name="T5" fmla="*/ 0 h 768"/>
              <a:gd name="T6" fmla="*/ 2147483646 w 960"/>
              <a:gd name="T7" fmla="*/ 2147483646 h 768"/>
              <a:gd name="T8" fmla="*/ 2147483646 w 960"/>
              <a:gd name="T9" fmla="*/ 2147483646 h 768"/>
              <a:gd name="T10" fmla="*/ 2147483646 w 960"/>
              <a:gd name="T11" fmla="*/ 2147483646 h 768"/>
              <a:gd name="T12" fmla="*/ 2147483646 w 960"/>
              <a:gd name="T13" fmla="*/ 2147483646 h 768"/>
              <a:gd name="T14" fmla="*/ 2147483646 w 960"/>
              <a:gd name="T15" fmla="*/ 2147483646 h 768"/>
              <a:gd name="T16" fmla="*/ 2147483646 w 960"/>
              <a:gd name="T17" fmla="*/ 2147483646 h 768"/>
              <a:gd name="T18" fmla="*/ 2147483646 w 960"/>
              <a:gd name="T19" fmla="*/ 2147483646 h 768"/>
              <a:gd name="T20" fmla="*/ 2147483646 w 960"/>
              <a:gd name="T21" fmla="*/ 2147483646 h 768"/>
              <a:gd name="T22" fmla="*/ 2147483646 w 960"/>
              <a:gd name="T23" fmla="*/ 2147483646 h 768"/>
              <a:gd name="T24" fmla="*/ 0 w 960"/>
              <a:gd name="T25" fmla="*/ 2147483646 h 76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60" h="768">
                <a:moveTo>
                  <a:pt x="0" y="624"/>
                </a:moveTo>
                <a:lnTo>
                  <a:pt x="576" y="0"/>
                </a:lnTo>
                <a:lnTo>
                  <a:pt x="816" y="0"/>
                </a:lnTo>
                <a:lnTo>
                  <a:pt x="912" y="48"/>
                </a:lnTo>
                <a:lnTo>
                  <a:pt x="960" y="192"/>
                </a:lnTo>
                <a:lnTo>
                  <a:pt x="912" y="240"/>
                </a:lnTo>
                <a:lnTo>
                  <a:pt x="816" y="384"/>
                </a:lnTo>
                <a:lnTo>
                  <a:pt x="480" y="720"/>
                </a:lnTo>
                <a:lnTo>
                  <a:pt x="384" y="768"/>
                </a:lnTo>
                <a:lnTo>
                  <a:pt x="240" y="768"/>
                </a:lnTo>
                <a:lnTo>
                  <a:pt x="144" y="720"/>
                </a:lnTo>
                <a:lnTo>
                  <a:pt x="48" y="672"/>
                </a:lnTo>
                <a:lnTo>
                  <a:pt x="0" y="624"/>
                </a:lnTo>
                <a:close/>
              </a:path>
            </a:pathLst>
          </a:custGeom>
          <a:blipFill dpi="0" rotWithShape="0">
            <a:blip r:embed="rId24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08" name="Line 44">
            <a:extLst>
              <a:ext uri="{FF2B5EF4-FFF2-40B4-BE49-F238E27FC236}">
                <a16:creationId xmlns:a16="http://schemas.microsoft.com/office/drawing/2014/main" id="{547AC48D-0DD5-5AD4-FED3-65FB627F52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400" y="3276600"/>
            <a:ext cx="1752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09" name="Line 45">
            <a:extLst>
              <a:ext uri="{FF2B5EF4-FFF2-40B4-BE49-F238E27FC236}">
                <a16:creationId xmlns:a16="http://schemas.microsoft.com/office/drawing/2014/main" id="{23666621-5B8F-42EC-DF68-F46DAFE114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400" y="1905000"/>
            <a:ext cx="16002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2510" name="Object 46">
            <a:extLst>
              <a:ext uri="{FF2B5EF4-FFF2-40B4-BE49-F238E27FC236}">
                <a16:creationId xmlns:a16="http://schemas.microsoft.com/office/drawing/2014/main" id="{97066965-78E9-1421-262F-DCCBFFF597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2617788"/>
          <a:ext cx="820738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0" imgH="0" progId="Equation.3">
                  <p:embed/>
                </p:oleObj>
              </mc:Choice>
              <mc:Fallback>
                <p:oleObj name="Equation" r:id="rId25" imgW="0" imgH="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2617788"/>
                        <a:ext cx="820738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2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2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2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2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2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2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2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2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2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2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2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2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624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2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2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624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62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62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autoUpdateAnimBg="0"/>
      <p:bldP spid="62468" grpId="0" autoUpdateAnimBg="0"/>
      <p:bldP spid="62470" grpId="0" build="p" autoUpdateAnimBg="0" advAuto="0"/>
      <p:bldP spid="62471" grpId="0" build="p" autoUpdateAnimBg="0"/>
      <p:bldP spid="62472" grpId="0" build="p" autoUpdateAnimBg="0"/>
      <p:bldP spid="62492" grpId="0" build="p" autoUpdateAnimBg="0"/>
      <p:bldP spid="62494" grpId="0" build="p" autoUpdateAnimBg="0"/>
      <p:bldP spid="62497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ext Box 2">
            <a:extLst>
              <a:ext uri="{FF2B5EF4-FFF2-40B4-BE49-F238E27FC236}">
                <a16:creationId xmlns:a16="http://schemas.microsoft.com/office/drawing/2014/main" id="{F9026EE6-917D-1AB6-8CFD-AFAABA2B2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752600"/>
            <a:ext cx="1371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then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7350" name="Text Box 6">
            <a:extLst>
              <a:ext uri="{FF2B5EF4-FFF2-40B4-BE49-F238E27FC236}">
                <a16:creationId xmlns:a16="http://schemas.microsoft.com/office/drawing/2014/main" id="{3D524EB2-6990-4C57-A95C-72D879A08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41325"/>
            <a:ext cx="2438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Proof</a:t>
            </a:r>
            <a:r>
              <a:rPr lang="zh-CN" altLang="en-US" sz="2400"/>
              <a:t>至少</a:t>
            </a:r>
            <a:r>
              <a:rPr lang="en-US" altLang="zh-CN" sz="2400"/>
              <a:t>existence</a:t>
            </a:r>
            <a:endParaRPr lang="zh-CN" altLang="en-US" sz="2400"/>
          </a:p>
        </p:txBody>
      </p:sp>
      <p:sp>
        <p:nvSpPr>
          <p:cNvPr id="57352" name="Text Box 8">
            <a:extLst>
              <a:ext uri="{FF2B5EF4-FFF2-40B4-BE49-F238E27FC236}">
                <a16:creationId xmlns:a16="http://schemas.microsoft.com/office/drawing/2014/main" id="{E5A33AA6-6A8D-2DC6-6B1F-395E613BD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0" y="1081088"/>
            <a:ext cx="5619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使</a:t>
            </a:r>
          </a:p>
        </p:txBody>
      </p:sp>
      <p:sp>
        <p:nvSpPr>
          <p:cNvPr id="57354" name="Text Box 10">
            <a:extLst>
              <a:ext uri="{FF2B5EF4-FFF2-40B4-BE49-F238E27FC236}">
                <a16:creationId xmlns:a16="http://schemas.microsoft.com/office/drawing/2014/main" id="{2CA547F9-9060-48E7-B218-FBA19D600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1704975"/>
            <a:ext cx="14716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Hint: let</a:t>
            </a:r>
            <a:endParaRPr lang="zh-CN" altLang="en-US" sz="2400"/>
          </a:p>
        </p:txBody>
      </p:sp>
      <p:sp>
        <p:nvSpPr>
          <p:cNvPr id="57356" name="Text Box 12">
            <a:extLst>
              <a:ext uri="{FF2B5EF4-FFF2-40B4-BE49-F238E27FC236}">
                <a16:creationId xmlns:a16="http://schemas.microsoft.com/office/drawing/2014/main" id="{9A8C904F-B944-B538-BA2B-A4D392D26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86000"/>
            <a:ext cx="6715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</a:t>
            </a:r>
            <a:endParaRPr lang="zh-CN" altLang="en-US" sz="2400"/>
          </a:p>
        </p:txBody>
      </p:sp>
      <p:sp>
        <p:nvSpPr>
          <p:cNvPr id="57358" name="Text Box 14">
            <a:extLst>
              <a:ext uri="{FF2B5EF4-FFF2-40B4-BE49-F238E27FC236}">
                <a16:creationId xmlns:a16="http://schemas.microsoft.com/office/drawing/2014/main" id="{84E1C24D-39A0-992A-EFFA-33DF16118D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2888" y="2298700"/>
            <a:ext cx="838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易</a:t>
            </a:r>
            <a:r>
              <a:rPr lang="en-US" altLang="zh-CN" sz="2400"/>
              <a:t>Proof</a:t>
            </a:r>
            <a:endParaRPr lang="zh-CN" altLang="en-US" sz="2400"/>
          </a:p>
        </p:txBody>
      </p:sp>
      <p:sp>
        <p:nvSpPr>
          <p:cNvPr id="57360" name="Rectangle 16">
            <a:extLst>
              <a:ext uri="{FF2B5EF4-FFF2-40B4-BE49-F238E27FC236}">
                <a16:creationId xmlns:a16="http://schemas.microsoft.com/office/drawing/2014/main" id="{B0C235C1-0411-4FC6-6E43-8C91AA5262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914400" cy="47625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b="1">
                <a:latin typeface="+mn-ea"/>
                <a:ea typeface="+mn-ea"/>
              </a:rPr>
              <a:t>2. Let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57362" name="Rectangle 18">
            <a:extLst>
              <a:ext uri="{FF2B5EF4-FFF2-40B4-BE49-F238E27FC236}">
                <a16:creationId xmlns:a16="http://schemas.microsoft.com/office/drawing/2014/main" id="{2C0E620B-241F-78AC-D9A7-6F588DEF6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588" y="3502025"/>
            <a:ext cx="3835400" cy="131445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>
                <a:solidFill>
                  <a:schemeClr val="tx2"/>
                </a:solidFill>
                <a:latin typeface="+mn-lt"/>
                <a:ea typeface="+mn-ea"/>
              </a:rPr>
              <a:t>Homework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>
                <a:solidFill>
                  <a:schemeClr val="tx2"/>
                </a:solidFill>
                <a:latin typeface="+mn-lt"/>
                <a:ea typeface="+mn-ea"/>
              </a:rPr>
              <a:t>P71 3; 5</a:t>
            </a:r>
            <a:endParaRPr lang="en-US" altLang="zh-CN" sz="2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57363" name="Text Box 19">
            <a:extLst>
              <a:ext uri="{FF2B5EF4-FFF2-40B4-BE49-F238E27FC236}">
                <a16:creationId xmlns:a16="http://schemas.microsoft.com/office/drawing/2014/main" id="{0740C070-B4E1-6BDC-EAD4-FB7F5B821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1052513"/>
            <a:ext cx="12666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一 </a:t>
            </a:r>
            <a:r>
              <a:rPr lang="en-US" altLang="zh-CN" sz="2400"/>
              <a:t>point</a:t>
            </a:r>
            <a:endParaRPr lang="zh-CN" altLang="en-US" sz="24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A1A3AB-9FCA-D469-CF3F-05AA2A9D244C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331640" y="447055"/>
            <a:ext cx="4199035" cy="461665"/>
          </a:xfrm>
          <a:prstGeom prst="rect">
            <a:avLst/>
          </a:prstGeom>
          <a:blipFill>
            <a:blip r:embed="rId2"/>
            <a:stretch>
              <a:fillRect b="-16216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66BFAF5-EE39-AB8A-0600-D8AC0F387647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47800" y="1070769"/>
            <a:ext cx="1694438" cy="461665"/>
          </a:xfrm>
          <a:prstGeom prst="rect">
            <a:avLst/>
          </a:prstGeom>
          <a:blipFill>
            <a:blip r:embed="rId3"/>
            <a:stretch>
              <a:fillRect l="-3731" t="-10811" r="-4478" b="-2702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9E307E-2A23-6E62-F5B2-CDBF87F41DB9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217182" y="1054638"/>
            <a:ext cx="2407006" cy="461665"/>
          </a:xfrm>
          <a:prstGeom prst="rect">
            <a:avLst/>
          </a:prstGeom>
          <a:blipFill>
            <a:blip r:embed="rId4"/>
            <a:stretch>
              <a:fillRect b="-13514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B42456-CA78-6CA6-5204-56B26093E46C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988069" y="1707978"/>
            <a:ext cx="3502754" cy="461665"/>
          </a:xfrm>
          <a:prstGeom prst="rect">
            <a:avLst/>
          </a:prstGeom>
          <a:blipFill>
            <a:blip r:embed="rId5"/>
            <a:stretch>
              <a:fillRect b="-16216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B962437-4902-AD14-38C6-B62575C43536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019300" y="2313942"/>
            <a:ext cx="2376035" cy="461665"/>
          </a:xfrm>
          <a:prstGeom prst="rect">
            <a:avLst/>
          </a:prstGeom>
          <a:blipFill>
            <a:blip r:embed="rId6"/>
            <a:stretch>
              <a:fillRect l="-1587" t="-10811" r="-2646" b="-2702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CDC7348-C4AF-1CE6-CAA0-F8BFA422FD3A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725725" y="2313942"/>
            <a:ext cx="2134367" cy="461665"/>
          </a:xfrm>
          <a:prstGeom prst="rect">
            <a:avLst/>
          </a:prstGeom>
          <a:blipFill>
            <a:blip r:embed="rId7"/>
            <a:stretch>
              <a:fillRect b="-13514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7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7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7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7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0" grpId="0" autoUpdateAnimBg="0"/>
      <p:bldP spid="57352" grpId="0" autoUpdateAnimBg="0"/>
      <p:bldP spid="57354" grpId="0" autoUpdateAnimBg="0"/>
      <p:bldP spid="57356" grpId="0" autoUpdateAnimBg="0"/>
      <p:bldP spid="57358" grpId="0" autoUpdateAnimBg="0"/>
      <p:bldP spid="57362" grpId="0" animBg="1" autoUpdateAnimBg="0"/>
      <p:bldP spid="57363" grpId="0" build="p" autoUpdateAnimBg="0" advAuto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2372</TotalTime>
  <Words>511</Words>
  <Application>Microsoft Office PowerPoint</Application>
  <PresentationFormat>全屏显示(4:3)</PresentationFormat>
  <Paragraphs>143</Paragraphs>
  <Slides>12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等线</vt:lpstr>
      <vt:lpstr>Arial</vt:lpstr>
      <vt:lpstr>等线 Light</vt:lpstr>
      <vt:lpstr>Times New Roman</vt:lpstr>
      <vt:lpstr>宋体</vt:lpstr>
      <vt:lpstr>华文行楷</vt:lpstr>
      <vt:lpstr>Calibri</vt:lpstr>
      <vt:lpstr>楷体_GB2312</vt:lpstr>
      <vt:lpstr>Office 主题​​</vt:lpstr>
      <vt:lpstr>Microsoft 公式 3.0</vt:lpstr>
      <vt:lpstr>Microsoft Equation 3.0</vt:lpstr>
      <vt:lpstr>PowerPoint 演示文稿</vt:lpstr>
      <vt:lpstr>I. 最 valueTheorem</vt:lpstr>
      <vt:lpstr>PowerPoint 演示文稿</vt:lpstr>
      <vt:lpstr>Corollary.</vt:lpstr>
      <vt:lpstr>Theorem3. ( intermediate valueTheorem )</vt:lpstr>
      <vt:lpstr>Example1. Proofequation</vt:lpstr>
      <vt:lpstr>Example2. Let</vt:lpstr>
      <vt:lpstr>*三. uniform continuity性</vt:lpstr>
      <vt:lpstr>for example,</vt:lpstr>
      <vt:lpstr>Summary</vt:lpstr>
      <vt:lpstr>Think and Exercise</vt:lpstr>
      <vt:lpstr>2. Let</vt:lpstr>
    </vt:vector>
  </TitlesOfParts>
  <Company>CUMT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第六节  函数的连续与间断</dc:title>
  <dc:creator>MATH</dc:creator>
  <cp:lastModifiedBy>Rui Li</cp:lastModifiedBy>
  <cp:revision>99</cp:revision>
  <dcterms:created xsi:type="dcterms:W3CDTF">1999-07-31T00:57:36Z</dcterms:created>
  <dcterms:modified xsi:type="dcterms:W3CDTF">2026-09-02T05:31:17Z</dcterms:modified>
</cp:coreProperties>
</file>