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21" r:id="rId18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078" autoAdjust="0"/>
    <p:restoredTop sz="90929"/>
  </p:normalViewPr>
  <p:slideViewPr>
    <p:cSldViewPr>
      <p:cViewPr varScale="1">
        <p:scale>
          <a:sx n="96" d="100"/>
          <a:sy n="96" d="100"/>
        </p:scale>
        <p:origin x="80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C91FF-22B6-F0AB-F04B-B2F3EC08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08324-D9DE-CB00-A8DD-1470E825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458B8-E0DB-3C63-0327-0C7ED5BE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3894B-D9B2-4734-84DA-9C780DD05D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684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4C8B6-CF95-1BDC-B224-C3663CFD3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93D8E-6B56-7620-6B79-B2B52794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38988-C2BA-5623-E65F-D7C5F070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ED497-00FD-465B-9173-3A543E59A6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86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FB425-5C95-A961-DDF2-C0661543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FA6F0-8CD0-78FA-F5F7-03253EF0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92C3F-F28E-FD40-A122-2DCBC85D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483E5-5C84-4E49-80F1-0514B406ED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535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E952D64-EF20-6319-0B1C-2EE5BDDA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9BD0CF9-7BB7-F300-C61B-DAB370EE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B881EBA-9547-F9F3-BC18-5CA4BEAF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0352A-15AE-4535-AFFD-ED6A49330E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86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A3D96B4-8866-653B-6F49-7FBF149C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379F77E-8C04-B4ED-3EF2-071C08B63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9C9E48-F2ED-F127-D513-CC159E47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851BD-D8C4-494D-BC08-63E9889C9A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2099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A475888-3BDB-C290-DFB0-0B4BC1A93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6613C69-4DDE-FF0C-1E65-F9F6BB9A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D5C0C4-E918-7343-F7AA-BA4323A7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C16DA-1FC3-4369-9EF7-92D50ECB93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02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0865EB9-AF20-3B05-9DA6-0AAE6C51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D6982B5-C428-A6C8-F1AD-4BCEBFEAB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D86F71-211A-F6C1-CE14-D48DA0E9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67674-62CF-48E0-8342-32C7D43996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1700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AB49DB7-2686-6DBC-BDE6-CC029CC3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39E9F28-E288-F401-9BE8-8A595F8AB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176D2E-077C-FCBF-1AB6-FD873C15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F4803-A33B-4B71-B9D2-E0862814C8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0528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3017205-B57B-8A77-C6A0-43889B41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9A384CB-A662-3763-318E-13FB3671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24FEE0-F5EB-BE48-68D2-494CCC1F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0FF7D4-D81A-486D-BE22-A9EBA25BFF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320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AA3D-73B3-FB0C-CA21-F4E2F6EE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2A055-B87A-CEE9-5F11-17404A377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02753-3D38-F09A-5D0E-7C96CBBD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C0F5C-BC0C-40E8-8C37-5219C3252E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406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97131-D93E-FECA-1E91-9F1B58C4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E35CD-BB96-284A-3430-1E792C00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A3FCD-09B4-DF25-8213-82B1B343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6BEC4-9957-41E1-A1F5-394CC20F6F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52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34098D5-3270-18BE-F88E-C9FF79C8A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23583DF-2411-21EE-FC84-C180E0466C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0760A-1617-3882-C9B6-8A30A753B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1A97-E8F5-5677-A75B-28F71C024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B50ED-0944-2D9D-922D-FF5F9BBF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112C9BC-CBA0-429F-9C0F-3C95E3288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emf"/><Relationship Id="rId18" Type="http://schemas.openxmlformats.org/officeDocument/2006/relationships/image" Target="../media/image11.png"/><Relationship Id="rId26" Type="http://schemas.openxmlformats.org/officeDocument/2006/relationships/image" Target="../media/image16.emf"/><Relationship Id="rId3" Type="http://schemas.openxmlformats.org/officeDocument/2006/relationships/image" Target="../media/image2.emf"/><Relationship Id="rId21" Type="http://schemas.openxmlformats.org/officeDocument/2006/relationships/image" Target="../media/image13.emf"/><Relationship Id="rId7" Type="http://schemas.openxmlformats.org/officeDocument/2006/relationships/image" Target="../media/image5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emf"/><Relationship Id="rId25" Type="http://schemas.openxmlformats.org/officeDocument/2006/relationships/oleObject" Target="../embeddings/oleObject10.bin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7.emf"/><Relationship Id="rId24" Type="http://schemas.openxmlformats.org/officeDocument/2006/relationships/image" Target="../media/image15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9.emf"/><Relationship Id="rId23" Type="http://schemas.openxmlformats.org/officeDocument/2006/relationships/image" Target="../media/image14.e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6.e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.bin"/><Relationship Id="rId18" Type="http://schemas.openxmlformats.org/officeDocument/2006/relationships/oleObject" Target="../embeddings/oleObject18.bin"/><Relationship Id="rId26" Type="http://schemas.openxmlformats.org/officeDocument/2006/relationships/oleObject" Target="../embeddings/oleObject22.bin"/><Relationship Id="rId39" Type="http://schemas.openxmlformats.org/officeDocument/2006/relationships/oleObject" Target="../embeddings/oleObject28.bin"/><Relationship Id="rId21" Type="http://schemas.openxmlformats.org/officeDocument/2006/relationships/image" Target="../media/image28.emf"/><Relationship Id="rId34" Type="http://schemas.openxmlformats.org/officeDocument/2006/relationships/image" Target="../media/image35.emf"/><Relationship Id="rId42" Type="http://schemas.openxmlformats.org/officeDocument/2006/relationships/image" Target="../media/image39.emf"/><Relationship Id="rId7" Type="http://schemas.openxmlformats.org/officeDocument/2006/relationships/image" Target="../media/image20.e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29" Type="http://schemas.openxmlformats.org/officeDocument/2006/relationships/oleObject" Target="../embeddings/oleObject23.bin"/><Relationship Id="rId41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oleObject" Target="../embeddings/oleObject15.bin"/><Relationship Id="rId24" Type="http://schemas.openxmlformats.org/officeDocument/2006/relationships/oleObject" Target="../embeddings/oleObject21.bin"/><Relationship Id="rId32" Type="http://schemas.openxmlformats.org/officeDocument/2006/relationships/image" Target="../media/image34.emf"/><Relationship Id="rId37" Type="http://schemas.openxmlformats.org/officeDocument/2006/relationships/oleObject" Target="../embeddings/oleObject27.bin"/><Relationship Id="rId40" Type="http://schemas.openxmlformats.org/officeDocument/2006/relationships/image" Target="../media/image38.emf"/><Relationship Id="rId5" Type="http://schemas.openxmlformats.org/officeDocument/2006/relationships/image" Target="../media/image19.emf"/><Relationship Id="rId15" Type="http://schemas.openxmlformats.org/officeDocument/2006/relationships/image" Target="../media/image25.png"/><Relationship Id="rId23" Type="http://schemas.openxmlformats.org/officeDocument/2006/relationships/image" Target="../media/image29.emf"/><Relationship Id="rId28" Type="http://schemas.openxmlformats.org/officeDocument/2006/relationships/image" Target="../media/image32.png"/><Relationship Id="rId36" Type="http://schemas.openxmlformats.org/officeDocument/2006/relationships/image" Target="../media/image36.emf"/><Relationship Id="rId10" Type="http://schemas.openxmlformats.org/officeDocument/2006/relationships/image" Target="../media/image22.png"/><Relationship Id="rId19" Type="http://schemas.openxmlformats.org/officeDocument/2006/relationships/image" Target="../media/image27.emf"/><Relationship Id="rId31" Type="http://schemas.openxmlformats.org/officeDocument/2006/relationships/oleObject" Target="../embeddings/oleObject24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1.emf"/><Relationship Id="rId14" Type="http://schemas.openxmlformats.org/officeDocument/2006/relationships/image" Target="../media/image24.emf"/><Relationship Id="rId22" Type="http://schemas.openxmlformats.org/officeDocument/2006/relationships/oleObject" Target="../embeddings/oleObject20.bin"/><Relationship Id="rId27" Type="http://schemas.openxmlformats.org/officeDocument/2006/relationships/image" Target="../media/image31.emf"/><Relationship Id="rId30" Type="http://schemas.openxmlformats.org/officeDocument/2006/relationships/image" Target="../media/image33.emf"/><Relationship Id="rId35" Type="http://schemas.openxmlformats.org/officeDocument/2006/relationships/oleObject" Target="../embeddings/oleObject26.bin"/><Relationship Id="rId43" Type="http://schemas.openxmlformats.org/officeDocument/2006/relationships/image" Target="../media/image40.png"/><Relationship Id="rId8" Type="http://schemas.openxmlformats.org/officeDocument/2006/relationships/oleObject" Target="../embeddings/oleObject14.bin"/><Relationship Id="rId3" Type="http://schemas.openxmlformats.org/officeDocument/2006/relationships/image" Target="../media/image18.emf"/><Relationship Id="rId12" Type="http://schemas.openxmlformats.org/officeDocument/2006/relationships/image" Target="../media/image23.emf"/><Relationship Id="rId17" Type="http://schemas.openxmlformats.org/officeDocument/2006/relationships/image" Target="../media/image26.emf"/><Relationship Id="rId25" Type="http://schemas.openxmlformats.org/officeDocument/2006/relationships/image" Target="../media/image30.emf"/><Relationship Id="rId33" Type="http://schemas.openxmlformats.org/officeDocument/2006/relationships/oleObject" Target="../embeddings/oleObject25.bin"/><Relationship Id="rId38" Type="http://schemas.openxmlformats.org/officeDocument/2006/relationships/image" Target="../media/image3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49.emf"/><Relationship Id="rId3" Type="http://schemas.openxmlformats.org/officeDocument/2006/relationships/image" Target="../media/image41.emf"/><Relationship Id="rId21" Type="http://schemas.openxmlformats.org/officeDocument/2006/relationships/oleObject" Target="../embeddings/oleObject39.bin"/><Relationship Id="rId7" Type="http://schemas.openxmlformats.org/officeDocument/2006/relationships/image" Target="../media/image43.emf"/><Relationship Id="rId12" Type="http://schemas.openxmlformats.org/officeDocument/2006/relationships/image" Target="../media/image46.emf"/><Relationship Id="rId17" Type="http://schemas.openxmlformats.org/officeDocument/2006/relationships/oleObject" Target="../embeddings/oleObject37.bin"/><Relationship Id="rId2" Type="http://schemas.openxmlformats.org/officeDocument/2006/relationships/oleObject" Target="../embeddings/oleObject30.bin"/><Relationship Id="rId16" Type="http://schemas.openxmlformats.org/officeDocument/2006/relationships/image" Target="../media/image48.emf"/><Relationship Id="rId20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5.emf"/><Relationship Id="rId5" Type="http://schemas.openxmlformats.org/officeDocument/2006/relationships/image" Target="../media/image42.emf"/><Relationship Id="rId15" Type="http://schemas.openxmlformats.org/officeDocument/2006/relationships/oleObject" Target="../embeddings/oleObject36.bin"/><Relationship Id="rId10" Type="http://schemas.openxmlformats.org/officeDocument/2006/relationships/oleObject" Target="../embeddings/oleObject34.bin"/><Relationship Id="rId19" Type="http://schemas.openxmlformats.org/officeDocument/2006/relationships/oleObject" Target="../embeddings/oleObject38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4.emf"/><Relationship Id="rId14" Type="http://schemas.openxmlformats.org/officeDocument/2006/relationships/image" Target="../media/image47.emf"/><Relationship Id="rId22" Type="http://schemas.openxmlformats.org/officeDocument/2006/relationships/image" Target="../media/image5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57.emf"/><Relationship Id="rId18" Type="http://schemas.openxmlformats.org/officeDocument/2006/relationships/oleObject" Target="../embeddings/oleObject48.bin"/><Relationship Id="rId26" Type="http://schemas.openxmlformats.org/officeDocument/2006/relationships/oleObject" Target="../embeddings/oleObject52.bin"/><Relationship Id="rId3" Type="http://schemas.openxmlformats.org/officeDocument/2006/relationships/image" Target="../media/image52.emf"/><Relationship Id="rId21" Type="http://schemas.openxmlformats.org/officeDocument/2006/relationships/image" Target="../media/image61.emf"/><Relationship Id="rId7" Type="http://schemas.openxmlformats.org/officeDocument/2006/relationships/image" Target="../media/image54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59.emf"/><Relationship Id="rId25" Type="http://schemas.openxmlformats.org/officeDocument/2006/relationships/image" Target="../media/image63.e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56.emf"/><Relationship Id="rId24" Type="http://schemas.openxmlformats.org/officeDocument/2006/relationships/oleObject" Target="../embeddings/oleObject51.bin"/><Relationship Id="rId5" Type="http://schemas.openxmlformats.org/officeDocument/2006/relationships/image" Target="../media/image53.emf"/><Relationship Id="rId15" Type="http://schemas.openxmlformats.org/officeDocument/2006/relationships/image" Target="../media/image58.emf"/><Relationship Id="rId23" Type="http://schemas.openxmlformats.org/officeDocument/2006/relationships/image" Target="../media/image62.emf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60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5.e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0.bin"/><Relationship Id="rId27" Type="http://schemas.openxmlformats.org/officeDocument/2006/relationships/image" Target="../media/image64.e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emf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21" Type="http://schemas.openxmlformats.org/officeDocument/2006/relationships/image" Target="../media/image74.emf"/><Relationship Id="rId34" Type="http://schemas.openxmlformats.org/officeDocument/2006/relationships/image" Target="../media/image81.png"/><Relationship Id="rId7" Type="http://schemas.openxmlformats.org/officeDocument/2006/relationships/image" Target="../media/image67.e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72.emf"/><Relationship Id="rId25" Type="http://schemas.openxmlformats.org/officeDocument/2006/relationships/image" Target="../media/image76.emf"/><Relationship Id="rId33" Type="http://schemas.openxmlformats.org/officeDocument/2006/relationships/image" Target="../media/image80.e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29" Type="http://schemas.openxmlformats.org/officeDocument/2006/relationships/image" Target="../media/image78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69.emf"/><Relationship Id="rId24" Type="http://schemas.openxmlformats.org/officeDocument/2006/relationships/oleObject" Target="../embeddings/oleObject64.bin"/><Relationship Id="rId32" Type="http://schemas.openxmlformats.org/officeDocument/2006/relationships/oleObject" Target="../embeddings/oleObject68.bin"/><Relationship Id="rId37" Type="http://schemas.openxmlformats.org/officeDocument/2006/relationships/image" Target="../media/image83.emf"/><Relationship Id="rId5" Type="http://schemas.openxmlformats.org/officeDocument/2006/relationships/image" Target="../media/image66.emf"/><Relationship Id="rId15" Type="http://schemas.openxmlformats.org/officeDocument/2006/relationships/image" Target="../media/image71.emf"/><Relationship Id="rId23" Type="http://schemas.openxmlformats.org/officeDocument/2006/relationships/image" Target="../media/image75.emf"/><Relationship Id="rId28" Type="http://schemas.openxmlformats.org/officeDocument/2006/relationships/oleObject" Target="../embeddings/oleObject66.bin"/><Relationship Id="rId36" Type="http://schemas.openxmlformats.org/officeDocument/2006/relationships/oleObject" Target="../embeddings/oleObject69.bin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73.emf"/><Relationship Id="rId31" Type="http://schemas.openxmlformats.org/officeDocument/2006/relationships/image" Target="../media/image79.e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8.emf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77.emf"/><Relationship Id="rId30" Type="http://schemas.openxmlformats.org/officeDocument/2006/relationships/oleObject" Target="../embeddings/oleObject67.bin"/><Relationship Id="rId35" Type="http://schemas.openxmlformats.org/officeDocument/2006/relationships/image" Target="../media/image82.png"/><Relationship Id="rId8" Type="http://schemas.openxmlformats.org/officeDocument/2006/relationships/oleObject" Target="../embeddings/oleObject56.bin"/><Relationship Id="rId3" Type="http://schemas.openxmlformats.org/officeDocument/2006/relationships/image" Target="../media/image6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89.emf"/><Relationship Id="rId18" Type="http://schemas.openxmlformats.org/officeDocument/2006/relationships/oleObject" Target="../embeddings/oleObject78.bin"/><Relationship Id="rId26" Type="http://schemas.openxmlformats.org/officeDocument/2006/relationships/image" Target="../media/image96.emf"/><Relationship Id="rId3" Type="http://schemas.openxmlformats.org/officeDocument/2006/relationships/image" Target="../media/image84.emf"/><Relationship Id="rId21" Type="http://schemas.openxmlformats.org/officeDocument/2006/relationships/oleObject" Target="../embeddings/oleObject79.bin"/><Relationship Id="rId7" Type="http://schemas.openxmlformats.org/officeDocument/2006/relationships/image" Target="../media/image86.emf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91.emf"/><Relationship Id="rId25" Type="http://schemas.openxmlformats.org/officeDocument/2006/relationships/oleObject" Target="../embeddings/oleObject81.bin"/><Relationship Id="rId2" Type="http://schemas.openxmlformats.org/officeDocument/2006/relationships/oleObject" Target="../embeddings/oleObject70.bin"/><Relationship Id="rId16" Type="http://schemas.openxmlformats.org/officeDocument/2006/relationships/oleObject" Target="../embeddings/oleObject77.bin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88.emf"/><Relationship Id="rId24" Type="http://schemas.openxmlformats.org/officeDocument/2006/relationships/image" Target="../media/image95.emf"/><Relationship Id="rId5" Type="http://schemas.openxmlformats.org/officeDocument/2006/relationships/image" Target="../media/image85.emf"/><Relationship Id="rId15" Type="http://schemas.openxmlformats.org/officeDocument/2006/relationships/image" Target="../media/image90.emf"/><Relationship Id="rId23" Type="http://schemas.openxmlformats.org/officeDocument/2006/relationships/oleObject" Target="../embeddings/oleObject80.bin"/><Relationship Id="rId28" Type="http://schemas.openxmlformats.org/officeDocument/2006/relationships/image" Target="../media/image97.emf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92.e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87.emf"/><Relationship Id="rId14" Type="http://schemas.openxmlformats.org/officeDocument/2006/relationships/oleObject" Target="../embeddings/oleObject76.bin"/><Relationship Id="rId22" Type="http://schemas.openxmlformats.org/officeDocument/2006/relationships/image" Target="../media/image94.emf"/><Relationship Id="rId27" Type="http://schemas.openxmlformats.org/officeDocument/2006/relationships/oleObject" Target="../embeddings/oleObject82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.emf"/><Relationship Id="rId18" Type="http://schemas.openxmlformats.org/officeDocument/2006/relationships/oleObject" Target="../embeddings/oleObject91.bin"/><Relationship Id="rId26" Type="http://schemas.openxmlformats.org/officeDocument/2006/relationships/image" Target="../media/image110.emf"/><Relationship Id="rId39" Type="http://schemas.openxmlformats.org/officeDocument/2006/relationships/oleObject" Target="../embeddings/oleObject101.bin"/><Relationship Id="rId21" Type="http://schemas.openxmlformats.org/officeDocument/2006/relationships/oleObject" Target="../embeddings/oleObject92.bin"/><Relationship Id="rId34" Type="http://schemas.openxmlformats.org/officeDocument/2006/relationships/image" Target="../media/image114.emf"/><Relationship Id="rId42" Type="http://schemas.openxmlformats.org/officeDocument/2006/relationships/oleObject" Target="../embeddings/oleObject102.bin"/><Relationship Id="rId7" Type="http://schemas.openxmlformats.org/officeDocument/2006/relationships/image" Target="../media/image100.emf"/><Relationship Id="rId2" Type="http://schemas.openxmlformats.org/officeDocument/2006/relationships/oleObject" Target="../embeddings/oleObject83.bin"/><Relationship Id="rId16" Type="http://schemas.openxmlformats.org/officeDocument/2006/relationships/oleObject" Target="../embeddings/oleObject90.bin"/><Relationship Id="rId20" Type="http://schemas.openxmlformats.org/officeDocument/2006/relationships/image" Target="../media/image107.png"/><Relationship Id="rId29" Type="http://schemas.openxmlformats.org/officeDocument/2006/relationships/oleObject" Target="../embeddings/oleObject96.bin"/><Relationship Id="rId41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102.emf"/><Relationship Id="rId24" Type="http://schemas.openxmlformats.org/officeDocument/2006/relationships/image" Target="../media/image109.emf"/><Relationship Id="rId32" Type="http://schemas.openxmlformats.org/officeDocument/2006/relationships/image" Target="../media/image113.emf"/><Relationship Id="rId37" Type="http://schemas.openxmlformats.org/officeDocument/2006/relationships/oleObject" Target="../embeddings/oleObject100.bin"/><Relationship Id="rId40" Type="http://schemas.openxmlformats.org/officeDocument/2006/relationships/image" Target="../media/image117.emf"/><Relationship Id="rId5" Type="http://schemas.openxmlformats.org/officeDocument/2006/relationships/image" Target="../media/image99.emf"/><Relationship Id="rId15" Type="http://schemas.openxmlformats.org/officeDocument/2006/relationships/image" Target="../media/image104.emf"/><Relationship Id="rId23" Type="http://schemas.openxmlformats.org/officeDocument/2006/relationships/oleObject" Target="../embeddings/oleObject93.bin"/><Relationship Id="rId28" Type="http://schemas.openxmlformats.org/officeDocument/2006/relationships/image" Target="../media/image111.emf"/><Relationship Id="rId36" Type="http://schemas.openxmlformats.org/officeDocument/2006/relationships/image" Target="../media/image115.emf"/><Relationship Id="rId10" Type="http://schemas.openxmlformats.org/officeDocument/2006/relationships/oleObject" Target="../embeddings/oleObject87.bin"/><Relationship Id="rId19" Type="http://schemas.openxmlformats.org/officeDocument/2006/relationships/image" Target="../media/image106.emf"/><Relationship Id="rId31" Type="http://schemas.openxmlformats.org/officeDocument/2006/relationships/oleObject" Target="../embeddings/oleObject97.bin"/><Relationship Id="rId44" Type="http://schemas.openxmlformats.org/officeDocument/2006/relationships/image" Target="../media/image120.png"/><Relationship Id="rId4" Type="http://schemas.openxmlformats.org/officeDocument/2006/relationships/oleObject" Target="../embeddings/oleObject84.bin"/><Relationship Id="rId9" Type="http://schemas.openxmlformats.org/officeDocument/2006/relationships/image" Target="../media/image101.emf"/><Relationship Id="rId14" Type="http://schemas.openxmlformats.org/officeDocument/2006/relationships/oleObject" Target="../embeddings/oleObject89.bin"/><Relationship Id="rId22" Type="http://schemas.openxmlformats.org/officeDocument/2006/relationships/image" Target="../media/image108.emf"/><Relationship Id="rId27" Type="http://schemas.openxmlformats.org/officeDocument/2006/relationships/oleObject" Target="../embeddings/oleObject95.bin"/><Relationship Id="rId30" Type="http://schemas.openxmlformats.org/officeDocument/2006/relationships/image" Target="../media/image112.emf"/><Relationship Id="rId35" Type="http://schemas.openxmlformats.org/officeDocument/2006/relationships/oleObject" Target="../embeddings/oleObject99.bin"/><Relationship Id="rId43" Type="http://schemas.openxmlformats.org/officeDocument/2006/relationships/image" Target="../media/image119.emf"/><Relationship Id="rId8" Type="http://schemas.openxmlformats.org/officeDocument/2006/relationships/oleObject" Target="../embeddings/oleObject86.bin"/><Relationship Id="rId3" Type="http://schemas.openxmlformats.org/officeDocument/2006/relationships/image" Target="../media/image98.emf"/><Relationship Id="rId12" Type="http://schemas.openxmlformats.org/officeDocument/2006/relationships/oleObject" Target="../embeddings/oleObject88.bin"/><Relationship Id="rId17" Type="http://schemas.openxmlformats.org/officeDocument/2006/relationships/image" Target="../media/image105.emf"/><Relationship Id="rId25" Type="http://schemas.openxmlformats.org/officeDocument/2006/relationships/oleObject" Target="../embeddings/oleObject94.bin"/><Relationship Id="rId33" Type="http://schemas.openxmlformats.org/officeDocument/2006/relationships/oleObject" Target="../embeddings/oleObject98.bin"/><Relationship Id="rId38" Type="http://schemas.openxmlformats.org/officeDocument/2006/relationships/image" Target="../media/image11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13" Type="http://schemas.openxmlformats.org/officeDocument/2006/relationships/image" Target="../media/image127.emf"/><Relationship Id="rId18" Type="http://schemas.openxmlformats.org/officeDocument/2006/relationships/oleObject" Target="../embeddings/oleObject110.bin"/><Relationship Id="rId3" Type="http://schemas.openxmlformats.org/officeDocument/2006/relationships/image" Target="../media/image121.emf"/><Relationship Id="rId21" Type="http://schemas.openxmlformats.org/officeDocument/2006/relationships/image" Target="../media/image99.emf"/><Relationship Id="rId7" Type="http://schemas.openxmlformats.org/officeDocument/2006/relationships/oleObject" Target="../embeddings/oleObject105.bin"/><Relationship Id="rId12" Type="http://schemas.openxmlformats.org/officeDocument/2006/relationships/oleObject" Target="../embeddings/oleObject107.bin"/><Relationship Id="rId17" Type="http://schemas.openxmlformats.org/officeDocument/2006/relationships/image" Target="../media/image129.emf"/><Relationship Id="rId2" Type="http://schemas.openxmlformats.org/officeDocument/2006/relationships/oleObject" Target="../embeddings/oleObject103.bin"/><Relationship Id="rId16" Type="http://schemas.openxmlformats.org/officeDocument/2006/relationships/oleObject" Target="../embeddings/oleObject109.bin"/><Relationship Id="rId20" Type="http://schemas.openxmlformats.org/officeDocument/2006/relationships/oleObject" Target="../embeddings/oleObject11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6.emf"/><Relationship Id="rId5" Type="http://schemas.openxmlformats.org/officeDocument/2006/relationships/image" Target="../media/image122.emf"/><Relationship Id="rId15" Type="http://schemas.openxmlformats.org/officeDocument/2006/relationships/image" Target="../media/image128.emf"/><Relationship Id="rId10" Type="http://schemas.openxmlformats.org/officeDocument/2006/relationships/oleObject" Target="../embeddings/oleObject106.bin"/><Relationship Id="rId19" Type="http://schemas.openxmlformats.org/officeDocument/2006/relationships/image" Target="../media/image130.e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25.png"/><Relationship Id="rId14" Type="http://schemas.openxmlformats.org/officeDocument/2006/relationships/oleObject" Target="../embeddings/oleObject10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36.emf"/><Relationship Id="rId18" Type="http://schemas.openxmlformats.org/officeDocument/2006/relationships/oleObject" Target="../embeddings/oleObject120.bin"/><Relationship Id="rId26" Type="http://schemas.openxmlformats.org/officeDocument/2006/relationships/oleObject" Target="../embeddings/oleObject124.bin"/><Relationship Id="rId3" Type="http://schemas.openxmlformats.org/officeDocument/2006/relationships/image" Target="../media/image131.emf"/><Relationship Id="rId21" Type="http://schemas.openxmlformats.org/officeDocument/2006/relationships/image" Target="../media/image140.emf"/><Relationship Id="rId7" Type="http://schemas.openxmlformats.org/officeDocument/2006/relationships/image" Target="../media/image133.e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38.emf"/><Relationship Id="rId25" Type="http://schemas.openxmlformats.org/officeDocument/2006/relationships/image" Target="../media/image142.emf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35.emf"/><Relationship Id="rId24" Type="http://schemas.openxmlformats.org/officeDocument/2006/relationships/oleObject" Target="../embeddings/oleObject123.bin"/><Relationship Id="rId5" Type="http://schemas.openxmlformats.org/officeDocument/2006/relationships/image" Target="../media/image132.emf"/><Relationship Id="rId15" Type="http://schemas.openxmlformats.org/officeDocument/2006/relationships/image" Target="../media/image137.emf"/><Relationship Id="rId23" Type="http://schemas.openxmlformats.org/officeDocument/2006/relationships/image" Target="../media/image141.emf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139.e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34.emf"/><Relationship Id="rId14" Type="http://schemas.openxmlformats.org/officeDocument/2006/relationships/oleObject" Target="../embeddings/oleObject118.bin"/><Relationship Id="rId22" Type="http://schemas.openxmlformats.org/officeDocument/2006/relationships/oleObject" Target="../embeddings/oleObject122.bin"/><Relationship Id="rId27" Type="http://schemas.openxmlformats.org/officeDocument/2006/relationships/image" Target="../media/image143.e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emf"/><Relationship Id="rId18" Type="http://schemas.openxmlformats.org/officeDocument/2006/relationships/image" Target="../media/image152.emf"/><Relationship Id="rId26" Type="http://schemas.openxmlformats.org/officeDocument/2006/relationships/image" Target="../media/image156.emf"/><Relationship Id="rId39" Type="http://schemas.openxmlformats.org/officeDocument/2006/relationships/oleObject" Target="../embeddings/oleObject143.bin"/><Relationship Id="rId21" Type="http://schemas.openxmlformats.org/officeDocument/2006/relationships/oleObject" Target="../embeddings/oleObject134.bin"/><Relationship Id="rId34" Type="http://schemas.openxmlformats.org/officeDocument/2006/relationships/image" Target="../media/image159.emf"/><Relationship Id="rId42" Type="http://schemas.openxmlformats.org/officeDocument/2006/relationships/image" Target="../media/image163.emf"/><Relationship Id="rId7" Type="http://schemas.openxmlformats.org/officeDocument/2006/relationships/image" Target="../media/image146.emf"/><Relationship Id="rId2" Type="http://schemas.openxmlformats.org/officeDocument/2006/relationships/oleObject" Target="../embeddings/oleObject125.bin"/><Relationship Id="rId16" Type="http://schemas.openxmlformats.org/officeDocument/2006/relationships/image" Target="../media/image151.emf"/><Relationship Id="rId29" Type="http://schemas.openxmlformats.org/officeDocument/2006/relationships/oleObject" Target="../embeddings/oleObject1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48.emf"/><Relationship Id="rId24" Type="http://schemas.openxmlformats.org/officeDocument/2006/relationships/image" Target="../media/image155.emf"/><Relationship Id="rId32" Type="http://schemas.openxmlformats.org/officeDocument/2006/relationships/image" Target="../media/image158.emf"/><Relationship Id="rId37" Type="http://schemas.openxmlformats.org/officeDocument/2006/relationships/oleObject" Target="../embeddings/oleObject142.bin"/><Relationship Id="rId40" Type="http://schemas.openxmlformats.org/officeDocument/2006/relationships/image" Target="../media/image162.emf"/><Relationship Id="rId45" Type="http://schemas.openxmlformats.org/officeDocument/2006/relationships/image" Target="../media/image165.png"/><Relationship Id="rId5" Type="http://schemas.openxmlformats.org/officeDocument/2006/relationships/image" Target="../media/image145.emf"/><Relationship Id="rId15" Type="http://schemas.openxmlformats.org/officeDocument/2006/relationships/oleObject" Target="../embeddings/oleObject131.bin"/><Relationship Id="rId23" Type="http://schemas.openxmlformats.org/officeDocument/2006/relationships/oleObject" Target="../embeddings/oleObject135.bin"/><Relationship Id="rId28" Type="http://schemas.openxmlformats.org/officeDocument/2006/relationships/image" Target="../media/image157.emf"/><Relationship Id="rId36" Type="http://schemas.openxmlformats.org/officeDocument/2006/relationships/image" Target="../media/image160.emf"/><Relationship Id="rId10" Type="http://schemas.openxmlformats.org/officeDocument/2006/relationships/oleObject" Target="../embeddings/oleObject129.bin"/><Relationship Id="rId19" Type="http://schemas.openxmlformats.org/officeDocument/2006/relationships/oleObject" Target="../embeddings/oleObject133.bin"/><Relationship Id="rId31" Type="http://schemas.openxmlformats.org/officeDocument/2006/relationships/oleObject" Target="../embeddings/oleObject139.bin"/><Relationship Id="rId44" Type="http://schemas.openxmlformats.org/officeDocument/2006/relationships/image" Target="../media/image164.e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47.emf"/><Relationship Id="rId14" Type="http://schemas.openxmlformats.org/officeDocument/2006/relationships/image" Target="../media/image150.png"/><Relationship Id="rId22" Type="http://schemas.openxmlformats.org/officeDocument/2006/relationships/image" Target="../media/image154.emf"/><Relationship Id="rId27" Type="http://schemas.openxmlformats.org/officeDocument/2006/relationships/oleObject" Target="../embeddings/oleObject137.bin"/><Relationship Id="rId30" Type="http://schemas.openxmlformats.org/officeDocument/2006/relationships/image" Target="../media/image99.emf"/><Relationship Id="rId35" Type="http://schemas.openxmlformats.org/officeDocument/2006/relationships/oleObject" Target="../embeddings/oleObject141.bin"/><Relationship Id="rId43" Type="http://schemas.openxmlformats.org/officeDocument/2006/relationships/oleObject" Target="../embeddings/oleObject145.bin"/><Relationship Id="rId8" Type="http://schemas.openxmlformats.org/officeDocument/2006/relationships/oleObject" Target="../embeddings/oleObject128.bin"/><Relationship Id="rId3" Type="http://schemas.openxmlformats.org/officeDocument/2006/relationships/image" Target="../media/image144.emf"/><Relationship Id="rId12" Type="http://schemas.openxmlformats.org/officeDocument/2006/relationships/oleObject" Target="../embeddings/oleObject130.bin"/><Relationship Id="rId17" Type="http://schemas.openxmlformats.org/officeDocument/2006/relationships/oleObject" Target="../embeddings/oleObject132.bin"/><Relationship Id="rId25" Type="http://schemas.openxmlformats.org/officeDocument/2006/relationships/oleObject" Target="../embeddings/oleObject136.bin"/><Relationship Id="rId33" Type="http://schemas.openxmlformats.org/officeDocument/2006/relationships/oleObject" Target="../embeddings/oleObject140.bin"/><Relationship Id="rId38" Type="http://schemas.openxmlformats.org/officeDocument/2006/relationships/image" Target="../media/image161.emf"/><Relationship Id="rId20" Type="http://schemas.openxmlformats.org/officeDocument/2006/relationships/image" Target="../media/image153.emf"/><Relationship Id="rId41" Type="http://schemas.openxmlformats.org/officeDocument/2006/relationships/oleObject" Target="../embeddings/oleObject144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1.emf"/><Relationship Id="rId18" Type="http://schemas.openxmlformats.org/officeDocument/2006/relationships/oleObject" Target="../embeddings/oleObject154.bin"/><Relationship Id="rId26" Type="http://schemas.openxmlformats.org/officeDocument/2006/relationships/oleObject" Target="../embeddings/oleObject158.bin"/><Relationship Id="rId3" Type="http://schemas.openxmlformats.org/officeDocument/2006/relationships/image" Target="../media/image166.emf"/><Relationship Id="rId21" Type="http://schemas.openxmlformats.org/officeDocument/2006/relationships/image" Target="../media/image174.emf"/><Relationship Id="rId34" Type="http://schemas.openxmlformats.org/officeDocument/2006/relationships/image" Target="../media/image180.emf"/><Relationship Id="rId7" Type="http://schemas.openxmlformats.org/officeDocument/2006/relationships/image" Target="../media/image168.emf"/><Relationship Id="rId12" Type="http://schemas.openxmlformats.org/officeDocument/2006/relationships/oleObject" Target="../embeddings/oleObject151.bin"/><Relationship Id="rId17" Type="http://schemas.openxmlformats.org/officeDocument/2006/relationships/image" Target="../media/image172.emf"/><Relationship Id="rId25" Type="http://schemas.openxmlformats.org/officeDocument/2006/relationships/image" Target="../media/image176.emf"/><Relationship Id="rId33" Type="http://schemas.openxmlformats.org/officeDocument/2006/relationships/oleObject" Target="../embeddings/oleObject162.bin"/><Relationship Id="rId2" Type="http://schemas.openxmlformats.org/officeDocument/2006/relationships/oleObject" Target="../embeddings/oleObject146.bin"/><Relationship Id="rId16" Type="http://schemas.openxmlformats.org/officeDocument/2006/relationships/oleObject" Target="../embeddings/oleObject153.bin"/><Relationship Id="rId20" Type="http://schemas.openxmlformats.org/officeDocument/2006/relationships/oleObject" Target="../embeddings/oleObject155.bin"/><Relationship Id="rId29" Type="http://schemas.openxmlformats.org/officeDocument/2006/relationships/image" Target="../media/image178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70.emf"/><Relationship Id="rId24" Type="http://schemas.openxmlformats.org/officeDocument/2006/relationships/oleObject" Target="../embeddings/oleObject157.bin"/><Relationship Id="rId32" Type="http://schemas.openxmlformats.org/officeDocument/2006/relationships/oleObject" Target="../embeddings/oleObject161.bin"/><Relationship Id="rId5" Type="http://schemas.openxmlformats.org/officeDocument/2006/relationships/image" Target="../media/image167.emf"/><Relationship Id="rId15" Type="http://schemas.openxmlformats.org/officeDocument/2006/relationships/image" Target="../media/image134.emf"/><Relationship Id="rId23" Type="http://schemas.openxmlformats.org/officeDocument/2006/relationships/image" Target="../media/image175.emf"/><Relationship Id="rId28" Type="http://schemas.openxmlformats.org/officeDocument/2006/relationships/oleObject" Target="../embeddings/oleObject159.bin"/><Relationship Id="rId36" Type="http://schemas.openxmlformats.org/officeDocument/2006/relationships/image" Target="../media/image181.emf"/><Relationship Id="rId10" Type="http://schemas.openxmlformats.org/officeDocument/2006/relationships/oleObject" Target="../embeddings/oleObject150.bin"/><Relationship Id="rId19" Type="http://schemas.openxmlformats.org/officeDocument/2006/relationships/image" Target="../media/image173.emf"/><Relationship Id="rId31" Type="http://schemas.openxmlformats.org/officeDocument/2006/relationships/image" Target="../media/image179.emf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69.emf"/><Relationship Id="rId14" Type="http://schemas.openxmlformats.org/officeDocument/2006/relationships/oleObject" Target="../embeddings/oleObject152.bin"/><Relationship Id="rId22" Type="http://schemas.openxmlformats.org/officeDocument/2006/relationships/oleObject" Target="../embeddings/oleObject156.bin"/><Relationship Id="rId27" Type="http://schemas.openxmlformats.org/officeDocument/2006/relationships/image" Target="../media/image177.emf"/><Relationship Id="rId30" Type="http://schemas.openxmlformats.org/officeDocument/2006/relationships/oleObject" Target="../embeddings/oleObject160.bin"/><Relationship Id="rId35" Type="http://schemas.openxmlformats.org/officeDocument/2006/relationships/oleObject" Target="../embeddings/oleObject163.bin"/><Relationship Id="rId8" Type="http://schemas.openxmlformats.org/officeDocument/2006/relationships/oleObject" Target="../embeddings/oleObject14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emf"/><Relationship Id="rId7" Type="http://schemas.openxmlformats.org/officeDocument/2006/relationships/image" Target="../media/image184.emf"/><Relationship Id="rId2" Type="http://schemas.openxmlformats.org/officeDocument/2006/relationships/oleObject" Target="../embeddings/oleObject1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6.bin"/><Relationship Id="rId5" Type="http://schemas.openxmlformats.org/officeDocument/2006/relationships/image" Target="../media/image183.emf"/><Relationship Id="rId4" Type="http://schemas.openxmlformats.org/officeDocument/2006/relationships/oleObject" Target="../embeddings/oleObject165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0.emf"/><Relationship Id="rId18" Type="http://schemas.openxmlformats.org/officeDocument/2006/relationships/oleObject" Target="../embeddings/oleObject175.bin"/><Relationship Id="rId26" Type="http://schemas.openxmlformats.org/officeDocument/2006/relationships/oleObject" Target="../embeddings/oleObject179.bin"/><Relationship Id="rId21" Type="http://schemas.openxmlformats.org/officeDocument/2006/relationships/image" Target="../media/image194.emf"/><Relationship Id="rId34" Type="http://schemas.openxmlformats.org/officeDocument/2006/relationships/image" Target="../media/image200.emf"/><Relationship Id="rId7" Type="http://schemas.openxmlformats.org/officeDocument/2006/relationships/image" Target="../media/image187.emf"/><Relationship Id="rId12" Type="http://schemas.openxmlformats.org/officeDocument/2006/relationships/oleObject" Target="../embeddings/oleObject172.bin"/><Relationship Id="rId17" Type="http://schemas.openxmlformats.org/officeDocument/2006/relationships/image" Target="../media/image192.emf"/><Relationship Id="rId25" Type="http://schemas.openxmlformats.org/officeDocument/2006/relationships/image" Target="../media/image196.emf"/><Relationship Id="rId33" Type="http://schemas.openxmlformats.org/officeDocument/2006/relationships/image" Target="../media/image127.emf"/><Relationship Id="rId2" Type="http://schemas.openxmlformats.org/officeDocument/2006/relationships/oleObject" Target="../embeddings/oleObject167.bin"/><Relationship Id="rId16" Type="http://schemas.openxmlformats.org/officeDocument/2006/relationships/oleObject" Target="../embeddings/oleObject174.bin"/><Relationship Id="rId20" Type="http://schemas.openxmlformats.org/officeDocument/2006/relationships/oleObject" Target="../embeddings/oleObject176.bin"/><Relationship Id="rId29" Type="http://schemas.openxmlformats.org/officeDocument/2006/relationships/image" Target="../media/image198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189.emf"/><Relationship Id="rId24" Type="http://schemas.openxmlformats.org/officeDocument/2006/relationships/oleObject" Target="../embeddings/oleObject178.bin"/><Relationship Id="rId32" Type="http://schemas.openxmlformats.org/officeDocument/2006/relationships/oleObject" Target="../embeddings/oleObject182.bin"/><Relationship Id="rId37" Type="http://schemas.openxmlformats.org/officeDocument/2006/relationships/oleObject" Target="../embeddings/oleObject183.bin"/><Relationship Id="rId5" Type="http://schemas.openxmlformats.org/officeDocument/2006/relationships/image" Target="../media/image186.emf"/><Relationship Id="rId15" Type="http://schemas.openxmlformats.org/officeDocument/2006/relationships/image" Target="../media/image191.emf"/><Relationship Id="rId23" Type="http://schemas.openxmlformats.org/officeDocument/2006/relationships/image" Target="../media/image195.emf"/><Relationship Id="rId28" Type="http://schemas.openxmlformats.org/officeDocument/2006/relationships/oleObject" Target="../embeddings/oleObject180.bin"/><Relationship Id="rId36" Type="http://schemas.openxmlformats.org/officeDocument/2006/relationships/image" Target="../media/image202.emf"/><Relationship Id="rId10" Type="http://schemas.openxmlformats.org/officeDocument/2006/relationships/oleObject" Target="../embeddings/oleObject171.bin"/><Relationship Id="rId19" Type="http://schemas.openxmlformats.org/officeDocument/2006/relationships/image" Target="../media/image193.emf"/><Relationship Id="rId31" Type="http://schemas.openxmlformats.org/officeDocument/2006/relationships/image" Target="../media/image199.emf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88.emf"/><Relationship Id="rId14" Type="http://schemas.openxmlformats.org/officeDocument/2006/relationships/oleObject" Target="../embeddings/oleObject173.bin"/><Relationship Id="rId22" Type="http://schemas.openxmlformats.org/officeDocument/2006/relationships/oleObject" Target="../embeddings/oleObject177.bin"/><Relationship Id="rId27" Type="http://schemas.openxmlformats.org/officeDocument/2006/relationships/image" Target="../media/image197.emf"/><Relationship Id="rId30" Type="http://schemas.openxmlformats.org/officeDocument/2006/relationships/oleObject" Target="../embeddings/oleObject181.bin"/><Relationship Id="rId35" Type="http://schemas.openxmlformats.org/officeDocument/2006/relationships/image" Target="../media/image201.emf"/><Relationship Id="rId8" Type="http://schemas.openxmlformats.org/officeDocument/2006/relationships/oleObject" Target="../embeddings/oleObject170.bin"/><Relationship Id="rId3" Type="http://schemas.openxmlformats.org/officeDocument/2006/relationships/image" Target="../media/image185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8.emf"/><Relationship Id="rId18" Type="http://schemas.openxmlformats.org/officeDocument/2006/relationships/oleObject" Target="../embeddings/oleObject192.bin"/><Relationship Id="rId26" Type="http://schemas.openxmlformats.org/officeDocument/2006/relationships/oleObject" Target="../embeddings/oleObject196.bin"/><Relationship Id="rId3" Type="http://schemas.openxmlformats.org/officeDocument/2006/relationships/image" Target="../media/image203.emf"/><Relationship Id="rId21" Type="http://schemas.openxmlformats.org/officeDocument/2006/relationships/image" Target="../media/image212.emf"/><Relationship Id="rId7" Type="http://schemas.openxmlformats.org/officeDocument/2006/relationships/image" Target="../media/image205.emf"/><Relationship Id="rId12" Type="http://schemas.openxmlformats.org/officeDocument/2006/relationships/oleObject" Target="../embeddings/oleObject189.bin"/><Relationship Id="rId17" Type="http://schemas.openxmlformats.org/officeDocument/2006/relationships/image" Target="../media/image210.emf"/><Relationship Id="rId25" Type="http://schemas.openxmlformats.org/officeDocument/2006/relationships/image" Target="../media/image214.emf"/><Relationship Id="rId33" Type="http://schemas.openxmlformats.org/officeDocument/2006/relationships/image" Target="../media/image218.png"/><Relationship Id="rId2" Type="http://schemas.openxmlformats.org/officeDocument/2006/relationships/oleObject" Target="../embeddings/oleObject184.bin"/><Relationship Id="rId16" Type="http://schemas.openxmlformats.org/officeDocument/2006/relationships/oleObject" Target="../embeddings/oleObject191.bin"/><Relationship Id="rId20" Type="http://schemas.openxmlformats.org/officeDocument/2006/relationships/oleObject" Target="../embeddings/oleObject193.bin"/><Relationship Id="rId29" Type="http://schemas.openxmlformats.org/officeDocument/2006/relationships/image" Target="../media/image21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207.emf"/><Relationship Id="rId24" Type="http://schemas.openxmlformats.org/officeDocument/2006/relationships/oleObject" Target="../embeddings/oleObject195.bin"/><Relationship Id="rId32" Type="http://schemas.openxmlformats.org/officeDocument/2006/relationships/oleObject" Target="../embeddings/oleObject199.bin"/><Relationship Id="rId5" Type="http://schemas.openxmlformats.org/officeDocument/2006/relationships/image" Target="../media/image204.emf"/><Relationship Id="rId15" Type="http://schemas.openxmlformats.org/officeDocument/2006/relationships/image" Target="../media/image209.emf"/><Relationship Id="rId23" Type="http://schemas.openxmlformats.org/officeDocument/2006/relationships/image" Target="../media/image213.emf"/><Relationship Id="rId28" Type="http://schemas.openxmlformats.org/officeDocument/2006/relationships/oleObject" Target="../embeddings/oleObject197.bin"/><Relationship Id="rId10" Type="http://schemas.openxmlformats.org/officeDocument/2006/relationships/oleObject" Target="../embeddings/oleObject188.bin"/><Relationship Id="rId19" Type="http://schemas.openxmlformats.org/officeDocument/2006/relationships/image" Target="../media/image211.emf"/><Relationship Id="rId31" Type="http://schemas.openxmlformats.org/officeDocument/2006/relationships/image" Target="../media/image217.emf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206.emf"/><Relationship Id="rId14" Type="http://schemas.openxmlformats.org/officeDocument/2006/relationships/oleObject" Target="../embeddings/oleObject190.bin"/><Relationship Id="rId22" Type="http://schemas.openxmlformats.org/officeDocument/2006/relationships/oleObject" Target="../embeddings/oleObject194.bin"/><Relationship Id="rId27" Type="http://schemas.openxmlformats.org/officeDocument/2006/relationships/image" Target="../media/image215.emf"/><Relationship Id="rId30" Type="http://schemas.openxmlformats.org/officeDocument/2006/relationships/oleObject" Target="../embeddings/oleObject198.bin"/><Relationship Id="rId8" Type="http://schemas.openxmlformats.org/officeDocument/2006/relationships/oleObject" Target="../embeddings/oleObject18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2" Type="http://schemas.openxmlformats.org/officeDocument/2006/relationships/oleObject" Target="../embeddings/oleObject200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1">
            <a:extLst>
              <a:ext uri="{FF2B5EF4-FFF2-40B4-BE49-F238E27FC236}">
                <a16:creationId xmlns:a16="http://schemas.microsoft.com/office/drawing/2014/main" id="{09AC024E-1D12-581A-7761-2654FD4E3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6250"/>
            <a:ext cx="31051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2</a:t>
            </a:r>
            <a:endParaRPr lang="zh-CN" altLang="en-US" sz="6000"/>
          </a:p>
        </p:txBody>
      </p:sp>
      <p:sp>
        <p:nvSpPr>
          <p:cNvPr id="13314" name="矩形 2">
            <a:extLst>
              <a:ext uri="{FF2B5EF4-FFF2-40B4-BE49-F238E27FC236}">
                <a16:creationId xmlns:a16="http://schemas.microsoft.com/office/drawing/2014/main" id="{043F0EBC-ED1A-CF52-C3A6-4832ACDD2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1616075"/>
            <a:ext cx="467628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Limits of Sequences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315" name="矩形 4">
            <a:extLst>
              <a:ext uri="{FF2B5EF4-FFF2-40B4-BE49-F238E27FC236}">
                <a16:creationId xmlns:a16="http://schemas.microsoft.com/office/drawing/2014/main" id="{E27840A6-94A8-F0CD-6F08-117B6040B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225675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3316" name="矩形 6">
            <a:extLst>
              <a:ext uri="{FF2B5EF4-FFF2-40B4-BE49-F238E27FC236}">
                <a16:creationId xmlns:a16="http://schemas.microsoft.com/office/drawing/2014/main" id="{75BC9F3A-AB27-A874-7EDF-9991C47F5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3006725"/>
            <a:ext cx="49872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>
                <a:latin typeface="等线" panose="02010600030101010101" pitchFamily="2" charset="-122"/>
              </a:rPr>
              <a:t>I. sequencelimit's Definition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3317" name="矩形 7">
            <a:extLst>
              <a:ext uri="{FF2B5EF4-FFF2-40B4-BE49-F238E27FC236}">
                <a16:creationId xmlns:a16="http://schemas.microsoft.com/office/drawing/2014/main" id="{1460D1D7-DBAB-ABBE-1494-84CE8C4E4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3059113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3318" name="矩形 8">
            <a:extLst>
              <a:ext uri="{FF2B5EF4-FFF2-40B4-BE49-F238E27FC236}">
                <a16:creationId xmlns:a16="http://schemas.microsoft.com/office/drawing/2014/main" id="{EF9445A0-39A9-75C8-1E5E-16BDE452B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3821113"/>
            <a:ext cx="579036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>
                <a:latin typeface="等线" panose="02010600030101010101" pitchFamily="2" charset="-122"/>
              </a:rPr>
              <a:t>II. convergesequence's property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3319" name="矩形 10">
            <a:extLst>
              <a:ext uri="{FF2B5EF4-FFF2-40B4-BE49-F238E27FC236}">
                <a16:creationId xmlns:a16="http://schemas.microsoft.com/office/drawing/2014/main" id="{5031540E-185E-0118-B2A2-FE494142C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4586288"/>
            <a:ext cx="82894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3200">
                <a:latin typeface="等线" panose="02010600030101010101" pitchFamily="2" charset="-122"/>
              </a:rPr>
              <a:t>III. Existence Criteria and Two Important Limits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3320" name="矩形 9">
            <a:extLst>
              <a:ext uri="{FF2B5EF4-FFF2-40B4-BE49-F238E27FC236}">
                <a16:creationId xmlns:a16="http://schemas.microsoft.com/office/drawing/2014/main" id="{5FED759C-223F-7C3D-AD44-69EF7D294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287" y="476250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</a:rPr>
              <a:t>Chapter 1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3321" name="图片 13" descr="卡通人物&#10;&#10;描述已自动生成">
            <a:extLst>
              <a:ext uri="{FF2B5EF4-FFF2-40B4-BE49-F238E27FC236}">
                <a16:creationId xmlns:a16="http://schemas.microsoft.com/office/drawing/2014/main" id="{CD2EB708-FC25-898C-CFBA-8E6E106AD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406900"/>
            <a:ext cx="23622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1C77869C-3BB5-9A8A-3FE9-8E2271F5A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4095750" cy="458788"/>
          </a:xfrm>
        </p:spPr>
        <p:txBody>
          <a:bodyPr/>
          <a:lstStyle/>
          <a:p>
            <a:r>
              <a:rPr lang="zh-CN" altLang="en-US" sz="3200" b="1">
                <a:ea typeface="楷体_GB2312" pitchFamily="49" charset="-122"/>
              </a:rPr>
              <a:t>一 </a:t>
            </a:r>
            <a:r>
              <a:rPr lang="en-US" altLang="zh-CN" sz="3200" b="1">
                <a:ea typeface="楷体_GB2312" pitchFamily="49" charset="-122"/>
              </a:rPr>
              <a:t>, sequencelimit's Definition</a:t>
            </a:r>
            <a:endParaRPr kumimoji="1" lang="zh-CN" altLang="en-US" sz="32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B4F65D-E344-C5A3-D113-7C641E1AA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098550"/>
            <a:ext cx="1225550" cy="45878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2400" b="1">
                <a:solidFill>
                  <a:schemeClr val="tx2"/>
                </a:solidFill>
                <a:latin typeface="+mn-ea"/>
              </a:rPr>
              <a:t>引</a:t>
            </a:r>
            <a:r>
              <a:rPr lang="en-US" altLang="zh-CN" sz="2400" b="1">
                <a:solidFill>
                  <a:schemeClr val="tx2"/>
                </a:solidFill>
                <a:latin typeface="+mn-ea"/>
              </a:rPr>
              <a:t>Example.</a:t>
            </a:r>
            <a:endParaRPr kumimoji="1" lang="zh-CN" altLang="en-US" dirty="0"/>
          </a:p>
        </p:txBody>
      </p:sp>
      <p:sp>
        <p:nvSpPr>
          <p:cNvPr id="23" name="Text Box 29">
            <a:extLst>
              <a:ext uri="{FF2B5EF4-FFF2-40B4-BE49-F238E27FC236}">
                <a16:creationId xmlns:a16="http://schemas.microsoft.com/office/drawing/2014/main" id="{3E146FF4-6B03-416C-8450-345F961CA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103813"/>
            <a:ext cx="2514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latin typeface="+mn-ea"/>
              </a:rPr>
              <a:t>number</a:t>
            </a:r>
            <a:r>
              <a:rPr lang="zh-CN" altLang="en-US" sz="2400" b="1">
                <a:latin typeface="+mn-ea"/>
              </a:rPr>
              <a:t>学语言</a:t>
            </a:r>
            <a:r>
              <a:rPr lang="en-US" altLang="zh-CN" sz="2400" b="1">
                <a:latin typeface="+mn-ea"/>
              </a:rPr>
              <a:t>describe: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DDCBFA43-2349-4925-16B4-64C4A5E89D66}"/>
              </a:ext>
            </a:extLst>
          </p:cNvPr>
          <p:cNvSpPr>
            <a:spLocks/>
          </p:cNvSpPr>
          <p:nvPr/>
        </p:nvSpPr>
        <p:spPr bwMode="auto">
          <a:xfrm>
            <a:off x="7315200" y="2895600"/>
            <a:ext cx="914400" cy="792163"/>
          </a:xfrm>
          <a:custGeom>
            <a:avLst/>
            <a:gdLst>
              <a:gd name="T0" fmla="*/ 2147483646 w 576"/>
              <a:gd name="T1" fmla="*/ 0 h 480"/>
              <a:gd name="T2" fmla="*/ 2147483646 w 576"/>
              <a:gd name="T3" fmla="*/ 2147483646 h 480"/>
              <a:gd name="T4" fmla="*/ 0 w 576"/>
              <a:gd name="T5" fmla="*/ 2147483646 h 480"/>
              <a:gd name="T6" fmla="*/ 2147483646 w 576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" h="480">
                <a:moveTo>
                  <a:pt x="288" y="0"/>
                </a:moveTo>
                <a:lnTo>
                  <a:pt x="576" y="480"/>
                </a:lnTo>
                <a:lnTo>
                  <a:pt x="0" y="480"/>
                </a:lnTo>
                <a:lnTo>
                  <a:pt x="288" y="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Oval 3">
            <a:extLst>
              <a:ext uri="{FF2B5EF4-FFF2-40B4-BE49-F238E27FC236}">
                <a16:creationId xmlns:a16="http://schemas.microsoft.com/office/drawing/2014/main" id="{0B5D1DFF-BC03-8BC7-C3D3-82119330A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981200"/>
            <a:ext cx="18288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FB140C4F-A771-299D-438E-54D23837B490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2895600"/>
            <a:ext cx="552450" cy="792163"/>
            <a:chOff x="4896" y="1920"/>
            <a:chExt cx="348" cy="499"/>
          </a:xfrm>
        </p:grpSpPr>
        <p:sp>
          <p:nvSpPr>
            <p:cNvPr id="14368" name="Line 5">
              <a:extLst>
                <a:ext uri="{FF2B5EF4-FFF2-40B4-BE49-F238E27FC236}">
                  <a16:creationId xmlns:a16="http://schemas.microsoft.com/office/drawing/2014/main" id="{42287214-9B33-20F1-9D37-C6BCF7BF1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920"/>
              <a:ext cx="288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69" name="Object 6">
              <a:extLst>
                <a:ext uri="{FF2B5EF4-FFF2-40B4-BE49-F238E27FC236}">
                  <a16:creationId xmlns:a16="http://schemas.microsoft.com/office/drawing/2014/main" id="{86122BFC-2148-6533-6968-92B21C763C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2" y="1920"/>
            <a:ext cx="25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0" imgH="0" progId="Equation.3">
                    <p:embed/>
                  </p:oleObj>
                </mc:Choice>
                <mc:Fallback>
                  <p:oleObj name="公式" r:id="rId2" imgW="0" imgH="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1920"/>
                          <a:ext cx="25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3" name="Rectangle 7">
            <a:extLst>
              <a:ext uri="{FF2B5EF4-FFF2-40B4-BE49-F238E27FC236}">
                <a16:creationId xmlns:a16="http://schemas.microsoft.com/office/drawing/2014/main" id="{7222D66E-1279-EF3F-B009-F53BF665B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04800"/>
            <a:ext cx="4038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FontTx/>
              <a:buNone/>
            </a:pPr>
            <a:endParaRPr lang="zh-CN" altLang="en-US" sz="3200" b="1">
              <a:latin typeface="Calibri Light" panose="020F0302020204030204" pitchFamily="34" charset="0"/>
              <a:ea typeface="楷体_GB2312" pitchFamily="49" charset="-122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F6BAAE63-69D2-5834-534A-7296D04C9A7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600199" y="1098550"/>
            <a:ext cx="2259013" cy="400110"/>
          </a:xfrm>
          <a:prstGeom prst="rect">
            <a:avLst/>
          </a:prstGeom>
          <a:blipFill>
            <a:blip r:embed="rId4"/>
            <a:stretch>
              <a:fillRect l="-2793" t="-6061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32" name="Object 11">
            <a:extLst>
              <a:ext uri="{FF2B5EF4-FFF2-40B4-BE49-F238E27FC236}">
                <a16:creationId xmlns:a16="http://schemas.microsoft.com/office/drawing/2014/main" id="{58709AA9-2E9F-6CCD-630B-CD538C945E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6713" y="1054100"/>
          <a:ext cx="4476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6713" y="1054100"/>
                        <a:ext cx="4476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2">
            <a:extLst>
              <a:ext uri="{FF2B5EF4-FFF2-40B4-BE49-F238E27FC236}">
                <a16:creationId xmlns:a16="http://schemas.microsoft.com/office/drawing/2014/main" id="{08571EB6-40B4-C8E2-DD25-E2156547C67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624013" y="1667082"/>
            <a:ext cx="2235199" cy="400110"/>
          </a:xfrm>
          <a:prstGeom prst="rect">
            <a:avLst/>
          </a:prstGeom>
          <a:blipFill>
            <a:blip r:embed="rId7"/>
            <a:stretch>
              <a:fillRect l="-2825" t="-9375" b="-25000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FF9ADF29-514B-482B-C32C-9ED6DE4675E7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2078038"/>
            <a:ext cx="533400" cy="1600200"/>
            <a:chOff x="4848" y="1392"/>
            <a:chExt cx="336" cy="1008"/>
          </a:xfrm>
        </p:grpSpPr>
        <p:sp>
          <p:nvSpPr>
            <p:cNvPr id="14361" name="Line 14">
              <a:extLst>
                <a:ext uri="{FF2B5EF4-FFF2-40B4-BE49-F238E27FC236}">
                  <a16:creationId xmlns:a16="http://schemas.microsoft.com/office/drawing/2014/main" id="{E10D49E1-CB71-504B-9A46-03B7B29A4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920"/>
              <a:ext cx="0" cy="4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62" name="Group 15">
              <a:extLst>
                <a:ext uri="{FF2B5EF4-FFF2-40B4-BE49-F238E27FC236}">
                  <a16:creationId xmlns:a16="http://schemas.microsoft.com/office/drawing/2014/main" id="{E9ADB0AF-F242-CB00-E611-CCC20527EC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392"/>
              <a:ext cx="240" cy="416"/>
              <a:chOff x="3792" y="2402"/>
              <a:chExt cx="240" cy="416"/>
            </a:xfrm>
          </p:grpSpPr>
          <p:graphicFrame>
            <p:nvGraphicFramePr>
              <p:cNvPr id="14365" name="Object 16">
                <a:extLst>
                  <a:ext uri="{FF2B5EF4-FFF2-40B4-BE49-F238E27FC236}">
                    <a16:creationId xmlns:a16="http://schemas.microsoft.com/office/drawing/2014/main" id="{7B044099-8FFA-4AB7-A504-7A53631BB42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3" y="2402"/>
              <a:ext cx="225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0" imgH="0" progId="Equation.3">
                      <p:embed/>
                    </p:oleObj>
                  </mc:Choice>
                  <mc:Fallback>
                    <p:oleObj name="公式" r:id="rId8" imgW="0" imgH="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3" y="2402"/>
                            <a:ext cx="225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6" name="Object 17">
                <a:extLst>
                  <a:ext uri="{FF2B5EF4-FFF2-40B4-BE49-F238E27FC236}">
                    <a16:creationId xmlns:a16="http://schemas.microsoft.com/office/drawing/2014/main" id="{BE8D44E3-F3E4-E987-507A-682AB66F43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14" y="2592"/>
              <a:ext cx="203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0" imgH="0" progId="Equation.3">
                      <p:embed/>
                    </p:oleObj>
                  </mc:Choice>
                  <mc:Fallback>
                    <p:oleObj name="公式" r:id="rId10" imgW="0" imgH="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4" y="2592"/>
                            <a:ext cx="203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67" name="Line 18">
                <a:extLst>
                  <a:ext uri="{FF2B5EF4-FFF2-40B4-BE49-F238E27FC236}">
                    <a16:creationId xmlns:a16="http://schemas.microsoft.com/office/drawing/2014/main" id="{81BEBE04-DF16-F813-0D65-CEBDAB8D0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59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63" name="Arc 19">
              <a:extLst>
                <a:ext uri="{FF2B5EF4-FFF2-40B4-BE49-F238E27FC236}">
                  <a16:creationId xmlns:a16="http://schemas.microsoft.com/office/drawing/2014/main" id="{0F41DC76-F812-E128-5DE5-DEB8AC880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1925"/>
              <a:ext cx="116" cy="137"/>
            </a:xfrm>
            <a:custGeom>
              <a:avLst/>
              <a:gdLst>
                <a:gd name="T0" fmla="*/ 0 w 17320"/>
                <a:gd name="T1" fmla="*/ 0 h 20301"/>
                <a:gd name="T2" fmla="*/ 0 w 17320"/>
                <a:gd name="T3" fmla="*/ 0 h 20301"/>
                <a:gd name="T4" fmla="*/ 0 w 17320"/>
                <a:gd name="T5" fmla="*/ 0 h 203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320" h="20301" fill="none" extrusionOk="0">
                  <a:moveTo>
                    <a:pt x="17319" y="12906"/>
                  </a:moveTo>
                  <a:cubicBezTo>
                    <a:pt x="14798" y="16289"/>
                    <a:pt x="11341" y="18860"/>
                    <a:pt x="7376" y="20301"/>
                  </a:cubicBezTo>
                </a:path>
                <a:path w="17320" h="20301" stroke="0" extrusionOk="0">
                  <a:moveTo>
                    <a:pt x="17319" y="12906"/>
                  </a:moveTo>
                  <a:cubicBezTo>
                    <a:pt x="14798" y="16289"/>
                    <a:pt x="11341" y="18860"/>
                    <a:pt x="7376" y="20301"/>
                  </a:cubicBezTo>
                  <a:lnTo>
                    <a:pt x="0" y="0"/>
                  </a:lnTo>
                  <a:lnTo>
                    <a:pt x="17319" y="12906"/>
                  </a:lnTo>
                  <a:close/>
                </a:path>
              </a:pathLst>
            </a:custGeom>
            <a:noFill/>
            <a:ln w="317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64" name="Line 20">
              <a:extLst>
                <a:ext uri="{FF2B5EF4-FFF2-40B4-BE49-F238E27FC236}">
                  <a16:creationId xmlns:a16="http://schemas.microsoft.com/office/drawing/2014/main" id="{2B6D19BB-1645-49EB-414F-9D07BC6E06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9" y="1776"/>
              <a:ext cx="121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" name="Text Box 21">
            <a:extLst>
              <a:ext uri="{FF2B5EF4-FFF2-40B4-BE49-F238E27FC236}">
                <a16:creationId xmlns:a16="http://schemas.microsoft.com/office/drawing/2014/main" id="{177542A3-E937-5020-94E1-238757BF0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0"/>
            <a:ext cx="2514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such as</a:t>
            </a:r>
            <a:r>
              <a:rPr lang="zh-CN" altLang="en-US" sz="2400">
                <a:latin typeface="+mn-ea"/>
              </a:rPr>
              <a:t>图 示 </a:t>
            </a:r>
            <a:r>
              <a:rPr lang="en-US" altLang="zh-CN" sz="2400">
                <a:latin typeface="+mn-ea"/>
              </a:rPr>
              <a:t>, we see that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43" name="Object 22">
            <a:extLst>
              <a:ext uri="{FF2B5EF4-FFF2-40B4-BE49-F238E27FC236}">
                <a16:creationId xmlns:a16="http://schemas.microsoft.com/office/drawing/2014/main" id="{18A92A48-87FF-7F28-13AE-330D99DEEE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4675" y="2855913"/>
          <a:ext cx="820738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2855913"/>
                        <a:ext cx="820738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3">
            <a:extLst>
              <a:ext uri="{FF2B5EF4-FFF2-40B4-BE49-F238E27FC236}">
                <a16:creationId xmlns:a16="http://schemas.microsoft.com/office/drawing/2014/main" id="{6F552E71-C620-F889-69CC-6582DFD7D5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008313"/>
          <a:ext cx="31273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0" imgH="0" progId="Equation.3">
                  <p:embed/>
                </p:oleObj>
              </mc:Choice>
              <mc:Fallback>
                <p:oleObj name="公式" r:id="rId10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008313"/>
                        <a:ext cx="312738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4">
            <a:extLst>
              <a:ext uri="{FF2B5EF4-FFF2-40B4-BE49-F238E27FC236}">
                <a16:creationId xmlns:a16="http://schemas.microsoft.com/office/drawing/2014/main" id="{E9D49F3A-7DE8-7B2B-7D0D-3A5ABAB529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7513" y="2676525"/>
          <a:ext cx="222408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0" imgH="0" progId="Equation.3">
                  <p:embed/>
                </p:oleObj>
              </mc:Choice>
              <mc:Fallback>
                <p:oleObj name="公式" r:id="rId14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2676525"/>
                        <a:ext cx="222408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5">
            <a:extLst>
              <a:ext uri="{FF2B5EF4-FFF2-40B4-BE49-F238E27FC236}">
                <a16:creationId xmlns:a16="http://schemas.microsoft.com/office/drawing/2014/main" id="{E761D423-A02A-08C3-9D4A-60584511FC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733800"/>
          <a:ext cx="23622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0" imgH="0" progId="Equation.3">
                  <p:embed/>
                </p:oleObj>
              </mc:Choice>
              <mc:Fallback>
                <p:oleObj name="公式" r:id="rId16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33800"/>
                        <a:ext cx="23622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26">
            <a:extLst>
              <a:ext uri="{FF2B5EF4-FFF2-40B4-BE49-F238E27FC236}">
                <a16:creationId xmlns:a16="http://schemas.microsoft.com/office/drawing/2014/main" id="{AAEBB816-A1D8-D9E2-50E5-58F8AAB5C13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28080" y="4408380"/>
            <a:ext cx="2151658" cy="400110"/>
          </a:xfrm>
          <a:prstGeom prst="rect">
            <a:avLst/>
          </a:prstGeom>
          <a:blipFill>
            <a:blip r:embed="rId18"/>
            <a:stretch>
              <a:fillRect l="-2941" t="-9375" b="-25000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48" name="Object 27">
            <a:extLst>
              <a:ext uri="{FF2B5EF4-FFF2-40B4-BE49-F238E27FC236}">
                <a16:creationId xmlns:a16="http://schemas.microsoft.com/office/drawing/2014/main" id="{40608340-89C1-6F5E-6804-5DF9B1AE65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4319588"/>
          <a:ext cx="506413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319588"/>
                        <a:ext cx="506413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" name="Text Box 28">
            <a:hlinkClick r:id="" action="ppaction://noaction"/>
            <a:extLst>
              <a:ext uri="{FF2B5EF4-FFF2-40B4-BE49-F238E27FC236}">
                <a16:creationId xmlns:a16="http://schemas.microsoft.com/office/drawing/2014/main" id="{F3979A14-58C1-0F86-37A9-56CB86FF0CD6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400" y="4419600"/>
            <a:ext cx="32131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0" name="Object 30">
            <a:extLst>
              <a:ext uri="{FF2B5EF4-FFF2-40B4-BE49-F238E27FC236}">
                <a16:creationId xmlns:a16="http://schemas.microsoft.com/office/drawing/2014/main" id="{D1ED867A-2827-0C0B-977C-89ADCEC3B0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4613" y="5092700"/>
          <a:ext cx="12382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0" imgH="0" progId="Equation.3">
                  <p:embed/>
                </p:oleObj>
              </mc:Choice>
              <mc:Fallback>
                <p:oleObj name="公式" r:id="rId20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5092700"/>
                        <a:ext cx="12382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31">
            <a:extLst>
              <a:ext uri="{FF2B5EF4-FFF2-40B4-BE49-F238E27FC236}">
                <a16:creationId xmlns:a16="http://schemas.microsoft.com/office/drawing/2014/main" id="{FD4A784F-934F-B6CC-FD49-E697E5E2E8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2863" y="5068888"/>
          <a:ext cx="16922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5068888"/>
                        <a:ext cx="16922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32">
            <a:extLst>
              <a:ext uri="{FF2B5EF4-FFF2-40B4-BE49-F238E27FC236}">
                <a16:creationId xmlns:a16="http://schemas.microsoft.com/office/drawing/2014/main" id="{F52FC778-9307-0F5D-48D9-D39ADC7D54C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638800" y="5096565"/>
            <a:ext cx="2057400" cy="400110"/>
          </a:xfrm>
          <a:prstGeom prst="rect">
            <a:avLst/>
          </a:prstGeom>
          <a:blipFill>
            <a:blip r:embed="rId24"/>
            <a:stretch>
              <a:fillRect l="-3067" t="-9375" b="-28125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53" name="Object 34">
            <a:extLst>
              <a:ext uri="{FF2B5EF4-FFF2-40B4-BE49-F238E27FC236}">
                <a16:creationId xmlns:a16="http://schemas.microsoft.com/office/drawing/2014/main" id="{430B385F-FF40-D5F2-69B7-FCD081E2EB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1025" y="5746750"/>
          <a:ext cx="16398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025" y="5746750"/>
                        <a:ext cx="163988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35">
            <a:extLst>
              <a:ext uri="{FF2B5EF4-FFF2-40B4-BE49-F238E27FC236}">
                <a16:creationId xmlns:a16="http://schemas.microsoft.com/office/drawing/2014/main" id="{2E8609D7-3724-CDB0-075D-B74C16F2414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712955" y="1110466"/>
            <a:ext cx="3145045" cy="400110"/>
          </a:xfrm>
          <a:prstGeom prst="rect">
            <a:avLst/>
          </a:prstGeom>
          <a:blipFill>
            <a:blip r:embed="rId27"/>
            <a:stretch>
              <a:fillRect l="-2016" t="-9091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4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7E5E8B0E-0326-5BBC-BEF1-71B92294B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935038" cy="455613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Definition: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6E339B8B-C065-7CF1-FC46-9BA456065A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38300"/>
            <a:ext cx="1185863" cy="3937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/>
              <a:t>ifsequence</a:t>
            </a:r>
            <a:endParaRPr kumimoji="1" lang="zh-CN" altLang="en-US"/>
          </a:p>
        </p:txBody>
      </p:sp>
      <p:sp>
        <p:nvSpPr>
          <p:cNvPr id="35" name="Rectangle 57">
            <a:extLst>
              <a:ext uri="{FF2B5EF4-FFF2-40B4-BE49-F238E27FC236}">
                <a16:creationId xmlns:a16="http://schemas.microsoft.com/office/drawing/2014/main" id="{4087763A-A9C6-F739-9086-3356CA126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4229100"/>
            <a:ext cx="2879725" cy="17430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6" name="Rectangle 41">
            <a:extLst>
              <a:ext uri="{FF2B5EF4-FFF2-40B4-BE49-F238E27FC236}">
                <a16:creationId xmlns:a16="http://schemas.microsoft.com/office/drawing/2014/main" id="{6A601BB5-00FC-7435-657C-7420448E2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19325"/>
            <a:ext cx="7239000" cy="6683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" name="Text Box 14">
            <a:extLst>
              <a:ext uri="{FF2B5EF4-FFF2-40B4-BE49-F238E27FC236}">
                <a16:creationId xmlns:a16="http://schemas.microsoft.com/office/drawing/2014/main" id="{2DC3D182-C949-DE11-9DD9-C1ADFF71D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344488"/>
            <a:ext cx="5610225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independent variable takepositive integer's functionis calledsequence, denoted by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40" name="Object 16">
            <a:extLst>
              <a:ext uri="{FF2B5EF4-FFF2-40B4-BE49-F238E27FC236}">
                <a16:creationId xmlns:a16="http://schemas.microsoft.com/office/drawing/2014/main" id="{9E20E4E1-B86E-8767-B563-67AC503337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5588" y="379413"/>
          <a:ext cx="1422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5588" y="379413"/>
                        <a:ext cx="1422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7">
            <a:extLst>
              <a:ext uri="{FF2B5EF4-FFF2-40B4-BE49-F238E27FC236}">
                <a16:creationId xmlns:a16="http://schemas.microsoft.com/office/drawing/2014/main" id="{4B32B832-2ED7-89FC-0A42-ADB296E52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6413" y="379413"/>
            <a:ext cx="693737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or</a:t>
            </a:r>
            <a:endParaRPr lang="zh-CN" altLang="en-US" sz="2400"/>
          </a:p>
        </p:txBody>
      </p:sp>
      <p:graphicFrame>
        <p:nvGraphicFramePr>
          <p:cNvPr id="42" name="Object 18">
            <a:extLst>
              <a:ext uri="{FF2B5EF4-FFF2-40B4-BE49-F238E27FC236}">
                <a16:creationId xmlns:a16="http://schemas.microsoft.com/office/drawing/2014/main" id="{5B47DBD0-62E2-FA5B-9ABE-748262C2C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4063" y="885825"/>
          <a:ext cx="749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885825"/>
                        <a:ext cx="749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9">
            <a:extLst>
              <a:ext uri="{FF2B5EF4-FFF2-40B4-BE49-F238E27FC236}">
                <a16:creationId xmlns:a16="http://schemas.microsoft.com/office/drawing/2014/main" id="{7670F7BE-D260-D04E-D219-0B18901AAF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6875" y="836613"/>
          <a:ext cx="339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5" y="836613"/>
                        <a:ext cx="3397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20">
            <a:extLst>
              <a:ext uri="{FF2B5EF4-FFF2-40B4-BE49-F238E27FC236}">
                <a16:creationId xmlns:a16="http://schemas.microsoft.com/office/drawing/2014/main" id="{69AABE1C-F53A-06C1-D1A9-5CE4D1979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836613"/>
            <a:ext cx="3429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is called</a:t>
            </a:r>
            <a:r>
              <a:rPr lang="zh-CN" altLang="en-GB" sz="2400">
                <a:latin typeface="+mn-ea"/>
              </a:rPr>
              <a:t>通 </a:t>
            </a:r>
            <a:r>
              <a:rPr lang="en-GB" altLang="zh-CN" sz="2400">
                <a:latin typeface="+mn-ea"/>
              </a:rPr>
              <a:t>term(general term) .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46" name="Object 22">
            <a:extLst>
              <a:ext uri="{FF2B5EF4-FFF2-40B4-BE49-F238E27FC236}">
                <a16:creationId xmlns:a16="http://schemas.microsoft.com/office/drawing/2014/main" id="{5F3EDF2E-7F59-2FDD-6174-E58FB00780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600200"/>
          <a:ext cx="66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00200"/>
                        <a:ext cx="660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23">
            <a:extLst>
              <a:ext uri="{FF2B5EF4-FFF2-40B4-BE49-F238E27FC236}">
                <a16:creationId xmlns:a16="http://schemas.microsoft.com/office/drawing/2014/main" id="{9E079660-F95E-7BD3-89A7-62237CD1295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564986" y="1584809"/>
            <a:ext cx="3886200" cy="400110"/>
          </a:xfrm>
          <a:prstGeom prst="rect">
            <a:avLst/>
          </a:prstGeom>
          <a:blipFill>
            <a:blip r:embed="rId10"/>
            <a:stretch>
              <a:fillRect l="-1961" t="-9091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48" name="Object 25">
            <a:extLst>
              <a:ext uri="{FF2B5EF4-FFF2-40B4-BE49-F238E27FC236}">
                <a16:creationId xmlns:a16="http://schemas.microsoft.com/office/drawing/2014/main" id="{055E56E1-6C55-881A-3D50-D547B1A8CE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3463" y="2359025"/>
          <a:ext cx="10588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463" y="2359025"/>
                        <a:ext cx="10588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6">
            <a:extLst>
              <a:ext uri="{FF2B5EF4-FFF2-40B4-BE49-F238E27FC236}">
                <a16:creationId xmlns:a16="http://schemas.microsoft.com/office/drawing/2014/main" id="{27C6F8C3-0AA9-A238-D8E2-BC1FBBDF64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362200"/>
          <a:ext cx="112871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362200"/>
                        <a:ext cx="112871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28">
            <a:extLst>
              <a:ext uri="{FF2B5EF4-FFF2-40B4-BE49-F238E27FC236}">
                <a16:creationId xmlns:a16="http://schemas.microsoft.com/office/drawing/2014/main" id="{50D5F8CE-3E55-4CB8-FF64-15B6B0C2414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52003" y="2322871"/>
            <a:ext cx="2052616" cy="400110"/>
          </a:xfrm>
          <a:prstGeom prst="rect">
            <a:avLst/>
          </a:prstGeom>
          <a:blipFill>
            <a:blip r:embed="rId15"/>
            <a:stretch>
              <a:fillRect l="-3067" t="-6061" r="-2454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2" name="Text Box 32">
            <a:extLst>
              <a:ext uri="{FF2B5EF4-FFF2-40B4-BE49-F238E27FC236}">
                <a16:creationId xmlns:a16="http://schemas.microsoft.com/office/drawing/2014/main" id="{A51A625B-3E66-2783-7EB0-91426F851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068638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denoted by</a:t>
            </a:r>
            <a:endParaRPr lang="zh-CN" altLang="en-US" sz="2400"/>
          </a:p>
        </p:txBody>
      </p:sp>
      <p:sp>
        <p:nvSpPr>
          <p:cNvPr id="53" name="Text Box 42">
            <a:extLst>
              <a:ext uri="{FF2B5EF4-FFF2-40B4-BE49-F238E27FC236}">
                <a16:creationId xmlns:a16="http://schemas.microsoft.com/office/drawing/2014/main" id="{2FCE7F65-C67B-FE0D-671B-971DD6040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4448175"/>
            <a:ext cx="5267325" cy="5953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this when also </a:t>
            </a:r>
            <a:r>
              <a:rPr lang="zh-CN" altLang="en-US" sz="2400">
                <a:latin typeface="+mn-ea"/>
              </a:rPr>
              <a:t>称</a:t>
            </a:r>
            <a:r>
              <a:rPr lang="en-US" altLang="zh-CN" sz="2400">
                <a:latin typeface="+mn-ea"/>
              </a:rPr>
              <a:t>sequenceconverge , otherwise</a:t>
            </a:r>
            <a:r>
              <a:rPr lang="zh-CN" altLang="en-US" sz="2400">
                <a:latin typeface="+mn-ea"/>
              </a:rPr>
              <a:t>称</a:t>
            </a:r>
            <a:r>
              <a:rPr lang="en-US" altLang="zh-CN" sz="2400">
                <a:latin typeface="+mn-ea"/>
              </a:rPr>
              <a:t>sequencediverge .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54" name="Text Box 44">
            <a:extLst>
              <a:ext uri="{FF2B5EF4-FFF2-40B4-BE49-F238E27FC236}">
                <a16:creationId xmlns:a16="http://schemas.microsoft.com/office/drawing/2014/main" id="{DC2CEE59-1430-BA3B-C19B-A9A9C8CDA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5046663"/>
            <a:ext cx="1762125" cy="45561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solidFill>
                  <a:schemeClr val="tx2"/>
                </a:solidFill>
                <a:latin typeface="+mn-ea"/>
              </a:rPr>
              <a:t>geometricSolution</a:t>
            </a:r>
            <a:r>
              <a:rPr lang="zh-CN" altLang="en-US" sz="2400">
                <a:solidFill>
                  <a:schemeClr val="tx2"/>
                </a:solidFill>
                <a:latin typeface="+mn-ea"/>
              </a:rPr>
              <a:t>释 </a:t>
            </a:r>
            <a:r>
              <a:rPr lang="en-US" altLang="zh-CN" sz="2400">
                <a:solidFill>
                  <a:schemeClr val="tx2"/>
                </a:solidFill>
                <a:latin typeface="+mn-ea"/>
              </a:rPr>
              <a:t>: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55" name="Group 50">
            <a:extLst>
              <a:ext uri="{FF2B5EF4-FFF2-40B4-BE49-F238E27FC236}">
                <a16:creationId xmlns:a16="http://schemas.microsoft.com/office/drawing/2014/main" id="{96BD26DD-0330-E8AF-8FEB-5CDBA5760EC3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5718175"/>
            <a:ext cx="5105400" cy="452438"/>
            <a:chOff x="576" y="3958"/>
            <a:chExt cx="3216" cy="285"/>
          </a:xfrm>
        </p:grpSpPr>
        <p:sp>
          <p:nvSpPr>
            <p:cNvPr id="15405" name="Line 45">
              <a:extLst>
                <a:ext uri="{FF2B5EF4-FFF2-40B4-BE49-F238E27FC236}">
                  <a16:creationId xmlns:a16="http://schemas.microsoft.com/office/drawing/2014/main" id="{FEE8B962-567E-1F1B-581A-D10EB0CDE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3984"/>
              <a:ext cx="3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6" name="Oval 46">
              <a:extLst>
                <a:ext uri="{FF2B5EF4-FFF2-40B4-BE49-F238E27FC236}">
                  <a16:creationId xmlns:a16="http://schemas.microsoft.com/office/drawing/2014/main" id="{858CBEF6-824D-509F-3FA2-D30DC949C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95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5407" name="Object 47">
              <a:extLst>
                <a:ext uri="{FF2B5EF4-FFF2-40B4-BE49-F238E27FC236}">
                  <a16:creationId xmlns:a16="http://schemas.microsoft.com/office/drawing/2014/main" id="{252BE294-9191-0A93-8A55-876B712571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6" y="4032"/>
            <a:ext cx="18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0" imgH="0" progId="Equation.3">
                    <p:embed/>
                  </p:oleObj>
                </mc:Choice>
                <mc:Fallback>
                  <p:oleObj name="公式" r:id="rId16" imgW="0" imgH="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" y="4032"/>
                          <a:ext cx="188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Group 54">
            <a:extLst>
              <a:ext uri="{FF2B5EF4-FFF2-40B4-BE49-F238E27FC236}">
                <a16:creationId xmlns:a16="http://schemas.microsoft.com/office/drawing/2014/main" id="{E3B01292-F0D1-CBFD-6C91-8D82836BAA9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62600"/>
            <a:ext cx="4119563" cy="742950"/>
            <a:chOff x="672" y="3792"/>
            <a:chExt cx="2595" cy="468"/>
          </a:xfrm>
        </p:grpSpPr>
        <p:graphicFrame>
          <p:nvGraphicFramePr>
            <p:cNvPr id="15401" name="Object 48">
              <a:extLst>
                <a:ext uri="{FF2B5EF4-FFF2-40B4-BE49-F238E27FC236}">
                  <a16:creationId xmlns:a16="http://schemas.microsoft.com/office/drawing/2014/main" id="{550FB651-1765-01C4-A160-06B2C8035B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4032"/>
            <a:ext cx="53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0" imgH="0" progId="Equation.3">
                    <p:embed/>
                  </p:oleObj>
                </mc:Choice>
                <mc:Fallback>
                  <p:oleObj name="公式" r:id="rId18" imgW="0" imgH="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4032"/>
                          <a:ext cx="531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2" name="Object 49">
              <a:extLst>
                <a:ext uri="{FF2B5EF4-FFF2-40B4-BE49-F238E27FC236}">
                  <a16:creationId xmlns:a16="http://schemas.microsoft.com/office/drawing/2014/main" id="{29B76A63-76FF-1DA7-C6C0-FABD4073EF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4040"/>
            <a:ext cx="53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0" imgH="0" progId="Equation.3">
                    <p:embed/>
                  </p:oleObj>
                </mc:Choice>
                <mc:Fallback>
                  <p:oleObj name="公式" r:id="rId20" imgW="0" imgH="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4040"/>
                          <a:ext cx="53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3" name="Object 52">
              <a:extLst>
                <a:ext uri="{FF2B5EF4-FFF2-40B4-BE49-F238E27FC236}">
                  <a16:creationId xmlns:a16="http://schemas.microsoft.com/office/drawing/2014/main" id="{4C0098A7-990B-76FD-BB94-CC89C728BA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1" y="3792"/>
            <a:ext cx="111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0" imgH="0" progId="Equation.3">
                    <p:embed/>
                  </p:oleObj>
                </mc:Choice>
                <mc:Fallback>
                  <p:oleObj name="公式" r:id="rId22" imgW="0" imgH="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1" y="3792"/>
                          <a:ext cx="111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4" name="Object 53">
              <a:extLst>
                <a:ext uri="{FF2B5EF4-FFF2-40B4-BE49-F238E27FC236}">
                  <a16:creationId xmlns:a16="http://schemas.microsoft.com/office/drawing/2014/main" id="{1F58BD88-1C63-8036-5A40-45B4B7D8F7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3802"/>
            <a:ext cx="111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0" imgH="0" progId="Equation.3">
                    <p:embed/>
                  </p:oleObj>
                </mc:Choice>
                <mc:Fallback>
                  <p:oleObj name="公式" r:id="rId24" imgW="0" imgH="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802"/>
                          <a:ext cx="111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" name="Object 55">
            <a:extLst>
              <a:ext uri="{FF2B5EF4-FFF2-40B4-BE49-F238E27FC236}">
                <a16:creationId xmlns:a16="http://schemas.microsoft.com/office/drawing/2014/main" id="{2F690ECD-02CB-27B0-2EC4-142F4E7277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3000" y="4249738"/>
          <a:ext cx="2540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4249738"/>
                        <a:ext cx="2540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59">
            <a:extLst>
              <a:ext uri="{FF2B5EF4-FFF2-40B4-BE49-F238E27FC236}">
                <a16:creationId xmlns:a16="http://schemas.microsoft.com/office/drawing/2014/main" id="{5C2D304D-6390-42D5-1C95-B5BC5F55E16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138862" y="4935478"/>
            <a:ext cx="2278408" cy="400110"/>
          </a:xfrm>
          <a:prstGeom prst="rect">
            <a:avLst/>
          </a:prstGeom>
          <a:blipFill>
            <a:blip r:embed="rId28"/>
            <a:stretch>
              <a:fillRect l="-2778" t="-9091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67" name="Object 60">
            <a:extLst>
              <a:ext uri="{FF2B5EF4-FFF2-40B4-BE49-F238E27FC236}">
                <a16:creationId xmlns:a16="http://schemas.microsoft.com/office/drawing/2014/main" id="{EA54A55A-A535-8A42-05E3-220E77730B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1738" y="5459413"/>
          <a:ext cx="1930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738" y="5459413"/>
                        <a:ext cx="1930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33">
            <a:extLst>
              <a:ext uri="{FF2B5EF4-FFF2-40B4-BE49-F238E27FC236}">
                <a16:creationId xmlns:a16="http://schemas.microsoft.com/office/drawing/2014/main" id="{15E5DF2A-96AA-4654-BF26-20CA5C2552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670300"/>
          <a:ext cx="1549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670300"/>
                        <a:ext cx="1549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37">
            <a:extLst>
              <a:ext uri="{FF2B5EF4-FFF2-40B4-BE49-F238E27FC236}">
                <a16:creationId xmlns:a16="http://schemas.microsoft.com/office/drawing/2014/main" id="{44B59B77-AB2F-97A6-2D53-C1BD441A8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716338"/>
            <a:ext cx="1066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or</a:t>
            </a:r>
            <a:endParaRPr lang="zh-CN" altLang="en-US" sz="2400"/>
          </a:p>
        </p:txBody>
      </p:sp>
      <p:graphicFrame>
        <p:nvGraphicFramePr>
          <p:cNvPr id="71" name="Object 38">
            <a:extLst>
              <a:ext uri="{FF2B5EF4-FFF2-40B4-BE49-F238E27FC236}">
                <a16:creationId xmlns:a16="http://schemas.microsoft.com/office/drawing/2014/main" id="{356E0B68-AA06-CED9-1358-2492689658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6350" y="3679825"/>
          <a:ext cx="23558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3679825"/>
                        <a:ext cx="23558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Oval 62">
            <a:extLst>
              <a:ext uri="{FF2B5EF4-FFF2-40B4-BE49-F238E27FC236}">
                <a16:creationId xmlns:a16="http://schemas.microsoft.com/office/drawing/2014/main" id="{26EECD15-043C-0ECD-5F8F-E5CBFB439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700713"/>
            <a:ext cx="90488" cy="90487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73" name="Group 68">
            <a:extLst>
              <a:ext uri="{FF2B5EF4-FFF2-40B4-BE49-F238E27FC236}">
                <a16:creationId xmlns:a16="http://schemas.microsoft.com/office/drawing/2014/main" id="{E19F9071-7943-10FC-3D3F-B6B31975C795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715000"/>
            <a:ext cx="692150" cy="549275"/>
            <a:chOff x="1248" y="3888"/>
            <a:chExt cx="436" cy="346"/>
          </a:xfrm>
        </p:grpSpPr>
        <p:graphicFrame>
          <p:nvGraphicFramePr>
            <p:cNvPr id="15399" name="Object 66">
              <a:extLst>
                <a:ext uri="{FF2B5EF4-FFF2-40B4-BE49-F238E27FC236}">
                  <a16:creationId xmlns:a16="http://schemas.microsoft.com/office/drawing/2014/main" id="{035ED938-BDFC-A811-3F52-A3909163A2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3888"/>
            <a:ext cx="43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0" imgH="0" progId="Equation.3">
                    <p:embed/>
                  </p:oleObj>
                </mc:Choice>
                <mc:Fallback>
                  <p:oleObj name="公式" r:id="rId35" imgW="0" imgH="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888"/>
                          <a:ext cx="436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0" name="Oval 63">
              <a:extLst>
                <a:ext uri="{FF2B5EF4-FFF2-40B4-BE49-F238E27FC236}">
                  <a16:creationId xmlns:a16="http://schemas.microsoft.com/office/drawing/2014/main" id="{FF7CAE36-9A7F-132E-55A2-7E0EABF38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888"/>
              <a:ext cx="57" cy="57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76" name="Oval 64">
            <a:extLst>
              <a:ext uri="{FF2B5EF4-FFF2-40B4-BE49-F238E27FC236}">
                <a16:creationId xmlns:a16="http://schemas.microsoft.com/office/drawing/2014/main" id="{E15D8B2F-4D6A-359D-A7AF-F2921B612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715000"/>
            <a:ext cx="90488" cy="90488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77" name="Group 69">
            <a:extLst>
              <a:ext uri="{FF2B5EF4-FFF2-40B4-BE49-F238E27FC236}">
                <a16:creationId xmlns:a16="http://schemas.microsoft.com/office/drawing/2014/main" id="{70624062-8E8C-EDB8-56AC-C6A833463160}"/>
              </a:ext>
            </a:extLst>
          </p:cNvPr>
          <p:cNvGrpSpPr>
            <a:grpSpLocks/>
          </p:cNvGrpSpPr>
          <p:nvPr/>
        </p:nvGrpSpPr>
        <p:grpSpPr bwMode="auto">
          <a:xfrm>
            <a:off x="3338513" y="5715000"/>
            <a:ext cx="722312" cy="549275"/>
            <a:chOff x="2103" y="3888"/>
            <a:chExt cx="455" cy="346"/>
          </a:xfrm>
        </p:grpSpPr>
        <p:graphicFrame>
          <p:nvGraphicFramePr>
            <p:cNvPr id="15397" name="Object 67">
              <a:extLst>
                <a:ext uri="{FF2B5EF4-FFF2-40B4-BE49-F238E27FC236}">
                  <a16:creationId xmlns:a16="http://schemas.microsoft.com/office/drawing/2014/main" id="{84013698-93F9-2B59-B0E7-8FB6FB00F7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3" y="3888"/>
            <a:ext cx="455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7" imgW="0" imgH="0" progId="Equation.3">
                    <p:embed/>
                  </p:oleObj>
                </mc:Choice>
                <mc:Fallback>
                  <p:oleObj name="公式" r:id="rId37" imgW="0" imgH="0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3" y="3888"/>
                          <a:ext cx="455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8" name="Oval 65">
              <a:extLst>
                <a:ext uri="{FF2B5EF4-FFF2-40B4-BE49-F238E27FC236}">
                  <a16:creationId xmlns:a16="http://schemas.microsoft.com/office/drawing/2014/main" id="{90BB3C59-E8D8-5DC5-EC51-F1BA2F137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3888"/>
              <a:ext cx="57" cy="57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aphicFrame>
        <p:nvGraphicFramePr>
          <p:cNvPr id="80" name="Object 30">
            <a:extLst>
              <a:ext uri="{FF2B5EF4-FFF2-40B4-BE49-F238E27FC236}">
                <a16:creationId xmlns:a16="http://schemas.microsoft.com/office/drawing/2014/main" id="{D2422D7E-AF02-34A7-3CA9-659240B9AD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2339975"/>
          <a:ext cx="160496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0" imgH="0" progId="Equation.3">
                  <p:embed/>
                </p:oleObj>
              </mc:Choice>
              <mc:Fallback>
                <p:oleObj name="Equation" r:id="rId39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2339975"/>
                        <a:ext cx="1604962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Text Box 31">
            <a:extLst>
              <a:ext uri="{FF2B5EF4-FFF2-40B4-BE49-F238E27FC236}">
                <a16:creationId xmlns:a16="http://schemas.microsoft.com/office/drawing/2014/main" id="{E021E814-AC6F-64F4-EB4B-695672E0E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3068638"/>
            <a:ext cx="2046288" cy="53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r>
              <a:rPr lang="zh-CN" altLang="en-US" sz="2400"/>
              <a:t>称 </a:t>
            </a:r>
            <a:r>
              <a:rPr lang="en-US" altLang="zh-CN" sz="2400"/>
              <a:t>thesequence</a:t>
            </a:r>
            <a:endParaRPr lang="zh-CN" altLang="en-US" sz="2400"/>
          </a:p>
        </p:txBody>
      </p:sp>
      <p:graphicFrame>
        <p:nvGraphicFramePr>
          <p:cNvPr id="82" name="Object 73">
            <a:extLst>
              <a:ext uri="{FF2B5EF4-FFF2-40B4-BE49-F238E27FC236}">
                <a16:creationId xmlns:a16="http://schemas.microsoft.com/office/drawing/2014/main" id="{24FBC67E-EBFD-8AD2-E390-E7F9B5A4E7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6150" y="3073400"/>
          <a:ext cx="7620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1" imgW="0" imgH="0" progId="Equation.3">
                  <p:embed/>
                </p:oleObj>
              </mc:Choice>
              <mc:Fallback>
                <p:oleObj name="公式" r:id="rId41" imgW="0" imgH="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3073400"/>
                        <a:ext cx="7620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Oval 76">
            <a:extLst>
              <a:ext uri="{FF2B5EF4-FFF2-40B4-BE49-F238E27FC236}">
                <a16:creationId xmlns:a16="http://schemas.microsoft.com/office/drawing/2014/main" id="{B7F2D2A3-3647-0EAB-C1C4-EBAC74909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2006600"/>
            <a:ext cx="2022475" cy="10160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4" name="Line 77">
            <a:extLst>
              <a:ext uri="{FF2B5EF4-FFF2-40B4-BE49-F238E27FC236}">
                <a16:creationId xmlns:a16="http://schemas.microsoft.com/office/drawing/2014/main" id="{C8E72B13-2C94-FAB6-CED3-07CC645A9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4388" y="3048000"/>
            <a:ext cx="0" cy="1219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Text Box 81">
            <a:extLst>
              <a:ext uri="{FF2B5EF4-FFF2-40B4-BE49-F238E27FC236}">
                <a16:creationId xmlns:a16="http://schemas.microsoft.com/office/drawing/2014/main" id="{46ED6C38-5074-1908-7564-E080DC15C3A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962729" y="3099835"/>
            <a:ext cx="1486176" cy="400110"/>
          </a:xfrm>
          <a:prstGeom prst="rect">
            <a:avLst/>
          </a:prstGeom>
          <a:blipFill>
            <a:blip r:embed="rId43"/>
            <a:stretch>
              <a:fillRect l="-4237" t="-9375" r="-3390" b="-28125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  <p:bldP spid="41" grpId="0" autoUpdateAnimBg="0"/>
      <p:bldP spid="44" grpId="0" autoUpdateAnimBg="0"/>
      <p:bldP spid="52" grpId="0" autoUpdateAnimBg="0"/>
      <p:bldP spid="53" grpId="0" autoUpdateAnimBg="0"/>
      <p:bldP spid="54" grpId="0" autoUpdateAnimBg="0"/>
      <p:bldP spid="70" grpId="0" autoUpdateAnimBg="0"/>
      <p:bldP spid="8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74075F7D-66D7-06F8-B121-0A6BEB9EF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27050"/>
            <a:ext cx="1295400" cy="533400"/>
          </a:xfrm>
        </p:spPr>
        <p:txBody>
          <a:bodyPr/>
          <a:lstStyle/>
          <a:p>
            <a:pPr>
              <a:defRPr/>
            </a:pPr>
            <a:r>
              <a:rPr lang="en-US" altLang="zh-CN" sz="2400">
                <a:latin typeface="+mn-ea"/>
                <a:ea typeface="+mn-ea"/>
              </a:rPr>
              <a:t>for example,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16386" name="内容占位符 4">
            <a:extLst>
              <a:ext uri="{FF2B5EF4-FFF2-40B4-BE49-F238E27FC236}">
                <a16:creationId xmlns:a16="http://schemas.microsoft.com/office/drawing/2014/main" id="{74957331-503A-150D-FD7E-B9A8EF4FC6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92375" y="1427163"/>
            <a:ext cx="1033463" cy="4127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sz="2400"/>
              <a:t>通 </a:t>
            </a:r>
            <a:r>
              <a:rPr kumimoji="1" lang="en-US" altLang="zh-CN" sz="2400"/>
              <a:t>term</a:t>
            </a:r>
            <a:endParaRPr kumimoji="1" lang="zh-CN" altLang="en-US" sz="2400"/>
          </a:p>
        </p:txBody>
      </p:sp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6DB9A3AA-38EF-4204-DD32-AB2DA5E85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9600" y="292100"/>
          <a:ext cx="3276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92100"/>
                        <a:ext cx="3276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890375AE-2D66-01A1-E3C7-4F0458EF57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143000"/>
          <a:ext cx="1422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143000"/>
                        <a:ext cx="1422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>
            <a:extLst>
              <a:ext uri="{FF2B5EF4-FFF2-40B4-BE49-F238E27FC236}">
                <a16:creationId xmlns:a16="http://schemas.microsoft.com/office/drawing/2014/main" id="{8BC6D5C0-E483-88E2-703F-0ED01E9F1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6200" y="1384300"/>
          <a:ext cx="208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6200" y="1384300"/>
                        <a:ext cx="208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>
            <a:extLst>
              <a:ext uri="{FF2B5EF4-FFF2-40B4-BE49-F238E27FC236}">
                <a16:creationId xmlns:a16="http://schemas.microsoft.com/office/drawing/2014/main" id="{527CE8AA-4602-EF4A-534D-E732FEBB1E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085975"/>
          <a:ext cx="465931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85975"/>
                        <a:ext cx="465931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>
            <a:extLst>
              <a:ext uri="{FF2B5EF4-FFF2-40B4-BE49-F238E27FC236}">
                <a16:creationId xmlns:a16="http://schemas.microsoft.com/office/drawing/2014/main" id="{FE3950C9-817A-98C6-BB35-02767EE24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7800" y="3048000"/>
          <a:ext cx="2387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3048000"/>
                        <a:ext cx="2387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">
            <a:extLst>
              <a:ext uri="{FF2B5EF4-FFF2-40B4-BE49-F238E27FC236}">
                <a16:creationId xmlns:a16="http://schemas.microsoft.com/office/drawing/2014/main" id="{DAC5A8B9-9A4A-1107-38EA-D6890B049E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2400" y="3403600"/>
          <a:ext cx="208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3403600"/>
                        <a:ext cx="208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0">
            <a:extLst>
              <a:ext uri="{FF2B5EF4-FFF2-40B4-BE49-F238E27FC236}">
                <a16:creationId xmlns:a16="http://schemas.microsoft.com/office/drawing/2014/main" id="{77D37DEE-448B-5863-BDF8-19224B0CFB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3263" y="4103688"/>
          <a:ext cx="308768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4103688"/>
                        <a:ext cx="3087687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3C60EFF7-3D2B-1041-D3E6-5751228178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4572000"/>
          <a:ext cx="1117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572000"/>
                        <a:ext cx="11176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2">
            <a:extLst>
              <a:ext uri="{FF2B5EF4-FFF2-40B4-BE49-F238E27FC236}">
                <a16:creationId xmlns:a16="http://schemas.microsoft.com/office/drawing/2014/main" id="{5745C99E-9C17-E145-E8A5-DB51229F0F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1400" y="4681538"/>
          <a:ext cx="223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400" y="4681538"/>
                        <a:ext cx="2235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3">
            <a:extLst>
              <a:ext uri="{FF2B5EF4-FFF2-40B4-BE49-F238E27FC236}">
                <a16:creationId xmlns:a16="http://schemas.microsoft.com/office/drawing/2014/main" id="{D46956AC-844D-094E-BE45-F5C7D964A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7550" y="5241925"/>
          <a:ext cx="38481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5241925"/>
                        <a:ext cx="38481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>
            <a:extLst>
              <a:ext uri="{FF2B5EF4-FFF2-40B4-BE49-F238E27FC236}">
                <a16:creationId xmlns:a16="http://schemas.microsoft.com/office/drawing/2014/main" id="{B164961A-84DB-031F-4827-27225DCD35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5213" y="5870575"/>
          <a:ext cx="1816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3" y="5870575"/>
                        <a:ext cx="1816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6">
            <a:extLst>
              <a:ext uri="{FF2B5EF4-FFF2-40B4-BE49-F238E27FC236}">
                <a16:creationId xmlns:a16="http://schemas.microsoft.com/office/drawing/2014/main" id="{A679C5C1-63B0-DA02-BEDD-5A0F2C07A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900" y="5942013"/>
            <a:ext cx="15621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趋势 </a:t>
            </a:r>
            <a:r>
              <a:rPr lang="en-US" altLang="zh-CN" sz="2400"/>
              <a:t>not </a:t>
            </a:r>
            <a:r>
              <a:rPr lang="zh-CN" altLang="en-US" sz="2400"/>
              <a:t>定</a:t>
            </a:r>
          </a:p>
        </p:txBody>
      </p:sp>
      <p:sp>
        <p:nvSpPr>
          <p:cNvPr id="35" name="Text Box 18">
            <a:extLst>
              <a:ext uri="{FF2B5EF4-FFF2-40B4-BE49-F238E27FC236}">
                <a16:creationId xmlns:a16="http://schemas.microsoft.com/office/drawing/2014/main" id="{84E1AF61-6391-2D2A-182A-3342E078C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602" y="1981200"/>
            <a:ext cx="553998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收 敛</a:t>
            </a:r>
          </a:p>
        </p:txBody>
      </p:sp>
      <p:sp>
        <p:nvSpPr>
          <p:cNvPr id="36" name="Text Box 21">
            <a:extLst>
              <a:ext uri="{FF2B5EF4-FFF2-40B4-BE49-F238E27FC236}">
                <a16:creationId xmlns:a16="http://schemas.microsoft.com/office/drawing/2014/main" id="{141676BE-1AEC-8487-E609-C6D19F03C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3202" y="4800600"/>
            <a:ext cx="553998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发 散</a:t>
            </a:r>
          </a:p>
        </p:txBody>
      </p:sp>
      <p:sp>
        <p:nvSpPr>
          <p:cNvPr id="37" name="AutoShape 22">
            <a:extLst>
              <a:ext uri="{FF2B5EF4-FFF2-40B4-BE49-F238E27FC236}">
                <a16:creationId xmlns:a16="http://schemas.microsoft.com/office/drawing/2014/main" id="{FF4B24D4-3E3A-4346-3D1B-9979110DD4E0}"/>
              </a:ext>
            </a:extLst>
          </p:cNvPr>
          <p:cNvSpPr>
            <a:spLocks/>
          </p:cNvSpPr>
          <p:nvPr/>
        </p:nvSpPr>
        <p:spPr bwMode="auto">
          <a:xfrm>
            <a:off x="7391400" y="1371600"/>
            <a:ext cx="228600" cy="2362200"/>
          </a:xfrm>
          <a:prstGeom prst="rightBrace">
            <a:avLst>
              <a:gd name="adj1" fmla="val 86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" name="AutoShape 23">
            <a:extLst>
              <a:ext uri="{FF2B5EF4-FFF2-40B4-BE49-F238E27FC236}">
                <a16:creationId xmlns:a16="http://schemas.microsoft.com/office/drawing/2014/main" id="{470D6445-9718-63D2-AC92-0DCF36CCDCE3}"/>
              </a:ext>
            </a:extLst>
          </p:cNvPr>
          <p:cNvSpPr>
            <a:spLocks/>
          </p:cNvSpPr>
          <p:nvPr/>
        </p:nvSpPr>
        <p:spPr bwMode="auto">
          <a:xfrm>
            <a:off x="7239000" y="4724400"/>
            <a:ext cx="152400" cy="1447800"/>
          </a:xfrm>
          <a:prstGeom prst="rightBrace">
            <a:avLst>
              <a:gd name="adj1" fmla="val 7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5" grpId="0" autoUpdateAnimBg="0"/>
      <p:bldP spid="3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2">
            <a:extLst>
              <a:ext uri="{FF2B5EF4-FFF2-40B4-BE49-F238E27FC236}">
                <a16:creationId xmlns:a16="http://schemas.microsoft.com/office/drawing/2014/main" id="{0A1B2B81-6D7C-006E-F825-09DE5B85C0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3725" y="442913"/>
            <a:ext cx="1276350" cy="533400"/>
          </a:xfrm>
        </p:spPr>
        <p:txBody>
          <a:bodyPr/>
          <a:lstStyle/>
          <a:p>
            <a:pPr>
              <a:defRPr/>
            </a:pPr>
            <a:r>
              <a:rPr lang="en-US" altLang="zh-CN" sz="2400">
                <a:latin typeface="+mn-ea"/>
                <a:ea typeface="+mn-ea"/>
              </a:rPr>
              <a:t>Example1.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17410" name="内容占位符 6">
            <a:extLst>
              <a:ext uri="{FF2B5EF4-FFF2-40B4-BE49-F238E27FC236}">
                <a16:creationId xmlns:a16="http://schemas.microsoft.com/office/drawing/2014/main" id="{357680E2-F2BD-1592-B749-C96646659C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5025" y="1695450"/>
            <a:ext cx="641350" cy="6540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>
                <a:solidFill>
                  <a:schemeClr val="tx2"/>
                </a:solidFill>
              </a:rPr>
              <a:t>Proof:</a:t>
            </a:r>
            <a:endParaRPr kumimoji="1" lang="zh-CN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6DA5A53-5097-3ECF-57D6-96509F237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038" y="425450"/>
            <a:ext cx="957262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latin typeface="+mn-ea"/>
              </a:rPr>
              <a:t>已知</a:t>
            </a:r>
          </a:p>
        </p:txBody>
      </p:sp>
      <p:graphicFrame>
        <p:nvGraphicFramePr>
          <p:cNvPr id="17412" name="Object 3">
            <a:extLst>
              <a:ext uri="{FF2B5EF4-FFF2-40B4-BE49-F238E27FC236}">
                <a16:creationId xmlns:a16="http://schemas.microsoft.com/office/drawing/2014/main" id="{940BBA01-F082-918E-71D0-C2B957A8E5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900" y="153988"/>
          <a:ext cx="2197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153988"/>
                        <a:ext cx="2197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4">
            <a:extLst>
              <a:ext uri="{FF2B5EF4-FFF2-40B4-BE49-F238E27FC236}">
                <a16:creationId xmlns:a16="http://schemas.microsoft.com/office/drawing/2014/main" id="{D09EA015-1A8E-3174-26F2-E83442BCE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444500"/>
            <a:ext cx="1905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Proofsequence</a:t>
            </a:r>
            <a:endParaRPr lang="zh-CN" altLang="en-US" sz="2400"/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589C1ED0-C3B3-C6E8-C1A2-9F6CBFEC47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2000" y="454025"/>
          <a:ext cx="68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454025"/>
                        <a:ext cx="68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6">
            <a:extLst>
              <a:ext uri="{FF2B5EF4-FFF2-40B4-BE49-F238E27FC236}">
                <a16:creationId xmlns:a16="http://schemas.microsoft.com/office/drawing/2014/main" id="{71FDE66F-A503-9F36-89B0-D02A24D28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447675"/>
            <a:ext cx="174942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's limit is 1.</a:t>
            </a:r>
            <a:endParaRPr lang="en-US" altLang="zh-CN" sz="2400" dirty="0">
              <a:solidFill>
                <a:schemeClr val="accent2"/>
              </a:solidFill>
              <a:latin typeface="+mn-ea"/>
            </a:endParaRPr>
          </a:p>
        </p:txBody>
      </p:sp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F5D9FE74-B697-81E3-E2B2-747A6016E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4650" y="1673225"/>
          <a:ext cx="1308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1673225"/>
                        <a:ext cx="1308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7D74AEA9-7173-95ED-6E55-9A14D36AD2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9600" y="1335088"/>
          <a:ext cx="2070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1335088"/>
                        <a:ext cx="20701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>
            <a:extLst>
              <a:ext uri="{FF2B5EF4-FFF2-40B4-BE49-F238E27FC236}">
                <a16:creationId xmlns:a16="http://schemas.microsoft.com/office/drawing/2014/main" id="{C35D67B0-814F-6744-E881-0D1110653C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441450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441450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>
            <a:extLst>
              <a:ext uri="{FF2B5EF4-FFF2-40B4-BE49-F238E27FC236}">
                <a16:creationId xmlns:a16="http://schemas.microsoft.com/office/drawing/2014/main" id="{B8E666C0-B615-9CD0-6D16-7A340898C1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900" y="2730500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2730500"/>
                        <a:ext cx="1206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5">
            <a:extLst>
              <a:ext uri="{FF2B5EF4-FFF2-40B4-BE49-F238E27FC236}">
                <a16:creationId xmlns:a16="http://schemas.microsoft.com/office/drawing/2014/main" id="{ED6B0632-3225-48DC-7F42-D90ADB581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0" y="2687638"/>
            <a:ext cx="1143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欲使</a:t>
            </a:r>
          </a:p>
        </p:txBody>
      </p:sp>
      <p:graphicFrame>
        <p:nvGraphicFramePr>
          <p:cNvPr id="23" name="Object 16">
            <a:extLst>
              <a:ext uri="{FF2B5EF4-FFF2-40B4-BE49-F238E27FC236}">
                <a16:creationId xmlns:a16="http://schemas.microsoft.com/office/drawing/2014/main" id="{393AE536-1A8E-A447-A284-C5C3D02A96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667000"/>
          <a:ext cx="1727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667000"/>
                        <a:ext cx="1727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7">
            <a:extLst>
              <a:ext uri="{FF2B5EF4-FFF2-40B4-BE49-F238E27FC236}">
                <a16:creationId xmlns:a16="http://schemas.microsoft.com/office/drawing/2014/main" id="{E0311DC4-4FEA-F31D-FB21-C8B13E285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708275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25" name="Object 18">
            <a:extLst>
              <a:ext uri="{FF2B5EF4-FFF2-40B4-BE49-F238E27FC236}">
                <a16:creationId xmlns:a16="http://schemas.microsoft.com/office/drawing/2014/main" id="{65D457A5-10A9-94B2-2AAE-85DCEA488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2528888"/>
          <a:ext cx="8636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2528888"/>
                        <a:ext cx="8636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9">
            <a:extLst>
              <a:ext uri="{FF2B5EF4-FFF2-40B4-BE49-F238E27FC236}">
                <a16:creationId xmlns:a16="http://schemas.microsoft.com/office/drawing/2014/main" id="{4072AA0D-6FB2-2403-D2B2-B70BF6868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2679700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as long as</a:t>
            </a:r>
            <a:endParaRPr lang="zh-CN" altLang="en-US" sz="2400"/>
          </a:p>
        </p:txBody>
      </p:sp>
      <p:graphicFrame>
        <p:nvGraphicFramePr>
          <p:cNvPr id="27" name="Object 20">
            <a:extLst>
              <a:ext uri="{FF2B5EF4-FFF2-40B4-BE49-F238E27FC236}">
                <a16:creationId xmlns:a16="http://schemas.microsoft.com/office/drawing/2014/main" id="{7ACDCE77-12BB-606D-92D8-A0B0D2961F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2636838"/>
          <a:ext cx="749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2636838"/>
                        <a:ext cx="749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1">
            <a:extLst>
              <a:ext uri="{FF2B5EF4-FFF2-40B4-BE49-F238E27FC236}">
                <a16:creationId xmlns:a16="http://schemas.microsoft.com/office/drawing/2014/main" id="{AF3808C8-A32E-84AB-918F-B12EF2F3D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429000"/>
            <a:ext cx="1752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therefore , take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29" name="Object 22">
            <a:extLst>
              <a:ext uri="{FF2B5EF4-FFF2-40B4-BE49-F238E27FC236}">
                <a16:creationId xmlns:a16="http://schemas.microsoft.com/office/drawing/2014/main" id="{046E031F-B22D-3B55-2FC6-F8A4BA6AEC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0588" y="3340100"/>
          <a:ext cx="11430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3340100"/>
                        <a:ext cx="11430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23">
            <a:extLst>
              <a:ext uri="{FF2B5EF4-FFF2-40B4-BE49-F238E27FC236}">
                <a16:creationId xmlns:a16="http://schemas.microsoft.com/office/drawing/2014/main" id="{574DBCC4-97D7-29DA-46B0-B79D385C0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3429000"/>
            <a:ext cx="9017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BBF1C881-421F-5527-79D7-65C5739692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7825" y="3471863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25" y="3471863"/>
                        <a:ext cx="889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25">
            <a:extLst>
              <a:ext uri="{FF2B5EF4-FFF2-40B4-BE49-F238E27FC236}">
                <a16:creationId xmlns:a16="http://schemas.microsoft.com/office/drawing/2014/main" id="{32714CA6-67C2-67EE-FA13-97E508345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963" y="3429000"/>
            <a:ext cx="126682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</a:t>
            </a:r>
            <a:r>
              <a:rPr lang="zh-CN" altLang="en-US" sz="2400">
                <a:latin typeface="+mn-ea"/>
              </a:rPr>
              <a:t>就 </a:t>
            </a:r>
            <a:r>
              <a:rPr lang="en-US" altLang="zh-CN" sz="2400">
                <a:latin typeface="+mn-ea"/>
              </a:rPr>
              <a:t>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3" name="Object 27">
            <a:extLst>
              <a:ext uri="{FF2B5EF4-FFF2-40B4-BE49-F238E27FC236}">
                <a16:creationId xmlns:a16="http://schemas.microsoft.com/office/drawing/2014/main" id="{BC7F98AE-5AD6-211D-CC59-42283773B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8263" y="4195763"/>
          <a:ext cx="25400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4195763"/>
                        <a:ext cx="254000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28">
            <a:extLst>
              <a:ext uri="{FF2B5EF4-FFF2-40B4-BE49-F238E27FC236}">
                <a16:creationId xmlns:a16="http://schemas.microsoft.com/office/drawing/2014/main" id="{A7AC28B1-8810-E42F-CD9E-5B1810608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5630863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35" name="Object 30">
            <a:extLst>
              <a:ext uri="{FF2B5EF4-FFF2-40B4-BE49-F238E27FC236}">
                <a16:creationId xmlns:a16="http://schemas.microsoft.com/office/drawing/2014/main" id="{7763A55E-903C-BAFC-7DC2-BDB3A187AA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3900" y="5334000"/>
          <a:ext cx="3797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5334000"/>
                        <a:ext cx="3797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6" grpId="0" build="p" autoUpdateAnimBg="0" advAuto="0"/>
      <p:bldP spid="22" grpId="0" autoUpdateAnimBg="0"/>
      <p:bldP spid="24" grpId="0" autoUpdateAnimBg="0"/>
      <p:bldP spid="26" grpId="0" autoUpdateAnimBg="0"/>
      <p:bldP spid="28" grpId="0" autoUpdateAnimBg="0"/>
      <p:bldP spid="30" grpId="0" autoUpdateAnimBg="0"/>
      <p:bldP spid="32" grpId="0" autoUpdateAnimBg="0"/>
      <p:bldP spid="3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4">
            <a:extLst>
              <a:ext uri="{FF2B5EF4-FFF2-40B4-BE49-F238E27FC236}">
                <a16:creationId xmlns:a16="http://schemas.microsoft.com/office/drawing/2014/main" id="{C020BD42-302E-CA80-B231-087270A4E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3900" y="415925"/>
            <a:ext cx="895350" cy="565150"/>
          </a:xfrm>
        </p:spPr>
        <p:txBody>
          <a:bodyPr/>
          <a:lstStyle/>
          <a:p>
            <a:pPr>
              <a:defRPr/>
            </a:pPr>
            <a:r>
              <a:rPr lang="en-US" altLang="zh-CN" sz="2400">
                <a:latin typeface="+mn-ea"/>
                <a:ea typeface="+mn-ea"/>
              </a:rPr>
              <a:t>Example2.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18434" name="内容占位符 11">
            <a:extLst>
              <a:ext uri="{FF2B5EF4-FFF2-40B4-BE49-F238E27FC236}">
                <a16:creationId xmlns:a16="http://schemas.microsoft.com/office/drawing/2014/main" id="{1BD00139-26A6-AF83-6D17-6C3107C180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7175" y="484188"/>
            <a:ext cx="895350" cy="4826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2400">
                <a:latin typeface="+mn-ea"/>
              </a:rPr>
              <a:t>已知</a:t>
            </a:r>
            <a:endParaRPr kumimoji="1" lang="zh-CN" altLang="en-US" dirty="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8D8377D-AC73-DCBD-0368-5A462948C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63" y="971550"/>
            <a:ext cx="1828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FontTx/>
              <a:buNone/>
            </a:pPr>
            <a:endParaRPr lang="zh-CN" altLang="en-US" sz="2400">
              <a:latin typeface="Calibri Light" panose="020F0302020204030204" pitchFamily="34" charset="0"/>
              <a:ea typeface="楷体_GB2312" pitchFamily="49" charset="-122"/>
            </a:endParaRPr>
          </a:p>
        </p:txBody>
      </p:sp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B35F7439-4EF5-CAE7-3CF7-B98C67A134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3150" y="139700"/>
          <a:ext cx="19939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0" y="139700"/>
                        <a:ext cx="19939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">
            <a:extLst>
              <a:ext uri="{FF2B5EF4-FFF2-40B4-BE49-F238E27FC236}">
                <a16:creationId xmlns:a16="http://schemas.microsoft.com/office/drawing/2014/main" id="{F5E0FE48-0725-D640-98BE-5A2FA9B72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8325" y="450850"/>
            <a:ext cx="1219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Proof</a:t>
            </a:r>
            <a:endParaRPr lang="zh-CN" altLang="en-US" sz="2400"/>
          </a:p>
        </p:txBody>
      </p:sp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0385ACCB-7A1C-5B18-E213-C95D499F6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0" y="422275"/>
          <a:ext cx="16732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422275"/>
                        <a:ext cx="167322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7">
            <a:extLst>
              <a:ext uri="{FF2B5EF4-FFF2-40B4-BE49-F238E27FC236}">
                <a16:creationId xmlns:a16="http://schemas.microsoft.com/office/drawing/2014/main" id="{41AFC779-FF1D-7B1B-741F-F419893E7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09713"/>
            <a:ext cx="582613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24" name="Object 8">
            <a:extLst>
              <a:ext uri="{FF2B5EF4-FFF2-40B4-BE49-F238E27FC236}">
                <a16:creationId xmlns:a16="http://schemas.microsoft.com/office/drawing/2014/main" id="{75F34B08-4E14-8442-023A-5D0D5657CD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501775"/>
          <a:ext cx="1295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501775"/>
                        <a:ext cx="1295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AAD5B15B-C04C-BBFB-E90E-58BEFBFD99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1463" y="1244600"/>
          <a:ext cx="169703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3" y="1244600"/>
                        <a:ext cx="169703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>
            <a:extLst>
              <a:ext uri="{FF2B5EF4-FFF2-40B4-BE49-F238E27FC236}">
                <a16:creationId xmlns:a16="http://schemas.microsoft.com/office/drawing/2014/main" id="{1AE27DA6-8EB3-946A-CBE8-34372D5248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6300" y="1284288"/>
          <a:ext cx="1336675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1284288"/>
                        <a:ext cx="1336675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3">
            <a:extLst>
              <a:ext uri="{FF2B5EF4-FFF2-40B4-BE49-F238E27FC236}">
                <a16:creationId xmlns:a16="http://schemas.microsoft.com/office/drawing/2014/main" id="{D2994621-6A74-2B86-C60D-DC70641B16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7750" y="1284288"/>
          <a:ext cx="977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1284288"/>
                        <a:ext cx="977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4">
            <a:extLst>
              <a:ext uri="{FF2B5EF4-FFF2-40B4-BE49-F238E27FC236}">
                <a16:creationId xmlns:a16="http://schemas.microsoft.com/office/drawing/2014/main" id="{65C74DE4-96E3-9E2B-8C20-2056044597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" y="2540000"/>
          <a:ext cx="14986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" y="2540000"/>
                        <a:ext cx="149860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5">
            <a:extLst>
              <a:ext uri="{FF2B5EF4-FFF2-40B4-BE49-F238E27FC236}">
                <a16:creationId xmlns:a16="http://schemas.microsoft.com/office/drawing/2014/main" id="{0471C9D9-8B15-A3D2-51BF-A579B05C4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350" y="2493963"/>
            <a:ext cx="874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欲使</a:t>
            </a:r>
          </a:p>
        </p:txBody>
      </p:sp>
      <p:graphicFrame>
        <p:nvGraphicFramePr>
          <p:cNvPr id="30" name="Object 16">
            <a:extLst>
              <a:ext uri="{FF2B5EF4-FFF2-40B4-BE49-F238E27FC236}">
                <a16:creationId xmlns:a16="http://schemas.microsoft.com/office/drawing/2014/main" id="{E9D9DBF8-5359-2EF4-AA31-1D696D6DE4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2482850"/>
          <a:ext cx="16446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482850"/>
                        <a:ext cx="16446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7">
            <a:extLst>
              <a:ext uri="{FF2B5EF4-FFF2-40B4-BE49-F238E27FC236}">
                <a16:creationId xmlns:a16="http://schemas.microsoft.com/office/drawing/2014/main" id="{571D1913-4900-8F49-95A0-540373DC3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675" y="2482850"/>
            <a:ext cx="949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as long as</a:t>
            </a:r>
            <a:endParaRPr lang="zh-CN" altLang="en-US" sz="2400"/>
          </a:p>
        </p:txBody>
      </p:sp>
      <p:graphicFrame>
        <p:nvGraphicFramePr>
          <p:cNvPr id="32" name="Object 18">
            <a:extLst>
              <a:ext uri="{FF2B5EF4-FFF2-40B4-BE49-F238E27FC236}">
                <a16:creationId xmlns:a16="http://schemas.microsoft.com/office/drawing/2014/main" id="{02477663-3D55-6EC6-512C-13ECB88A6C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349500"/>
          <a:ext cx="118268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349500"/>
                        <a:ext cx="1182688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9">
            <a:extLst>
              <a:ext uri="{FF2B5EF4-FFF2-40B4-BE49-F238E27FC236}">
                <a16:creationId xmlns:a16="http://schemas.microsoft.com/office/drawing/2014/main" id="{116D0D4C-4538-0B7A-7D7E-0A1396734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6700" y="2535238"/>
            <a:ext cx="762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34" name="Object 20">
            <a:extLst>
              <a:ext uri="{FF2B5EF4-FFF2-40B4-BE49-F238E27FC236}">
                <a16:creationId xmlns:a16="http://schemas.microsoft.com/office/drawing/2014/main" id="{B983C020-A675-E661-AA75-60DF2FA92E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4375" y="2636838"/>
          <a:ext cx="460375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75" y="2636838"/>
                        <a:ext cx="460375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21">
            <a:extLst>
              <a:ext uri="{FF2B5EF4-FFF2-40B4-BE49-F238E27FC236}">
                <a16:creationId xmlns:a16="http://schemas.microsoft.com/office/drawing/2014/main" id="{5D9C8357-5285-9F8F-F15C-F05D10136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255963"/>
            <a:ext cx="7334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36" name="Object 22">
            <a:extLst>
              <a:ext uri="{FF2B5EF4-FFF2-40B4-BE49-F238E27FC236}">
                <a16:creationId xmlns:a16="http://schemas.microsoft.com/office/drawing/2014/main" id="{1A24920A-CCB8-9D12-B8D6-A8738D49F9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8725" y="3132138"/>
          <a:ext cx="15049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132138"/>
                        <a:ext cx="150495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23">
            <a:extLst>
              <a:ext uri="{FF2B5EF4-FFF2-40B4-BE49-F238E27FC236}">
                <a16:creationId xmlns:a16="http://schemas.microsoft.com/office/drawing/2014/main" id="{FCFDF1B2-9C2F-BB3E-B893-D99A8BD36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825" y="3213100"/>
            <a:ext cx="1066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38" name="Object 24">
            <a:extLst>
              <a:ext uri="{FF2B5EF4-FFF2-40B4-BE49-F238E27FC236}">
                <a16:creationId xmlns:a16="http://schemas.microsoft.com/office/drawing/2014/main" id="{FB2A05DB-9AEB-7FA0-88E0-D2B4AF080C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7113" y="3316288"/>
          <a:ext cx="71755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113" y="3316288"/>
                        <a:ext cx="71755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5">
            <a:extLst>
              <a:ext uri="{FF2B5EF4-FFF2-40B4-BE49-F238E27FC236}">
                <a16:creationId xmlns:a16="http://schemas.microsoft.com/office/drawing/2014/main" id="{E754AC49-729B-87A9-5C8D-9A7778193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3213100"/>
            <a:ext cx="154146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</a:t>
            </a:r>
            <a:r>
              <a:rPr lang="zh-CN" altLang="en-US" sz="2400">
                <a:latin typeface="+mn-ea"/>
              </a:rPr>
              <a:t>就 </a:t>
            </a:r>
            <a:r>
              <a:rPr lang="en-US" altLang="zh-CN" sz="2400">
                <a:latin typeface="+mn-ea"/>
              </a:rPr>
              <a:t>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40" name="Object 26">
            <a:extLst>
              <a:ext uri="{FF2B5EF4-FFF2-40B4-BE49-F238E27FC236}">
                <a16:creationId xmlns:a16="http://schemas.microsoft.com/office/drawing/2014/main" id="{6766AF58-91D6-545B-4379-DCB4C08FB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3213100"/>
          <a:ext cx="1752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213100"/>
                        <a:ext cx="1752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27">
            <a:extLst>
              <a:ext uri="{FF2B5EF4-FFF2-40B4-BE49-F238E27FC236}">
                <a16:creationId xmlns:a16="http://schemas.microsoft.com/office/drawing/2014/main" id="{494D35F7-573D-8558-41F4-077DC885E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4224338"/>
            <a:ext cx="9763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42" name="Object 28">
            <a:extLst>
              <a:ext uri="{FF2B5EF4-FFF2-40B4-BE49-F238E27FC236}">
                <a16:creationId xmlns:a16="http://schemas.microsoft.com/office/drawing/2014/main" id="{583A1D20-FFFF-A450-4280-6323922734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4275" y="3957638"/>
          <a:ext cx="345440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3957638"/>
                        <a:ext cx="3454400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34">
            <a:extLst>
              <a:ext uri="{FF2B5EF4-FFF2-40B4-BE49-F238E27FC236}">
                <a16:creationId xmlns:a16="http://schemas.microsoft.com/office/drawing/2014/main" id="{C13B6055-8E7A-767D-DBAB-B31528B2E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4333875"/>
            <a:ext cx="152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also canfrom</a:t>
            </a:r>
            <a:endParaRPr lang="zh-CN" altLang="en-US" sz="2400"/>
          </a:p>
        </p:txBody>
      </p:sp>
      <p:graphicFrame>
        <p:nvGraphicFramePr>
          <p:cNvPr id="47" name="Object 35">
            <a:extLst>
              <a:ext uri="{FF2B5EF4-FFF2-40B4-BE49-F238E27FC236}">
                <a16:creationId xmlns:a16="http://schemas.microsoft.com/office/drawing/2014/main" id="{5B372654-D5EA-CCAC-F4F3-F620B4B66B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0" y="4279900"/>
          <a:ext cx="2184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4279900"/>
                        <a:ext cx="2184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4">
            <a:extLst>
              <a:ext uri="{FF2B5EF4-FFF2-40B4-BE49-F238E27FC236}">
                <a16:creationId xmlns:a16="http://schemas.microsoft.com/office/drawing/2014/main" id="{CC4E25C5-7A58-9E9C-F817-23B0D54281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1275" y="2347913"/>
          <a:ext cx="65563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1275" y="2347913"/>
                        <a:ext cx="65563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48">
            <a:extLst>
              <a:ext uri="{FF2B5EF4-FFF2-40B4-BE49-F238E27FC236}">
                <a16:creationId xmlns:a16="http://schemas.microsoft.com/office/drawing/2014/main" id="{1D74449E-9C2E-A606-6835-FE1A0C67CB5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520136" y="4997222"/>
            <a:ext cx="2777850" cy="400110"/>
          </a:xfrm>
          <a:prstGeom prst="rect">
            <a:avLst/>
          </a:prstGeom>
          <a:blipFill>
            <a:blip r:embed="rId34"/>
            <a:stretch>
              <a:fillRect t="-12121" b="-24242"/>
            </a:stretch>
          </a:blip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1" name="Text Box 41">
            <a:extLst>
              <a:ext uri="{FF2B5EF4-FFF2-40B4-BE49-F238E27FC236}">
                <a16:creationId xmlns:a16="http://schemas.microsoft.com/office/drawing/2014/main" id="{3C59FCCC-6726-0A95-BF85-566BE4CE5E7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524000" y="5562600"/>
            <a:ext cx="3357563" cy="400110"/>
          </a:xfrm>
          <a:prstGeom prst="rect">
            <a:avLst/>
          </a:prstGeom>
          <a:blipFill>
            <a:blip r:embed="rId35"/>
            <a:stretch>
              <a:fillRect l="-1887" t="-9375" b="-25000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2" name="Text Box 29">
            <a:extLst>
              <a:ext uri="{FF2B5EF4-FFF2-40B4-BE49-F238E27FC236}">
                <a16:creationId xmlns:a16="http://schemas.microsoft.com/office/drawing/2014/main" id="{7820997E-66C8-7A4B-DA4F-38483AA1F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5005388"/>
            <a:ext cx="976313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Note:</a:t>
            </a:r>
            <a:endParaRPr lang="en-US" altLang="zh-CN" sz="24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53" name="Text Box 36">
            <a:extLst>
              <a:ext uri="{FF2B5EF4-FFF2-40B4-BE49-F238E27FC236}">
                <a16:creationId xmlns:a16="http://schemas.microsoft.com/office/drawing/2014/main" id="{E1F2D39B-23C0-E203-C2A9-ABA3C0ADB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063" y="5157788"/>
            <a:ext cx="914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take</a:t>
            </a:r>
            <a:endParaRPr lang="zh-CN" altLang="en-US" sz="2400"/>
          </a:p>
        </p:txBody>
      </p:sp>
      <p:sp>
        <p:nvSpPr>
          <p:cNvPr id="54" name="Rectangle 33">
            <a:extLst>
              <a:ext uri="{FF2B5EF4-FFF2-40B4-BE49-F238E27FC236}">
                <a16:creationId xmlns:a16="http://schemas.microsoft.com/office/drawing/2014/main" id="{7FB54B05-A830-C4EA-9A75-85B7C4220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4127500"/>
            <a:ext cx="3454400" cy="15446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55" name="Object 37">
            <a:extLst>
              <a:ext uri="{FF2B5EF4-FFF2-40B4-BE49-F238E27FC236}">
                <a16:creationId xmlns:a16="http://schemas.microsoft.com/office/drawing/2014/main" id="{FBF68AC1-BD42-A10D-4882-D8299B4200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0" y="5138738"/>
          <a:ext cx="193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0" imgH="0" progId="Equation.3">
                  <p:embed/>
                </p:oleObj>
              </mc:Choice>
              <mc:Fallback>
                <p:oleObj name="Equation" r:id="rId36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5138738"/>
                        <a:ext cx="193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3" grpId="0" autoUpdateAnimBg="0"/>
      <p:bldP spid="29" grpId="0" autoUpdateAnimBg="0"/>
      <p:bldP spid="31" grpId="0" autoUpdateAnimBg="0"/>
      <p:bldP spid="33" grpId="0" autoUpdateAnimBg="0"/>
      <p:bldP spid="35" grpId="0" autoUpdateAnimBg="0"/>
      <p:bldP spid="37" grpId="0" autoUpdateAnimBg="0"/>
      <p:bldP spid="39" grpId="0" autoUpdateAnimBg="0"/>
      <p:bldP spid="41" grpId="0" autoUpdateAnimBg="0"/>
      <p:bldP spid="46" grpId="0" autoUpdateAnimBg="0"/>
      <p:bldP spid="52" grpId="0" autoUpdateAnimBg="0"/>
      <p:bldP spid="5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41932-92AF-7930-776E-388AC3EB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1054100" cy="563563"/>
          </a:xfrm>
        </p:spPr>
        <p:txBody>
          <a:bodyPr/>
          <a:lstStyle/>
          <a:p>
            <a:pPr>
              <a:defRPr/>
            </a:pPr>
            <a:r>
              <a:rPr lang="en-US" altLang="zh-CN" sz="2400">
                <a:latin typeface="+mn-ea"/>
                <a:ea typeface="+mn-ea"/>
              </a:rPr>
              <a:t>Example3.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D8DA1ABA-F2F4-E1CF-9920-793469A6F7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 flipH="1">
            <a:off x="1344613" y="454025"/>
            <a:ext cx="484187" cy="3556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CN" sz="2400"/>
              <a:t>Let</a:t>
            </a:r>
            <a:endParaRPr kumimoji="1" lang="zh-CN" altLang="en-US" sz="2400"/>
          </a:p>
        </p:txBody>
      </p:sp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5632A08B-53CD-E2ED-5117-59AC19FA62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1175" y="455613"/>
          <a:ext cx="1054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455613"/>
                        <a:ext cx="1054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>
            <a:extLst>
              <a:ext uri="{FF2B5EF4-FFF2-40B4-BE49-F238E27FC236}">
                <a16:creationId xmlns:a16="http://schemas.microsoft.com/office/drawing/2014/main" id="{BFEDB682-B828-4081-A771-D206D22C1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1475" y="428625"/>
            <a:ext cx="2590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Proof etc. comparesequence</a:t>
            </a:r>
            <a:endParaRPr lang="zh-CN" altLang="en-US" sz="2400"/>
          </a:p>
        </p:txBody>
      </p: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80D99C82-C53B-4C33-F34B-7A30882840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1888" y="358775"/>
          <a:ext cx="2908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358775"/>
                        <a:ext cx="2908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8">
            <a:extLst>
              <a:ext uri="{FF2B5EF4-FFF2-40B4-BE49-F238E27FC236}">
                <a16:creationId xmlns:a16="http://schemas.microsoft.com/office/drawing/2014/main" id="{9249AF1D-EDC7-58C9-50E8-55C02989C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809750"/>
            <a:ext cx="762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25" name="Object 10">
            <a:extLst>
              <a:ext uri="{FF2B5EF4-FFF2-40B4-BE49-F238E27FC236}">
                <a16:creationId xmlns:a16="http://schemas.microsoft.com/office/drawing/2014/main" id="{3ECCD22E-8B78-491C-A1AF-3A6488F4DE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3038" y="1778000"/>
          <a:ext cx="109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1778000"/>
                        <a:ext cx="1092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D7A5BF41-BFC9-F46B-5D5C-E7BE70EACE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1600" y="1717675"/>
          <a:ext cx="1638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1717675"/>
                        <a:ext cx="16383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3">
            <a:extLst>
              <a:ext uri="{FF2B5EF4-FFF2-40B4-BE49-F238E27FC236}">
                <a16:creationId xmlns:a16="http://schemas.microsoft.com/office/drawing/2014/main" id="{3847A184-4DA2-7456-A81B-0A87F1C7C8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697163"/>
          <a:ext cx="15113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97163"/>
                        <a:ext cx="15113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6">
            <a:extLst>
              <a:ext uri="{FF2B5EF4-FFF2-40B4-BE49-F238E27FC236}">
                <a16:creationId xmlns:a16="http://schemas.microsoft.com/office/drawing/2014/main" id="{617EFEF9-9B40-2A0F-A4C5-51A79FE3E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2627313"/>
            <a:ext cx="10985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欲使</a:t>
            </a:r>
          </a:p>
        </p:txBody>
      </p:sp>
      <p:graphicFrame>
        <p:nvGraphicFramePr>
          <p:cNvPr id="29" name="Object 17">
            <a:extLst>
              <a:ext uri="{FF2B5EF4-FFF2-40B4-BE49-F238E27FC236}">
                <a16:creationId xmlns:a16="http://schemas.microsoft.com/office/drawing/2014/main" id="{6EFA795B-9879-3DE3-FD24-1B11433563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3588" y="2617788"/>
          <a:ext cx="16383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588" y="2617788"/>
                        <a:ext cx="16383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8">
            <a:extLst>
              <a:ext uri="{FF2B5EF4-FFF2-40B4-BE49-F238E27FC236}">
                <a16:creationId xmlns:a16="http://schemas.microsoft.com/office/drawing/2014/main" id="{D68A1FC2-9B28-9AA5-9C2A-34686EB15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75" y="2627313"/>
            <a:ext cx="99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as long as</a:t>
            </a:r>
            <a:endParaRPr lang="zh-CN" altLang="en-US" sz="2400"/>
          </a:p>
        </p:txBody>
      </p:sp>
      <p:graphicFrame>
        <p:nvGraphicFramePr>
          <p:cNvPr id="31" name="Object 19">
            <a:extLst>
              <a:ext uri="{FF2B5EF4-FFF2-40B4-BE49-F238E27FC236}">
                <a16:creationId xmlns:a16="http://schemas.microsoft.com/office/drawing/2014/main" id="{52A395C1-F8BF-0B72-3E79-3C94D5590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1225" y="2528888"/>
          <a:ext cx="14033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2528888"/>
                        <a:ext cx="140335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20">
            <a:extLst>
              <a:ext uri="{FF2B5EF4-FFF2-40B4-BE49-F238E27FC236}">
                <a16:creationId xmlns:a16="http://schemas.microsoft.com/office/drawing/2014/main" id="{D5BC114E-A94D-1F7C-B46C-2E0EFCBD8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3638" y="2633663"/>
            <a:ext cx="685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33" name="Object 21">
            <a:extLst>
              <a:ext uri="{FF2B5EF4-FFF2-40B4-BE49-F238E27FC236}">
                <a16:creationId xmlns:a16="http://schemas.microsoft.com/office/drawing/2014/main" id="{4869C3F1-8B52-EF55-85D7-D3DECCDEBF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3378200"/>
          <a:ext cx="25225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3378200"/>
                        <a:ext cx="25225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22">
            <a:extLst>
              <a:ext uri="{FF2B5EF4-FFF2-40B4-BE49-F238E27FC236}">
                <a16:creationId xmlns:a16="http://schemas.microsoft.com/office/drawing/2014/main" id="{34CB87B6-A2EE-5A6A-1230-DE127F291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357563"/>
            <a:ext cx="1371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亦</a:t>
            </a:r>
            <a:r>
              <a:rPr lang="en-US" altLang="zh-CN" sz="2400"/>
              <a:t>i.e.</a:t>
            </a:r>
            <a:endParaRPr lang="zh-CN" altLang="en-US" sz="2400"/>
          </a:p>
        </p:txBody>
      </p:sp>
      <p:sp>
        <p:nvSpPr>
          <p:cNvPr id="35" name="Text Box 24">
            <a:extLst>
              <a:ext uri="{FF2B5EF4-FFF2-40B4-BE49-F238E27FC236}">
                <a16:creationId xmlns:a16="http://schemas.microsoft.com/office/drawing/2014/main" id="{A578559D-CD40-3464-9523-C4934CF5A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329113"/>
            <a:ext cx="1981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therefore , take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6" name="Object 25">
            <a:extLst>
              <a:ext uri="{FF2B5EF4-FFF2-40B4-BE49-F238E27FC236}">
                <a16:creationId xmlns:a16="http://schemas.microsoft.com/office/drawing/2014/main" id="{07383F36-7DB6-795C-9D8D-DFA0A0942A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7863" y="4213225"/>
          <a:ext cx="20081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3" y="4213225"/>
                        <a:ext cx="2008187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26">
            <a:extLst>
              <a:ext uri="{FF2B5EF4-FFF2-40B4-BE49-F238E27FC236}">
                <a16:creationId xmlns:a16="http://schemas.microsoft.com/office/drawing/2014/main" id="{4B2CE5B5-0EB7-E138-2A49-614102BD0D7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46192" y="4341019"/>
            <a:ext cx="2971800" cy="400110"/>
          </a:xfrm>
          <a:prstGeom prst="rect">
            <a:avLst/>
          </a:prstGeom>
          <a:blipFill>
            <a:blip r:embed="rId20"/>
            <a:stretch>
              <a:fillRect l="-2128" t="-6061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39" name="Object 28">
            <a:extLst>
              <a:ext uri="{FF2B5EF4-FFF2-40B4-BE49-F238E27FC236}">
                <a16:creationId xmlns:a16="http://schemas.microsoft.com/office/drawing/2014/main" id="{546E37A3-C363-7263-5113-05A77FE8C2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1363" y="5130800"/>
          <a:ext cx="1917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5130800"/>
                        <a:ext cx="1917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9">
            <a:extLst>
              <a:ext uri="{FF2B5EF4-FFF2-40B4-BE49-F238E27FC236}">
                <a16:creationId xmlns:a16="http://schemas.microsoft.com/office/drawing/2014/main" id="{A54A985F-26C9-F8B2-72F7-3E977398F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5" y="5129213"/>
            <a:ext cx="83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41" name="Object 30">
            <a:extLst>
              <a:ext uri="{FF2B5EF4-FFF2-40B4-BE49-F238E27FC236}">
                <a16:creationId xmlns:a16="http://schemas.microsoft.com/office/drawing/2014/main" id="{F5D75E53-3998-0BC4-1165-FDFE2712A3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6675" y="5035550"/>
          <a:ext cx="1816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5035550"/>
                        <a:ext cx="18161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1">
            <a:extLst>
              <a:ext uri="{FF2B5EF4-FFF2-40B4-BE49-F238E27FC236}">
                <a16:creationId xmlns:a16="http://schemas.microsoft.com/office/drawing/2014/main" id="{673BD53F-B2ED-1F23-FAC9-EC7A02D773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3213100"/>
          <a:ext cx="16541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213100"/>
                        <a:ext cx="16541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32">
            <a:extLst>
              <a:ext uri="{FF2B5EF4-FFF2-40B4-BE49-F238E27FC236}">
                <a16:creationId xmlns:a16="http://schemas.microsoft.com/office/drawing/2014/main" id="{2171A02D-62DB-912C-B0EB-A01663780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981075"/>
            <a:ext cx="1978025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's limit is 0 .</a:t>
            </a:r>
            <a:endParaRPr lang="en-US" altLang="zh-CN" sz="2400" dirty="0">
              <a:solidFill>
                <a:schemeClr val="accent2"/>
              </a:solidFill>
              <a:latin typeface="+mn-ea"/>
            </a:endParaRPr>
          </a:p>
        </p:txBody>
      </p:sp>
      <p:graphicFrame>
        <p:nvGraphicFramePr>
          <p:cNvPr id="44" name="Object 33">
            <a:extLst>
              <a:ext uri="{FF2B5EF4-FFF2-40B4-BE49-F238E27FC236}">
                <a16:creationId xmlns:a16="http://schemas.microsoft.com/office/drawing/2014/main" id="{4C8A64CD-7B50-E48D-D9B4-CEBE72BC0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1988" y="1690688"/>
          <a:ext cx="1143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1690688"/>
                        <a:ext cx="11430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4" grpId="0" autoUpdateAnimBg="0"/>
      <p:bldP spid="28" grpId="0" autoUpdateAnimBg="0"/>
      <p:bldP spid="30" grpId="0" autoUpdateAnimBg="0"/>
      <p:bldP spid="32" grpId="0" autoUpdateAnimBg="0"/>
      <p:bldP spid="34" grpId="0" autoUpdateAnimBg="0"/>
      <p:bldP spid="35" grpId="0" autoUpdateAnimBg="0"/>
      <p:bldP spid="40" grpId="0" autoUpdateAnimBg="0"/>
      <p:bldP spid="4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E447E68A-45DF-A623-1640-BADA3A2D7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3943350" cy="561975"/>
          </a:xfrm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II. convergesequence's property</a:t>
            </a:r>
            <a:endParaRPr kumimoji="1" lang="zh-CN" altLang="en-US" sz="320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916A44-BF91-5BF7-C9FC-1CD7686C9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488" y="1054100"/>
            <a:ext cx="4340225" cy="49053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altLang="zh-CN" b="1">
                <a:latin typeface="+mn-ea"/>
              </a:rPr>
              <a:t>1. convergeLimits of Sequences</a:t>
            </a:r>
            <a:r>
              <a:rPr lang="zh-CN" altLang="en-GB" b="1">
                <a:latin typeface="+mn-ea"/>
              </a:rPr>
              <a:t>唯一</a:t>
            </a:r>
            <a:endParaRPr kumimoji="1" lang="zh-CN" altLang="en-US" dirty="0">
              <a:latin typeface="+mn-ea"/>
            </a:endParaRPr>
          </a:p>
        </p:txBody>
      </p:sp>
      <p:graphicFrame>
        <p:nvGraphicFramePr>
          <p:cNvPr id="24" name="Object 89">
            <a:extLst>
              <a:ext uri="{FF2B5EF4-FFF2-40B4-BE49-F238E27FC236}">
                <a16:creationId xmlns:a16="http://schemas.microsoft.com/office/drawing/2014/main" id="{61A1388F-DA64-328C-A63D-266BD8AEAE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5499100"/>
          <a:ext cx="889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499100"/>
                        <a:ext cx="889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67">
            <a:extLst>
              <a:ext uri="{FF2B5EF4-FFF2-40B4-BE49-F238E27FC236}">
                <a16:creationId xmlns:a16="http://schemas.microsoft.com/office/drawing/2014/main" id="{553FE4FE-9E4D-D13E-660C-C0D7A6373CF7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042988"/>
            <a:ext cx="3124200" cy="493712"/>
            <a:chOff x="3408" y="457"/>
            <a:chExt cx="1968" cy="311"/>
          </a:xfrm>
        </p:grpSpPr>
        <p:sp>
          <p:nvSpPr>
            <p:cNvPr id="20529" name="Line 60">
              <a:extLst>
                <a:ext uri="{FF2B5EF4-FFF2-40B4-BE49-F238E27FC236}">
                  <a16:creationId xmlns:a16="http://schemas.microsoft.com/office/drawing/2014/main" id="{A10A3B20-EB2F-787F-80BE-E0A3592B2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48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Line 61">
              <a:extLst>
                <a:ext uri="{FF2B5EF4-FFF2-40B4-BE49-F238E27FC236}">
                  <a16:creationId xmlns:a16="http://schemas.microsoft.com/office/drawing/2014/main" id="{7B321C9E-9277-5F24-E125-FAB844C43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457"/>
              <a:ext cx="0" cy="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1" name="Line 62">
              <a:extLst>
                <a:ext uri="{FF2B5EF4-FFF2-40B4-BE49-F238E27FC236}">
                  <a16:creationId xmlns:a16="http://schemas.microsoft.com/office/drawing/2014/main" id="{B551D5F7-1855-CB59-8482-C50208D0A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457"/>
              <a:ext cx="0" cy="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32" name="Object 63">
              <a:extLst>
                <a:ext uri="{FF2B5EF4-FFF2-40B4-BE49-F238E27FC236}">
                  <a16:creationId xmlns:a16="http://schemas.microsoft.com/office/drawing/2014/main" id="{093AEA3C-B017-7739-2E7D-D87986D90E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480"/>
            <a:ext cx="20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Equation.3">
                    <p:embed/>
                  </p:oleObj>
                </mc:Choice>
                <mc:Fallback>
                  <p:oleObj name="Equation" r:id="rId4" imgW="0" imgH="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480"/>
                          <a:ext cx="20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3" name="Object 65">
              <a:extLst>
                <a:ext uri="{FF2B5EF4-FFF2-40B4-BE49-F238E27FC236}">
                  <a16:creationId xmlns:a16="http://schemas.microsoft.com/office/drawing/2014/main" id="{2B7CF796-2EA8-9F6D-0532-C2A72FE33D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8" y="488"/>
            <a:ext cx="20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" y="488"/>
                          <a:ext cx="200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Rectangle 29">
            <a:extLst>
              <a:ext uri="{FF2B5EF4-FFF2-40B4-BE49-F238E27FC236}">
                <a16:creationId xmlns:a16="http://schemas.microsoft.com/office/drawing/2014/main" id="{2E2722A6-5118-93B8-2DD5-72BFA0E3C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334000"/>
            <a:ext cx="6781800" cy="762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2" name="Object 26">
            <a:extLst>
              <a:ext uri="{FF2B5EF4-FFF2-40B4-BE49-F238E27FC236}">
                <a16:creationId xmlns:a16="http://schemas.microsoft.com/office/drawing/2014/main" id="{42F6B48D-4B08-0867-3243-1A1EB8D68C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499100"/>
          <a:ext cx="27797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99100"/>
                        <a:ext cx="27797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4">
            <a:extLst>
              <a:ext uri="{FF2B5EF4-FFF2-40B4-BE49-F238E27FC236}">
                <a16:creationId xmlns:a16="http://schemas.microsoft.com/office/drawing/2014/main" id="{2E3001BF-31C7-B1FA-F1D1-03E845711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1628775"/>
            <a:ext cx="2438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 b="1">
                <a:solidFill>
                  <a:schemeClr val="tx2"/>
                </a:solidFill>
                <a:latin typeface="+mn-ea"/>
              </a:rPr>
              <a:t>Proof: use</a:t>
            </a:r>
            <a:r>
              <a:rPr lang="zh-CN" altLang="en-GB" sz="2400" b="1">
                <a:solidFill>
                  <a:schemeClr val="tx2"/>
                </a:solidFill>
                <a:latin typeface="+mn-ea"/>
              </a:rPr>
              <a:t>反</a:t>
            </a:r>
            <a:r>
              <a:rPr lang="en-GB" altLang="zh-CN" sz="2400" b="1">
                <a:solidFill>
                  <a:schemeClr val="tx2"/>
                </a:solidFill>
                <a:latin typeface="+mn-ea"/>
              </a:rPr>
              <a:t>Proof</a:t>
            </a:r>
            <a:r>
              <a:rPr lang="zh-CN" altLang="en-GB" sz="2400" b="1">
                <a:solidFill>
                  <a:schemeClr val="tx2"/>
                </a:solidFill>
                <a:latin typeface="+mn-ea"/>
              </a:rPr>
              <a:t>法</a:t>
            </a:r>
            <a:r>
              <a:rPr lang="en-GB" altLang="zh-CN" sz="2400" b="1">
                <a:solidFill>
                  <a:schemeClr val="tx2"/>
                </a:solidFill>
                <a:latin typeface="+mn-ea"/>
              </a:rPr>
              <a:t>.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35" name="Object 5">
            <a:extLst>
              <a:ext uri="{FF2B5EF4-FFF2-40B4-BE49-F238E27FC236}">
                <a16:creationId xmlns:a16="http://schemas.microsoft.com/office/drawing/2014/main" id="{B74D0FC1-5579-8ACE-0430-DF8CC9BDA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5800" y="1593850"/>
          <a:ext cx="1562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1593850"/>
                        <a:ext cx="1562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6">
            <a:extLst>
              <a:ext uri="{FF2B5EF4-FFF2-40B4-BE49-F238E27FC236}">
                <a16:creationId xmlns:a16="http://schemas.microsoft.com/office/drawing/2014/main" id="{469C0E30-6075-BAB0-3004-854BAB781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1598613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37" name="Object 7">
            <a:extLst>
              <a:ext uri="{FF2B5EF4-FFF2-40B4-BE49-F238E27FC236}">
                <a16:creationId xmlns:a16="http://schemas.microsoft.com/office/drawing/2014/main" id="{5C2711DB-5138-736D-4EA2-750A9A7A87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7638" y="1617663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638" y="1617663"/>
                        <a:ext cx="1663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8">
            <a:extLst>
              <a:ext uri="{FF2B5EF4-FFF2-40B4-BE49-F238E27FC236}">
                <a16:creationId xmlns:a16="http://schemas.microsoft.com/office/drawing/2014/main" id="{D93CB4B0-D022-1285-40CA-6A2B58DBD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75" y="1657350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39" name="Object 9">
            <a:extLst>
              <a:ext uri="{FF2B5EF4-FFF2-40B4-BE49-F238E27FC236}">
                <a16:creationId xmlns:a16="http://schemas.microsoft.com/office/drawing/2014/main" id="{02A6DF91-5635-C05F-90C4-F1C415FF3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5063" y="1665288"/>
          <a:ext cx="825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063" y="1665288"/>
                        <a:ext cx="825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10">
            <a:extLst>
              <a:ext uri="{FF2B5EF4-FFF2-40B4-BE49-F238E27FC236}">
                <a16:creationId xmlns:a16="http://schemas.microsoft.com/office/drawing/2014/main" id="{237CE595-33C5-8D08-DEEC-D7BF0F5C1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2349500"/>
            <a:ext cx="7429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41" name="Object 11">
            <a:extLst>
              <a:ext uri="{FF2B5EF4-FFF2-40B4-BE49-F238E27FC236}">
                <a16:creationId xmlns:a16="http://schemas.microsoft.com/office/drawing/2014/main" id="{DBCDB192-C3B0-DA3C-3091-24A4F523CD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268538"/>
          <a:ext cx="1206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68538"/>
                        <a:ext cx="12065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12">
            <a:extLst>
              <a:ext uri="{FF2B5EF4-FFF2-40B4-BE49-F238E27FC236}">
                <a16:creationId xmlns:a16="http://schemas.microsoft.com/office/drawing/2014/main" id="{DF5C304A-9D8D-7B77-ACD6-D05842F55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050" y="2371725"/>
            <a:ext cx="1066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因</a:t>
            </a:r>
          </a:p>
        </p:txBody>
      </p:sp>
      <p:graphicFrame>
        <p:nvGraphicFramePr>
          <p:cNvPr id="43" name="Object 13">
            <a:extLst>
              <a:ext uri="{FF2B5EF4-FFF2-40B4-BE49-F238E27FC236}">
                <a16:creationId xmlns:a16="http://schemas.microsoft.com/office/drawing/2014/main" id="{7C6E062F-9A8E-7648-37F1-3972603CAC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2738" y="2349500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2349500"/>
                        <a:ext cx="1676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4">
            <a:extLst>
              <a:ext uri="{FF2B5EF4-FFF2-40B4-BE49-F238E27FC236}">
                <a16:creationId xmlns:a16="http://schemas.microsoft.com/office/drawing/2014/main" id="{CCD9E439-6C9D-DFDB-2A1C-786D7C125E1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571999" y="2394250"/>
            <a:ext cx="3776663" cy="400110"/>
          </a:xfrm>
          <a:prstGeom prst="rect">
            <a:avLst/>
          </a:prstGeom>
          <a:blipFill>
            <a:blip r:embed="rId20"/>
            <a:stretch>
              <a:fillRect l="-1678" t="-9375" b="-28125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45" name="Object 16">
            <a:extLst>
              <a:ext uri="{FF2B5EF4-FFF2-40B4-BE49-F238E27FC236}">
                <a16:creationId xmlns:a16="http://schemas.microsoft.com/office/drawing/2014/main" id="{AFFEB6DE-FDD4-A093-8F5D-EAA46D0F80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0275" y="3078163"/>
          <a:ext cx="2032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3078163"/>
                        <a:ext cx="2032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7">
            <a:extLst>
              <a:ext uri="{FF2B5EF4-FFF2-40B4-BE49-F238E27FC236}">
                <a16:creationId xmlns:a16="http://schemas.microsoft.com/office/drawing/2014/main" id="{9954DC80-CCCE-4492-22AF-1DD473D7D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688" y="3151188"/>
            <a:ext cx="104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thereby</a:t>
            </a:r>
            <a:endParaRPr lang="zh-CN" altLang="en-US" sz="2400"/>
          </a:p>
        </p:txBody>
      </p:sp>
      <p:graphicFrame>
        <p:nvGraphicFramePr>
          <p:cNvPr id="47" name="Object 18">
            <a:extLst>
              <a:ext uri="{FF2B5EF4-FFF2-40B4-BE49-F238E27FC236}">
                <a16:creationId xmlns:a16="http://schemas.microsoft.com/office/drawing/2014/main" id="{4003E533-52B3-51AD-A2E7-C511F9627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0650" y="3106738"/>
          <a:ext cx="1257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3106738"/>
                        <a:ext cx="12573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9">
            <a:extLst>
              <a:ext uri="{FF2B5EF4-FFF2-40B4-BE49-F238E27FC236}">
                <a16:creationId xmlns:a16="http://schemas.microsoft.com/office/drawing/2014/main" id="{8CF3D881-874F-914A-BEC2-A226AECB1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860800"/>
            <a:ext cx="173355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latin typeface="+mn-ea"/>
              </a:rPr>
              <a:t>同理</a:t>
            </a:r>
            <a:r>
              <a:rPr lang="en-US" altLang="zh-CN" sz="2400">
                <a:latin typeface="+mn-ea"/>
              </a:rPr>
              <a:t>, </a:t>
            </a:r>
            <a:r>
              <a:rPr lang="zh-CN" altLang="en-US" sz="2400">
                <a:latin typeface="+mn-ea"/>
              </a:rPr>
              <a:t>因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49" name="Object 20">
            <a:extLst>
              <a:ext uri="{FF2B5EF4-FFF2-40B4-BE49-F238E27FC236}">
                <a16:creationId xmlns:a16="http://schemas.microsoft.com/office/drawing/2014/main" id="{FD0ED9C4-E4E5-7B70-386B-96F3E29E55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0425" y="3886200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3886200"/>
                        <a:ext cx="1663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7">
            <a:extLst>
              <a:ext uri="{FF2B5EF4-FFF2-40B4-BE49-F238E27FC236}">
                <a16:creationId xmlns:a16="http://schemas.microsoft.com/office/drawing/2014/main" id="{18AAAEEB-04B0-0F16-6D60-D0A5754399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5486400"/>
          <a:ext cx="1193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486400"/>
                        <a:ext cx="1193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AutoShape 28">
            <a:extLst>
              <a:ext uri="{FF2B5EF4-FFF2-40B4-BE49-F238E27FC236}">
                <a16:creationId xmlns:a16="http://schemas.microsoft.com/office/drawing/2014/main" id="{41DEFDF3-EF11-5D03-E78A-F575D8611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676900"/>
            <a:ext cx="900113" cy="152400"/>
          </a:xfrm>
          <a:prstGeom prst="rightArrow">
            <a:avLst>
              <a:gd name="adj1" fmla="val 50000"/>
              <a:gd name="adj2" fmla="val 14765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56" name="Group 85">
            <a:extLst>
              <a:ext uri="{FF2B5EF4-FFF2-40B4-BE49-F238E27FC236}">
                <a16:creationId xmlns:a16="http://schemas.microsoft.com/office/drawing/2014/main" id="{0FDB1059-417C-6039-C128-1AD88243528C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1042988"/>
            <a:ext cx="482600" cy="557212"/>
            <a:chOff x="4256" y="553"/>
            <a:chExt cx="304" cy="351"/>
          </a:xfrm>
        </p:grpSpPr>
        <p:graphicFrame>
          <p:nvGraphicFramePr>
            <p:cNvPr id="20527" name="Object 66">
              <a:extLst>
                <a:ext uri="{FF2B5EF4-FFF2-40B4-BE49-F238E27FC236}">
                  <a16:creationId xmlns:a16="http://schemas.microsoft.com/office/drawing/2014/main" id="{55658B37-4D35-D983-8147-7AEF17DAEB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56" y="576"/>
            <a:ext cx="30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0" imgH="0" progId="Equation.3">
                    <p:embed/>
                  </p:oleObj>
                </mc:Choice>
                <mc:Fallback>
                  <p:oleObj name="Equation" r:id="rId27" imgW="0" imgH="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6" y="576"/>
                          <a:ext cx="30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8" name="Line 64">
              <a:extLst>
                <a:ext uri="{FF2B5EF4-FFF2-40B4-BE49-F238E27FC236}">
                  <a16:creationId xmlns:a16="http://schemas.microsoft.com/office/drawing/2014/main" id="{D5299E01-0D7E-054D-F8EC-5CE6DFB2E5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68" y="553"/>
              <a:ext cx="1" cy="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" name="Group 83">
            <a:extLst>
              <a:ext uri="{FF2B5EF4-FFF2-40B4-BE49-F238E27FC236}">
                <a16:creationId xmlns:a16="http://schemas.microsoft.com/office/drawing/2014/main" id="{4A5A0148-E831-B7EA-192C-C5FB4F522C5B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17500"/>
            <a:ext cx="762000" cy="685800"/>
            <a:chOff x="3888" y="96"/>
            <a:chExt cx="480" cy="432"/>
          </a:xfrm>
        </p:grpSpPr>
        <p:graphicFrame>
          <p:nvGraphicFramePr>
            <p:cNvPr id="20525" name="Object 69">
              <a:extLst>
                <a:ext uri="{FF2B5EF4-FFF2-40B4-BE49-F238E27FC236}">
                  <a16:creationId xmlns:a16="http://schemas.microsoft.com/office/drawing/2014/main" id="{3C9316D4-D4A3-70F2-0513-DA4C412BFD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8" y="96"/>
            <a:ext cx="30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0" imgH="0" progId="Equation.3">
                    <p:embed/>
                  </p:oleObj>
                </mc:Choice>
                <mc:Fallback>
                  <p:oleObj name="Equation" r:id="rId29" imgW="0" imgH="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8" y="96"/>
                          <a:ext cx="30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6" name="AutoShape 70">
              <a:extLst>
                <a:ext uri="{FF2B5EF4-FFF2-40B4-BE49-F238E27FC236}">
                  <a16:creationId xmlns:a16="http://schemas.microsoft.com/office/drawing/2014/main" id="{0795737A-2F4D-9B67-8A82-A3551ED8DD3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080" y="240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62" name="Group 84">
            <a:extLst>
              <a:ext uri="{FF2B5EF4-FFF2-40B4-BE49-F238E27FC236}">
                <a16:creationId xmlns:a16="http://schemas.microsoft.com/office/drawing/2014/main" id="{2557F8CB-0506-018A-FD82-0EFE4387D90D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17500"/>
            <a:ext cx="762000" cy="685800"/>
            <a:chOff x="4368" y="96"/>
            <a:chExt cx="480" cy="432"/>
          </a:xfrm>
        </p:grpSpPr>
        <p:sp>
          <p:nvSpPr>
            <p:cNvPr id="20523" name="AutoShape 71">
              <a:extLst>
                <a:ext uri="{FF2B5EF4-FFF2-40B4-BE49-F238E27FC236}">
                  <a16:creationId xmlns:a16="http://schemas.microsoft.com/office/drawing/2014/main" id="{C9E55FB5-44C9-5FAA-0EBC-9A7D9F80D1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560" y="240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0524" name="Object 72">
              <a:extLst>
                <a:ext uri="{FF2B5EF4-FFF2-40B4-BE49-F238E27FC236}">
                  <a16:creationId xmlns:a16="http://schemas.microsoft.com/office/drawing/2014/main" id="{8EE17820-1C3D-C868-8AA5-18F1C9B4C4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8" y="96"/>
            <a:ext cx="30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0" imgH="0" progId="Equation.3">
                    <p:embed/>
                  </p:oleObj>
                </mc:Choice>
                <mc:Fallback>
                  <p:oleObj name="Equation" r:id="rId29" imgW="0" imgH="0" progId="Equation.3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8" y="96"/>
                          <a:ext cx="30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Text Box 86">
            <a:extLst>
              <a:ext uri="{FF2B5EF4-FFF2-40B4-BE49-F238E27FC236}">
                <a16:creationId xmlns:a16="http://schemas.microsoft.com/office/drawing/2014/main" id="{75A1EF32-B1CB-B5E7-7930-5EB9F370E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1628775"/>
            <a:ext cx="1143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假</a:t>
            </a:r>
            <a:r>
              <a:rPr lang="en-US" altLang="zh-CN" sz="2400"/>
              <a:t>Let</a:t>
            </a:r>
            <a:endParaRPr lang="zh-CN" altLang="en-US" sz="2400"/>
          </a:p>
        </p:txBody>
      </p:sp>
      <p:sp>
        <p:nvSpPr>
          <p:cNvPr id="66" name="Rectangle 32">
            <a:extLst>
              <a:ext uri="{FF2B5EF4-FFF2-40B4-BE49-F238E27FC236}">
                <a16:creationId xmlns:a16="http://schemas.microsoft.com/office/drawing/2014/main" id="{B1D0FCBA-7DB7-D55A-EC7F-247361823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334000"/>
            <a:ext cx="6781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7" name="Object 33">
            <a:extLst>
              <a:ext uri="{FF2B5EF4-FFF2-40B4-BE49-F238E27FC236}">
                <a16:creationId xmlns:a16="http://schemas.microsoft.com/office/drawing/2014/main" id="{38073EDD-772C-5292-0836-F4046A4589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486400"/>
          <a:ext cx="27416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86400"/>
                        <a:ext cx="27416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34">
            <a:extLst>
              <a:ext uri="{FF2B5EF4-FFF2-40B4-BE49-F238E27FC236}">
                <a16:creationId xmlns:a16="http://schemas.microsoft.com/office/drawing/2014/main" id="{9FC31D8B-887F-B75A-A533-B7A90413DF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5486400"/>
          <a:ext cx="115093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486400"/>
                        <a:ext cx="115093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35">
            <a:extLst>
              <a:ext uri="{FF2B5EF4-FFF2-40B4-BE49-F238E27FC236}">
                <a16:creationId xmlns:a16="http://schemas.microsoft.com/office/drawing/2014/main" id="{272F2321-9384-E682-8AFE-6BE53C185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088" y="5686425"/>
            <a:ext cx="900112" cy="152400"/>
          </a:xfrm>
          <a:prstGeom prst="rightArrow">
            <a:avLst>
              <a:gd name="adj1" fmla="val 50000"/>
              <a:gd name="adj2" fmla="val 14765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70" name="Object 88">
            <a:extLst>
              <a:ext uri="{FF2B5EF4-FFF2-40B4-BE49-F238E27FC236}">
                <a16:creationId xmlns:a16="http://schemas.microsoft.com/office/drawing/2014/main" id="{C0C62C8F-83F4-944C-3E6B-4DE649B05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75" y="5500688"/>
          <a:ext cx="8858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5500688"/>
                        <a:ext cx="885825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Rectangle 43">
            <a:extLst>
              <a:ext uri="{FF2B5EF4-FFF2-40B4-BE49-F238E27FC236}">
                <a16:creationId xmlns:a16="http://schemas.microsoft.com/office/drawing/2014/main" id="{B86B39C0-3EB6-7480-5E10-F26DEC5BB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913313"/>
            <a:ext cx="7162800" cy="12588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72" name="Object 23">
            <a:extLst>
              <a:ext uri="{FF2B5EF4-FFF2-40B4-BE49-F238E27FC236}">
                <a16:creationId xmlns:a16="http://schemas.microsoft.com/office/drawing/2014/main" id="{7EB10572-EEFA-3661-A9D0-AC935A045B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7438" y="4556125"/>
          <a:ext cx="1968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0" imgH="0" progId="Equation.3">
                  <p:embed/>
                </p:oleObj>
              </mc:Choice>
              <mc:Fallback>
                <p:oleObj name="Equation" r:id="rId37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4556125"/>
                        <a:ext cx="1968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25">
            <a:extLst>
              <a:ext uri="{FF2B5EF4-FFF2-40B4-BE49-F238E27FC236}">
                <a16:creationId xmlns:a16="http://schemas.microsoft.com/office/drawing/2014/main" id="{C28A94BF-24EB-5C27-D575-68734B028F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5900" y="4581525"/>
          <a:ext cx="1193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0" imgH="0" progId="Equation.3">
                  <p:embed/>
                </p:oleObj>
              </mc:Choice>
              <mc:Fallback>
                <p:oleObj name="Equation" r:id="rId39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4581525"/>
                        <a:ext cx="1193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47">
            <a:extLst>
              <a:ext uri="{FF2B5EF4-FFF2-40B4-BE49-F238E27FC236}">
                <a16:creationId xmlns:a16="http://schemas.microsoft.com/office/drawing/2014/main" id="{792C5C32-77EB-8CD9-D5F5-37E1F9DD9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200" y="5789613"/>
            <a:ext cx="474345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thereforeconvergeLimits of Sequences must </a:t>
            </a:r>
            <a:r>
              <a:rPr lang="zh-CN" altLang="en-GB" sz="2400">
                <a:latin typeface="+mn-ea"/>
              </a:rPr>
              <a:t>唯一</a:t>
            </a:r>
            <a:r>
              <a:rPr lang="en-GB" altLang="zh-CN" sz="2400">
                <a:latin typeface="+mn-ea"/>
              </a:rPr>
              <a:t>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77" name="Text Box 50">
            <a:extLst>
              <a:ext uri="{FF2B5EF4-FFF2-40B4-BE49-F238E27FC236}">
                <a16:creationId xmlns:a16="http://schemas.microsoft.com/office/drawing/2014/main" id="{F359BEDB-A5CC-CC9D-7E80-45A0B36E3C6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786188" y="5240338"/>
            <a:ext cx="4443412" cy="400110"/>
          </a:xfrm>
          <a:prstGeom prst="rect">
            <a:avLst/>
          </a:prstGeom>
          <a:blipFill>
            <a:blip r:embed="rId41"/>
            <a:stretch>
              <a:fillRect l="-1429" t="-9091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78" name="Object 53">
            <a:extLst>
              <a:ext uri="{FF2B5EF4-FFF2-40B4-BE49-F238E27FC236}">
                <a16:creationId xmlns:a16="http://schemas.microsoft.com/office/drawing/2014/main" id="{D16E3F65-782C-3DB8-0FF1-E9F033882B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249863"/>
          <a:ext cx="27940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0" imgH="0" progId="Equation.3">
                  <p:embed/>
                </p:oleObj>
              </mc:Choice>
              <mc:Fallback>
                <p:oleObj name="Equation" r:id="rId42" imgW="0" imgH="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249863"/>
                        <a:ext cx="27940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56">
            <a:extLst>
              <a:ext uri="{FF2B5EF4-FFF2-40B4-BE49-F238E27FC236}">
                <a16:creationId xmlns:a16="http://schemas.microsoft.com/office/drawing/2014/main" id="{27299502-9130-F967-D037-14392CE50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775325"/>
            <a:ext cx="278313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solidFill>
                  <a:srgbClr val="FF0000"/>
                </a:solidFill>
                <a:latin typeface="+mn-ea"/>
              </a:rPr>
              <a:t>hence</a:t>
            </a:r>
            <a:r>
              <a:rPr lang="zh-CN" altLang="en-GB" sz="2400">
                <a:solidFill>
                  <a:srgbClr val="FF0000"/>
                </a:solidFill>
                <a:latin typeface="+mn-ea"/>
              </a:rPr>
              <a:t>假</a:t>
            </a:r>
            <a:r>
              <a:rPr lang="en-GB" altLang="zh-CN" sz="2400">
                <a:solidFill>
                  <a:srgbClr val="FF0000"/>
                </a:solidFill>
                <a:latin typeface="+mn-ea"/>
              </a:rPr>
              <a:t>Let not </a:t>
            </a:r>
            <a:r>
              <a:rPr lang="zh-CN" altLang="en-GB" sz="2400">
                <a:solidFill>
                  <a:srgbClr val="FF0000"/>
                </a:solidFill>
                <a:latin typeface="+mn-ea"/>
              </a:rPr>
              <a:t>真 </a:t>
            </a:r>
            <a:r>
              <a:rPr lang="en-GB" altLang="zh-CN" sz="2400">
                <a:solidFill>
                  <a:srgbClr val="FF0000"/>
                </a:solidFill>
                <a:latin typeface="+mn-ea"/>
              </a:rPr>
              <a:t>!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41A33F-E755-E7D6-5CB6-CBC22735CD8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60800" y="3903507"/>
            <a:ext cx="3120278" cy="400110"/>
          </a:xfrm>
          <a:prstGeom prst="rect">
            <a:avLst/>
          </a:prstGeom>
          <a:blipFill>
            <a:blip r:embed="rId44"/>
            <a:stretch>
              <a:fillRect l="-1619" t="-9375" b="-2812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0522" name="文本框 8">
            <a:extLst>
              <a:ext uri="{FF2B5EF4-FFF2-40B4-BE49-F238E27FC236}">
                <a16:creationId xmlns:a16="http://schemas.microsoft.com/office/drawing/2014/main" id="{7B79F9C8-DBDE-42BF-8F00-749B6DE19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4652963"/>
            <a:ext cx="9975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thereby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6" grpId="0" autoUpdateAnimBg="0"/>
      <p:bldP spid="38" grpId="0" autoUpdateAnimBg="0"/>
      <p:bldP spid="40" grpId="0" autoUpdateAnimBg="0"/>
      <p:bldP spid="42" grpId="0" autoUpdateAnimBg="0"/>
      <p:bldP spid="46" grpId="0" autoUpdateAnimBg="0"/>
      <p:bldP spid="48" grpId="0" autoUpdateAnimBg="0"/>
      <p:bldP spid="65" grpId="0" autoUpdateAnimBg="0"/>
      <p:bldP spid="76" grpId="0" autoUpdateAnimBg="0"/>
      <p:bldP spid="7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901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229FC-E1A2-5417-BD19-4966583A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650" y="709613"/>
            <a:ext cx="2209800" cy="484187"/>
          </a:xfrm>
        </p:spPr>
        <p:txBody>
          <a:bodyPr/>
          <a:lstStyle/>
          <a:p>
            <a:pPr>
              <a:defRPr/>
            </a:pPr>
            <a:r>
              <a:rPr lang="en-US" altLang="zh-CN" sz="2400">
                <a:latin typeface="+mn-ea"/>
                <a:ea typeface="+mn-ea"/>
              </a:rPr>
              <a:t>Example4. Proofsequence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05380E53-0D01-197E-9E66-F0391DABEF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4225" y="1978025"/>
            <a:ext cx="1524000" cy="4556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假</a:t>
            </a:r>
            <a:r>
              <a:rPr lang="en-US" altLang="zh-CN" sz="2400"/>
              <a:t>Letsequence</a:t>
            </a:r>
            <a:endParaRPr lang="zh-CN" altLang="en-US" sz="2400"/>
          </a:p>
        </p:txBody>
      </p:sp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02675B5F-4BDA-ABDB-6E3A-35140D072D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7975" y="588963"/>
          <a:ext cx="366871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0" imgH="0" progId="Equation.3">
                  <p:embed/>
                </p:oleObj>
              </mc:Choice>
              <mc:Fallback>
                <p:oleObj name="公式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5" y="588963"/>
                        <a:ext cx="366871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4">
            <a:extLst>
              <a:ext uri="{FF2B5EF4-FFF2-40B4-BE49-F238E27FC236}">
                <a16:creationId xmlns:a16="http://schemas.microsoft.com/office/drawing/2014/main" id="{B3F8C320-9147-59BC-5C98-656533B64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692150"/>
            <a:ext cx="2209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is diverge's .</a:t>
            </a: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E47B8E4B-0CD4-C0F2-AF96-BA1194479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0" y="1385888"/>
            <a:ext cx="2895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 b="1">
                <a:solidFill>
                  <a:schemeClr val="tx2"/>
                </a:solidFill>
                <a:latin typeface="+mn-ea"/>
              </a:rPr>
              <a:t>Proof: use</a:t>
            </a:r>
            <a:r>
              <a:rPr lang="zh-CN" altLang="en-GB" sz="2400" b="1">
                <a:solidFill>
                  <a:schemeClr val="tx2"/>
                </a:solidFill>
                <a:latin typeface="+mn-ea"/>
              </a:rPr>
              <a:t>反</a:t>
            </a:r>
            <a:r>
              <a:rPr lang="en-GB" altLang="zh-CN" sz="2400" b="1">
                <a:solidFill>
                  <a:schemeClr val="tx2"/>
                </a:solidFill>
                <a:latin typeface="+mn-ea"/>
              </a:rPr>
              <a:t>Proof</a:t>
            </a:r>
            <a:r>
              <a:rPr lang="zh-CN" altLang="en-GB" sz="2400" b="1">
                <a:solidFill>
                  <a:schemeClr val="tx2"/>
                </a:solidFill>
                <a:latin typeface="+mn-ea"/>
              </a:rPr>
              <a:t>法</a:t>
            </a:r>
            <a:r>
              <a:rPr lang="en-GB" altLang="zh-CN" sz="2400" b="1">
                <a:solidFill>
                  <a:schemeClr val="tx2"/>
                </a:solidFill>
                <a:latin typeface="+mn-ea"/>
              </a:rPr>
              <a:t>.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5B1BCEDC-A9AE-7D3F-8D9D-C8B91BCA1E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1863725"/>
          <a:ext cx="8382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863725"/>
                        <a:ext cx="8382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8">
            <a:extLst>
              <a:ext uri="{FF2B5EF4-FFF2-40B4-BE49-F238E27FC236}">
                <a16:creationId xmlns:a16="http://schemas.microsoft.com/office/drawing/2014/main" id="{67FDF5D6-D8EB-591E-A53D-031376FAC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975" y="1925638"/>
            <a:ext cx="1524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converge 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8" name="Text Box 9">
            <a:extLst>
              <a:ext uri="{FF2B5EF4-FFF2-40B4-BE49-F238E27FC236}">
                <a16:creationId xmlns:a16="http://schemas.microsoft.com/office/drawing/2014/main" id="{F6534113-9012-9FC1-B9A2-AA16A75FEC2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657600" y="1912938"/>
            <a:ext cx="4114800" cy="400110"/>
          </a:xfrm>
          <a:prstGeom prst="rect">
            <a:avLst/>
          </a:prstGeom>
          <a:blipFill>
            <a:blip r:embed="rId6"/>
            <a:stretch>
              <a:fillRect l="-1543" t="-9375" b="-28125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FAD9B79F-093E-C6C0-666D-657D54FE4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2852738"/>
            <a:ext cx="1143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/>
              <a:t>take</a:t>
            </a:r>
            <a:endParaRPr lang="zh-CN" altLang="en-US" sz="2000"/>
          </a:p>
        </p:txBody>
      </p:sp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C89FA6AD-D1C9-4DD5-5C9F-9C70CEBB7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4975" y="2730500"/>
          <a:ext cx="9334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4975" y="2730500"/>
                        <a:ext cx="9334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2">
            <a:extLst>
              <a:ext uri="{FF2B5EF4-FFF2-40B4-BE49-F238E27FC236}">
                <a16:creationId xmlns:a16="http://schemas.microsoft.com/office/drawing/2014/main" id="{69008AD9-82BD-1170-C792-F11E470F3E1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666206" y="2843309"/>
            <a:ext cx="4042568" cy="400110"/>
          </a:xfrm>
          <a:prstGeom prst="rect">
            <a:avLst/>
          </a:prstGeom>
          <a:blipFill>
            <a:blip r:embed="rId9"/>
            <a:stretch>
              <a:fillRect l="-1563" t="-6061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32" name="Object 13">
            <a:extLst>
              <a:ext uri="{FF2B5EF4-FFF2-40B4-BE49-F238E27FC236}">
                <a16:creationId xmlns:a16="http://schemas.microsoft.com/office/drawing/2014/main" id="{98F361BA-A801-96A9-E601-0F96E61721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1788" y="3679825"/>
          <a:ext cx="277018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788" y="3679825"/>
                        <a:ext cx="277018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4">
            <a:extLst>
              <a:ext uri="{FF2B5EF4-FFF2-40B4-BE49-F238E27FC236}">
                <a16:creationId xmlns:a16="http://schemas.microsoft.com/office/drawing/2014/main" id="{91E01A9B-6F6F-74C9-13B1-AAB07BF07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4808538"/>
            <a:ext cx="9969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but</a:t>
            </a:r>
            <a:r>
              <a:rPr lang="zh-CN" altLang="en-US" sz="2400"/>
              <a:t>因</a:t>
            </a:r>
          </a:p>
        </p:txBody>
      </p:sp>
      <p:graphicFrame>
        <p:nvGraphicFramePr>
          <p:cNvPr id="34" name="Object 16">
            <a:extLst>
              <a:ext uri="{FF2B5EF4-FFF2-40B4-BE49-F238E27FC236}">
                <a16:creationId xmlns:a16="http://schemas.microsoft.com/office/drawing/2014/main" id="{93884C52-E26F-E65E-3F3E-0B8D98148A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9663" y="4703763"/>
          <a:ext cx="4635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3" y="4703763"/>
                        <a:ext cx="4635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7">
            <a:extLst>
              <a:ext uri="{FF2B5EF4-FFF2-40B4-BE49-F238E27FC236}">
                <a16:creationId xmlns:a16="http://schemas.microsoft.com/office/drawing/2014/main" id="{3D092EB4-A9D3-36C8-379F-B0C968EF8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797425"/>
            <a:ext cx="3429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GB" sz="2400">
                <a:latin typeface="+mn-ea"/>
              </a:rPr>
              <a:t>交替 </a:t>
            </a:r>
            <a:r>
              <a:rPr lang="en-GB" altLang="zh-CN" sz="2400">
                <a:latin typeface="+mn-ea"/>
              </a:rPr>
              <a:t>take value 1 and </a:t>
            </a:r>
            <a:r>
              <a:rPr lang="zh-CN" altLang="en-GB" sz="2400">
                <a:latin typeface="+mn-ea"/>
              </a:rPr>
              <a:t>－</a:t>
            </a:r>
            <a:r>
              <a:rPr lang="en-GB" altLang="zh-CN" sz="2400">
                <a:latin typeface="+mn-ea"/>
              </a:rPr>
              <a:t>1 ,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36" name="Object 19">
            <a:extLst>
              <a:ext uri="{FF2B5EF4-FFF2-40B4-BE49-F238E27FC236}">
                <a16:creationId xmlns:a16="http://schemas.microsoft.com/office/drawing/2014/main" id="{FF634011-8E3B-2CC6-51D5-8FD4389843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5000" y="5413375"/>
          <a:ext cx="21590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5413375"/>
                        <a:ext cx="21590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20">
            <a:extLst>
              <a:ext uri="{FF2B5EF4-FFF2-40B4-BE49-F238E27FC236}">
                <a16:creationId xmlns:a16="http://schemas.microsoft.com/office/drawing/2014/main" id="{BC2B2DDB-F558-F916-0278-3089A52D9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500688"/>
            <a:ext cx="838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inside 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38" name="Text Box 21">
            <a:extLst>
              <a:ext uri="{FF2B5EF4-FFF2-40B4-BE49-F238E27FC236}">
                <a16:creationId xmlns:a16="http://schemas.microsoft.com/office/drawing/2014/main" id="{25A867FC-23DF-3907-C41D-C5842D407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413" y="4797425"/>
            <a:ext cx="381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GB" sz="2400"/>
              <a:t>而 </a:t>
            </a:r>
            <a:r>
              <a:rPr lang="en-GB" altLang="zh-CN" sz="2400"/>
              <a:t>this</a:t>
            </a:r>
            <a:r>
              <a:rPr lang="zh-CN" altLang="en-GB" sz="2400"/>
              <a:t>二 </a:t>
            </a:r>
            <a:r>
              <a:rPr lang="en-GB" altLang="zh-CN" sz="2400"/>
              <a:t>number not can can </a:t>
            </a:r>
            <a:r>
              <a:rPr lang="zh-CN" altLang="en-GB" sz="2400"/>
              <a:t>同 </a:t>
            </a:r>
            <a:r>
              <a:rPr lang="en-GB" altLang="zh-CN" sz="2400"/>
              <a:t>when </a:t>
            </a:r>
            <a:r>
              <a:rPr lang="zh-CN" altLang="en-GB" sz="2400"/>
              <a:t>落</a:t>
            </a:r>
            <a:r>
              <a:rPr lang="en-GB" altLang="zh-CN" sz="2400"/>
              <a:t>in</a:t>
            </a:r>
            <a:endParaRPr lang="zh-CN" altLang="en-US" sz="2400"/>
          </a:p>
        </p:txBody>
      </p:sp>
      <p:grpSp>
        <p:nvGrpSpPr>
          <p:cNvPr id="39" name="Group 33">
            <a:extLst>
              <a:ext uri="{FF2B5EF4-FFF2-40B4-BE49-F238E27FC236}">
                <a16:creationId xmlns:a16="http://schemas.microsoft.com/office/drawing/2014/main" id="{53328467-A3E8-EF6A-AF90-BFBB1DD5CA5C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884613"/>
            <a:ext cx="3810000" cy="763587"/>
            <a:chOff x="2880" y="2207"/>
            <a:chExt cx="2400" cy="481"/>
          </a:xfrm>
        </p:grpSpPr>
        <p:graphicFrame>
          <p:nvGraphicFramePr>
            <p:cNvPr id="21528" name="Object 32">
              <a:extLst>
                <a:ext uri="{FF2B5EF4-FFF2-40B4-BE49-F238E27FC236}">
                  <a16:creationId xmlns:a16="http://schemas.microsoft.com/office/drawing/2014/main" id="{A628C009-C9DF-C3E1-9D49-4C2547EB5A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4" y="2208"/>
            <a:ext cx="56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4" y="2208"/>
                          <a:ext cx="56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9" name="Object 31">
              <a:extLst>
                <a:ext uri="{FF2B5EF4-FFF2-40B4-BE49-F238E27FC236}">
                  <a16:creationId xmlns:a16="http://schemas.microsoft.com/office/drawing/2014/main" id="{205B3838-7A2B-0A3D-1FB5-69504F01A8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0" y="2208"/>
            <a:ext cx="56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0" imgH="0" progId="Equation.3">
                    <p:embed/>
                  </p:oleObj>
                </mc:Choice>
                <mc:Fallback>
                  <p:oleObj name="Equation" r:id="rId18" imgW="0" imgH="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0" y="2208"/>
                          <a:ext cx="56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0" name="Line 24">
              <a:extLst>
                <a:ext uri="{FF2B5EF4-FFF2-40B4-BE49-F238E27FC236}">
                  <a16:creationId xmlns:a16="http://schemas.microsoft.com/office/drawing/2014/main" id="{A024B063-F097-CE38-F96A-2A10F3F1A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227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1" name="Oval 25">
              <a:extLst>
                <a:ext uri="{FF2B5EF4-FFF2-40B4-BE49-F238E27FC236}">
                  <a16:creationId xmlns:a16="http://schemas.microsoft.com/office/drawing/2014/main" id="{A90F0ED2-992C-FED8-2671-4F0562537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" y="2207"/>
              <a:ext cx="45" cy="4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2" name="Oval 26">
              <a:extLst>
                <a:ext uri="{FF2B5EF4-FFF2-40B4-BE49-F238E27FC236}">
                  <a16:creationId xmlns:a16="http://schemas.microsoft.com/office/drawing/2014/main" id="{B013A2D5-7171-4632-ABF6-F119D1481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207"/>
              <a:ext cx="45" cy="4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3" name="Oval 27">
              <a:extLst>
                <a:ext uri="{FF2B5EF4-FFF2-40B4-BE49-F238E27FC236}">
                  <a16:creationId xmlns:a16="http://schemas.microsoft.com/office/drawing/2014/main" id="{950C2E4A-4D34-C9EC-54D2-A832B6A9F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207"/>
              <a:ext cx="45" cy="4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1534" name="Object 29">
              <a:extLst>
                <a:ext uri="{FF2B5EF4-FFF2-40B4-BE49-F238E27FC236}">
                  <a16:creationId xmlns:a16="http://schemas.microsoft.com/office/drawing/2014/main" id="{9EE88075-7C09-2E24-31CE-DC200F23B1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0" y="2324"/>
            <a:ext cx="20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0" imgH="0" progId="Equation.3">
                    <p:embed/>
                  </p:oleObj>
                </mc:Choice>
                <mc:Fallback>
                  <p:oleObj name="Equation" r:id="rId20" imgW="0" imgH="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324"/>
                          <a:ext cx="20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Line 34">
            <a:extLst>
              <a:ext uri="{FF2B5EF4-FFF2-40B4-BE49-F238E27FC236}">
                <a16:creationId xmlns:a16="http://schemas.microsoft.com/office/drawing/2014/main" id="{FA64E353-99AE-4E1D-307D-B56F399C8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919538"/>
            <a:ext cx="2286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Text Box 18">
            <a:extLst>
              <a:ext uri="{FF2B5EF4-FFF2-40B4-BE49-F238E27FC236}">
                <a16:creationId xmlns:a16="http://schemas.microsoft.com/office/drawing/2014/main" id="{5D31C780-63E9-5336-AD98-D3D18396E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549900"/>
            <a:ext cx="3352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latin typeface="+mn-ea"/>
              </a:rPr>
              <a:t>长度 </a:t>
            </a:r>
            <a:r>
              <a:rPr lang="en-US" altLang="zh-CN" sz="2400">
                <a:latin typeface="+mn-ea"/>
              </a:rPr>
              <a:t>is 1 's open interval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0" name="Text Box 38">
            <a:extLst>
              <a:ext uri="{FF2B5EF4-FFF2-40B4-BE49-F238E27FC236}">
                <a16:creationId xmlns:a16="http://schemas.microsoft.com/office/drawing/2014/main" id="{4E8DB13F-48E0-405B-75F7-0BC2F2240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508625"/>
            <a:ext cx="4310795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>
                <a:latin typeface="+mn-ea"/>
              </a:rPr>
              <a:t>therefore thesequencediverge .</a:t>
            </a: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4" grpId="0" autoUpdateAnimBg="0"/>
      <p:bldP spid="27" grpId="0" autoUpdateAnimBg="0"/>
      <p:bldP spid="29" grpId="0" autoUpdateAnimBg="0"/>
      <p:bldP spid="33" grpId="0" autoUpdateAnimBg="0"/>
      <p:bldP spid="35" grpId="0" autoUpdateAnimBg="0"/>
      <p:bldP spid="37" grpId="0" build="p" autoUpdateAnimBg="0" advAuto="0"/>
      <p:bldP spid="38" grpId="0" autoUpdateAnimBg="0"/>
      <p:bldP spid="48" grpId="0" autoUpdateAnimBg="0"/>
      <p:bldP spid="50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18218-861E-3A83-554F-F258FC866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85750"/>
            <a:ext cx="3971925" cy="720725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2. convergesequence</a:t>
            </a:r>
            <a:r>
              <a:rPr lang="zh-CN" altLang="en-US" sz="2800" b="1">
                <a:latin typeface="+mn-ea"/>
                <a:ea typeface="+mn-ea"/>
              </a:rPr>
              <a:t>一定</a:t>
            </a:r>
            <a:r>
              <a:rPr lang="en-US" altLang="zh-CN" sz="2800" b="1">
                <a:latin typeface="+mn-ea"/>
                <a:ea typeface="+mn-ea"/>
              </a:rPr>
              <a:t>bounded.</a:t>
            </a:r>
            <a:endParaRPr kumimoji="1" lang="zh-CN" altLang="en-US" sz="2800" dirty="0">
              <a:latin typeface="+mn-ea"/>
              <a:ea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C81D171-5A1C-3DCF-D498-3962BE406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350" y="1203325"/>
            <a:ext cx="1579563" cy="6762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 Let</a:t>
            </a:r>
            <a:endParaRPr kumimoji="1" lang="zh-CN" altLang="en-US" dirty="0"/>
          </a:p>
        </p:txBody>
      </p:sp>
      <p:graphicFrame>
        <p:nvGraphicFramePr>
          <p:cNvPr id="41" name="Object 4">
            <a:extLst>
              <a:ext uri="{FF2B5EF4-FFF2-40B4-BE49-F238E27FC236}">
                <a16:creationId xmlns:a16="http://schemas.microsoft.com/office/drawing/2014/main" id="{BBD0979D-B133-D1ED-1332-E959FE1CE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6850" y="1120775"/>
          <a:ext cx="19399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1120775"/>
                        <a:ext cx="193992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5">
            <a:extLst>
              <a:ext uri="{FF2B5EF4-FFF2-40B4-BE49-F238E27FC236}">
                <a16:creationId xmlns:a16="http://schemas.microsoft.com/office/drawing/2014/main" id="{7299AF36-B8B6-2DFF-7DED-A75A1B149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675" y="1196975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43" name="Object 6">
            <a:extLst>
              <a:ext uri="{FF2B5EF4-FFF2-40B4-BE49-F238E27FC236}">
                <a16:creationId xmlns:a16="http://schemas.microsoft.com/office/drawing/2014/main" id="{3677EA36-4ECA-BC4D-8604-2D79BDF28E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7163" y="1176338"/>
          <a:ext cx="10033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163" y="1176338"/>
                        <a:ext cx="10033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7">
            <a:extLst>
              <a:ext uri="{FF2B5EF4-FFF2-40B4-BE49-F238E27FC236}">
                <a16:creationId xmlns:a16="http://schemas.microsoft.com/office/drawing/2014/main" id="{0854EF14-5275-0274-1BFB-9C1EF1EB18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73700" y="1203325"/>
          <a:ext cx="8080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1203325"/>
                        <a:ext cx="8080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8">
            <a:extLst>
              <a:ext uri="{FF2B5EF4-FFF2-40B4-BE49-F238E27FC236}">
                <a16:creationId xmlns:a16="http://schemas.microsoft.com/office/drawing/2014/main" id="{EF7C486D-698C-03F4-F2A8-B59777B23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863" y="1227138"/>
            <a:ext cx="914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endParaRPr lang="zh-CN" altLang="en-US" sz="2400"/>
          </a:p>
        </p:txBody>
      </p:sp>
      <p:sp>
        <p:nvSpPr>
          <p:cNvPr id="46" name="Text Box 9">
            <a:extLst>
              <a:ext uri="{FF2B5EF4-FFF2-40B4-BE49-F238E27FC236}">
                <a16:creationId xmlns:a16="http://schemas.microsoft.com/office/drawing/2014/main" id="{3D45FDCA-7A29-98DC-B4A1-E6108D0B0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5863" y="1209675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47" name="Object 10">
            <a:extLst>
              <a:ext uri="{FF2B5EF4-FFF2-40B4-BE49-F238E27FC236}">
                <a16:creationId xmlns:a16="http://schemas.microsoft.com/office/drawing/2014/main" id="{C4DE4B10-7CF9-38BF-3370-71586D3C0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4488" y="1193800"/>
          <a:ext cx="10350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488" y="1193800"/>
                        <a:ext cx="103505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1">
            <a:extLst>
              <a:ext uri="{FF2B5EF4-FFF2-40B4-BE49-F238E27FC236}">
                <a16:creationId xmlns:a16="http://schemas.microsoft.com/office/drawing/2014/main" id="{DFA0186D-01E4-F0ED-5089-FB5BF0D94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75" y="1189038"/>
            <a:ext cx="11890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when ,</a:t>
            </a:r>
          </a:p>
        </p:txBody>
      </p:sp>
      <p:sp>
        <p:nvSpPr>
          <p:cNvPr id="49" name="Text Box 13">
            <a:extLst>
              <a:ext uri="{FF2B5EF4-FFF2-40B4-BE49-F238E27FC236}">
                <a16:creationId xmlns:a16="http://schemas.microsoft.com/office/drawing/2014/main" id="{581B9EEF-5FFE-E225-0366-6FD3A552A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5" y="1905000"/>
            <a:ext cx="1676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thereby has</a:t>
            </a:r>
            <a:endParaRPr lang="zh-CN" altLang="en-US" sz="2400"/>
          </a:p>
        </p:txBody>
      </p:sp>
      <p:graphicFrame>
        <p:nvGraphicFramePr>
          <p:cNvPr id="50" name="Object 15">
            <a:extLst>
              <a:ext uri="{FF2B5EF4-FFF2-40B4-BE49-F238E27FC236}">
                <a16:creationId xmlns:a16="http://schemas.microsoft.com/office/drawing/2014/main" id="{80A7973F-0044-7E20-9D53-D7D731E06A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0625" y="2459038"/>
          <a:ext cx="75247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2459038"/>
                        <a:ext cx="752475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6">
            <a:extLst>
              <a:ext uri="{FF2B5EF4-FFF2-40B4-BE49-F238E27FC236}">
                <a16:creationId xmlns:a16="http://schemas.microsoft.com/office/drawing/2014/main" id="{78CC55BB-0B4A-1F73-EE3E-C6EA86C101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4513" y="2505075"/>
          <a:ext cx="217646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2505075"/>
                        <a:ext cx="217646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7">
            <a:extLst>
              <a:ext uri="{FF2B5EF4-FFF2-40B4-BE49-F238E27FC236}">
                <a16:creationId xmlns:a16="http://schemas.microsoft.com/office/drawing/2014/main" id="{6572B677-A0BE-E72A-9D76-0FA5181F7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4313" y="2492375"/>
          <a:ext cx="12731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4313" y="2492375"/>
                        <a:ext cx="12731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18">
            <a:extLst>
              <a:ext uri="{FF2B5EF4-FFF2-40B4-BE49-F238E27FC236}">
                <a16:creationId xmlns:a16="http://schemas.microsoft.com/office/drawing/2014/main" id="{2DAC5E17-B5DE-A38F-A8B9-5764F31C1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8" y="3328988"/>
            <a:ext cx="5667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54" name="Object 19">
            <a:extLst>
              <a:ext uri="{FF2B5EF4-FFF2-40B4-BE49-F238E27FC236}">
                <a16:creationId xmlns:a16="http://schemas.microsoft.com/office/drawing/2014/main" id="{5495C3A6-235C-499B-4927-3003636A88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2400" y="3321050"/>
          <a:ext cx="54403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321050"/>
                        <a:ext cx="544036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20">
            <a:extLst>
              <a:ext uri="{FF2B5EF4-FFF2-40B4-BE49-F238E27FC236}">
                <a16:creationId xmlns:a16="http://schemas.microsoft.com/office/drawing/2014/main" id="{95F19481-A951-9450-B750-2FADD7364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8" y="3324225"/>
          <a:ext cx="9874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3324225"/>
                        <a:ext cx="9874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21">
            <a:extLst>
              <a:ext uri="{FF2B5EF4-FFF2-40B4-BE49-F238E27FC236}">
                <a16:creationId xmlns:a16="http://schemas.microsoft.com/office/drawing/2014/main" id="{87D00701-10C5-4094-E0B2-5C71E24BA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8" y="4067175"/>
            <a:ext cx="1295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 has</a:t>
            </a:r>
            <a:endParaRPr lang="zh-CN" altLang="en-US" sz="2400"/>
          </a:p>
        </p:txBody>
      </p:sp>
      <p:graphicFrame>
        <p:nvGraphicFramePr>
          <p:cNvPr id="57" name="Object 22">
            <a:extLst>
              <a:ext uri="{FF2B5EF4-FFF2-40B4-BE49-F238E27FC236}">
                <a16:creationId xmlns:a16="http://schemas.microsoft.com/office/drawing/2014/main" id="{39494BD8-F421-7E1E-D0E2-212D3D49C5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5" y="4016375"/>
          <a:ext cx="33782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4016375"/>
                        <a:ext cx="33782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23">
            <a:extLst>
              <a:ext uri="{FF2B5EF4-FFF2-40B4-BE49-F238E27FC236}">
                <a16:creationId xmlns:a16="http://schemas.microsoft.com/office/drawing/2014/main" id="{DDE50B20-842C-E2BA-3B41-679D07B42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575" y="4598988"/>
            <a:ext cx="5257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from thisProofconvergesequence must bounded.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59" name="Text Box 24">
            <a:extLst>
              <a:ext uri="{FF2B5EF4-FFF2-40B4-BE49-F238E27FC236}">
                <a16:creationId xmlns:a16="http://schemas.microsoft.com/office/drawing/2014/main" id="{900F4DA2-FF9E-D43B-00AB-063CF5FE0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5294313"/>
            <a:ext cx="5494337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solidFill>
                  <a:schemeClr val="tx2"/>
                </a:solidFill>
                <a:latin typeface="+mn-ea"/>
              </a:rPr>
              <a:t>Note: thisproperty</a:t>
            </a:r>
            <a:r>
              <a:rPr lang="zh-CN" altLang="en-US" sz="2400">
                <a:solidFill>
                  <a:schemeClr val="tx2"/>
                </a:solidFill>
                <a:latin typeface="+mn-ea"/>
              </a:rPr>
              <a:t>反过 </a:t>
            </a:r>
            <a:r>
              <a:rPr lang="en-US" altLang="zh-CN" sz="2400">
                <a:solidFill>
                  <a:schemeClr val="tx2"/>
                </a:solidFill>
                <a:latin typeface="+mn-ea"/>
              </a:rPr>
              <a:t>not </a:t>
            </a:r>
            <a:r>
              <a:rPr lang="zh-CN" altLang="en-US" sz="2400">
                <a:solidFill>
                  <a:schemeClr val="tx2"/>
                </a:solidFill>
                <a:latin typeface="+mn-ea"/>
              </a:rPr>
              <a:t>一定 </a:t>
            </a:r>
            <a:r>
              <a:rPr lang="en-US" altLang="zh-CN" sz="2400">
                <a:solidFill>
                  <a:schemeClr val="tx2"/>
                </a:solidFill>
                <a:latin typeface="+mn-ea"/>
              </a:rPr>
              <a:t>holds . for example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61" name="Object 26">
            <a:extLst>
              <a:ext uri="{FF2B5EF4-FFF2-40B4-BE49-F238E27FC236}">
                <a16:creationId xmlns:a16="http://schemas.microsoft.com/office/drawing/2014/main" id="{BC726DAE-A263-AFC8-41D4-F345B66745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8113" y="5897563"/>
          <a:ext cx="145732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5897563"/>
                        <a:ext cx="145732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27">
            <a:extLst>
              <a:ext uri="{FF2B5EF4-FFF2-40B4-BE49-F238E27FC236}">
                <a16:creationId xmlns:a16="http://schemas.microsoft.com/office/drawing/2014/main" id="{30A7211B-3884-9A29-10EC-35640A489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050" y="5897563"/>
            <a:ext cx="27209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虽</a:t>
            </a:r>
            <a:r>
              <a:rPr lang="en-US" altLang="zh-CN" sz="2400"/>
              <a:t>bounded but not converge .</a:t>
            </a:r>
          </a:p>
        </p:txBody>
      </p:sp>
      <p:graphicFrame>
        <p:nvGraphicFramePr>
          <p:cNvPr id="63" name="Object 28">
            <a:extLst>
              <a:ext uri="{FF2B5EF4-FFF2-40B4-BE49-F238E27FC236}">
                <a16:creationId xmlns:a16="http://schemas.microsoft.com/office/drawing/2014/main" id="{C454B1FB-10F7-501B-28C3-9D2998E6BE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3100" y="2471738"/>
          <a:ext cx="230505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471738"/>
                        <a:ext cx="230505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2">
            <a:extLst>
              <a:ext uri="{FF2B5EF4-FFF2-40B4-BE49-F238E27FC236}">
                <a16:creationId xmlns:a16="http://schemas.microsoft.com/office/drawing/2014/main" id="{538BE688-FB26-C45F-4C81-AA54C67CC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2400" y="1866900"/>
          <a:ext cx="17907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1866900"/>
                        <a:ext cx="17907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31">
            <a:extLst>
              <a:ext uri="{FF2B5EF4-FFF2-40B4-BE49-F238E27FC236}">
                <a16:creationId xmlns:a16="http://schemas.microsoft.com/office/drawing/2014/main" id="{60DC9F9B-B81E-AAED-B743-B61BD862C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5918200"/>
            <a:ext cx="13821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sequence</a:t>
            </a:r>
            <a:endParaRPr lang="zh-CN" altLang="en-US" sz="2400"/>
          </a:p>
        </p:txBody>
      </p:sp>
      <p:sp>
        <p:nvSpPr>
          <p:cNvPr id="22555" name="矩形 9">
            <a:extLst>
              <a:ext uri="{FF2B5EF4-FFF2-40B4-BE49-F238E27FC236}">
                <a16:creationId xmlns:a16="http://schemas.microsoft.com/office/drawing/2014/main" id="{23C9652E-4C64-A7A1-697E-DB137C52B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1946275"/>
            <a:ext cx="614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has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utoUpdateAnimBg="0"/>
      <p:bldP spid="45" grpId="0" autoUpdateAnimBg="0"/>
      <p:bldP spid="46" grpId="0" autoUpdateAnimBg="0"/>
      <p:bldP spid="48" grpId="0" autoUpdateAnimBg="0"/>
      <p:bldP spid="49" grpId="0" autoUpdateAnimBg="0"/>
      <p:bldP spid="53" grpId="0" autoUpdateAnimBg="0"/>
      <p:bldP spid="56" grpId="0" autoUpdateAnimBg="0"/>
      <p:bldP spid="58" grpId="0" autoUpdateAnimBg="0"/>
      <p:bldP spid="59" grpId="0" autoUpdateAnimBg="0"/>
      <p:bldP spid="62" grpId="0" autoUpdateAnimBg="0"/>
      <p:bldP spid="66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63C9C28B-2F0E-B589-C279-E4C5E3B37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4014788" cy="631825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3. convergesequence's sign-preserving property.</a:t>
            </a:r>
            <a:endParaRPr kumimoji="1" lang="zh-CN" altLang="en-US" sz="2800" dirty="0">
              <a:latin typeface="+mn-ea"/>
              <a:ea typeface="+mn-ea"/>
            </a:endParaRPr>
          </a:p>
        </p:txBody>
      </p:sp>
      <p:sp>
        <p:nvSpPr>
          <p:cNvPr id="23554" name="内容占位符 3">
            <a:extLst>
              <a:ext uri="{FF2B5EF4-FFF2-40B4-BE49-F238E27FC236}">
                <a16:creationId xmlns:a16="http://schemas.microsoft.com/office/drawing/2014/main" id="{90938C79-ECC6-F354-7D6E-0BDBB3BC4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8338" y="1206500"/>
            <a:ext cx="571500" cy="7096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/>
              <a:t>if</a:t>
            </a:r>
            <a:endParaRPr kumimoji="1" lang="zh-CN" altLang="en-US"/>
          </a:p>
        </p:txBody>
      </p:sp>
      <p:graphicFrame>
        <p:nvGraphicFramePr>
          <p:cNvPr id="29" name="Object 5">
            <a:extLst>
              <a:ext uri="{FF2B5EF4-FFF2-40B4-BE49-F238E27FC236}">
                <a16:creationId xmlns:a16="http://schemas.microsoft.com/office/drawing/2014/main" id="{96FA679F-72FA-DEE1-0420-85B2C59C4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9338" y="1114425"/>
          <a:ext cx="2032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1114425"/>
                        <a:ext cx="2032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6">
            <a:extLst>
              <a:ext uri="{FF2B5EF4-FFF2-40B4-BE49-F238E27FC236}">
                <a16:creationId xmlns:a16="http://schemas.microsoft.com/office/drawing/2014/main" id="{CCA0907F-9775-D894-6EC0-9EF43113A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1168400"/>
            <a:ext cx="6559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31" name="Object 7">
            <a:extLst>
              <a:ext uri="{FF2B5EF4-FFF2-40B4-BE49-F238E27FC236}">
                <a16:creationId xmlns:a16="http://schemas.microsoft.com/office/drawing/2014/main" id="{F3416F6E-BA77-8573-AA9B-EDE6ABD2EA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6150" y="1125538"/>
          <a:ext cx="9048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1125538"/>
                        <a:ext cx="9048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>
            <a:extLst>
              <a:ext uri="{FF2B5EF4-FFF2-40B4-BE49-F238E27FC236}">
                <a16:creationId xmlns:a16="http://schemas.microsoft.com/office/drawing/2014/main" id="{96081018-4A60-F670-83DF-14CCBF971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1085850"/>
          <a:ext cx="17653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085850"/>
                        <a:ext cx="17653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4">
            <a:extLst>
              <a:ext uri="{FF2B5EF4-FFF2-40B4-BE49-F238E27FC236}">
                <a16:creationId xmlns:a16="http://schemas.microsoft.com/office/drawing/2014/main" id="{1122B6A4-5F85-FA55-D20B-EEFFB0A266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5963" y="1905000"/>
          <a:ext cx="96996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3" y="1905000"/>
                        <a:ext cx="969962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5">
            <a:extLst>
              <a:ext uri="{FF2B5EF4-FFF2-40B4-BE49-F238E27FC236}">
                <a16:creationId xmlns:a16="http://schemas.microsoft.com/office/drawing/2014/main" id="{B282837C-7A85-7622-A638-84370510A2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1111250"/>
          <a:ext cx="10017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111250"/>
                        <a:ext cx="10017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6">
            <a:extLst>
              <a:ext uri="{FF2B5EF4-FFF2-40B4-BE49-F238E27FC236}">
                <a16:creationId xmlns:a16="http://schemas.microsoft.com/office/drawing/2014/main" id="{B7929AA4-6D29-9FB1-3E1E-F8C4A0CC8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8950" y="1944688"/>
          <a:ext cx="8445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1944688"/>
                        <a:ext cx="8445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7">
            <a:extLst>
              <a:ext uri="{FF2B5EF4-FFF2-40B4-BE49-F238E27FC236}">
                <a16:creationId xmlns:a16="http://schemas.microsoft.com/office/drawing/2014/main" id="{F1630C51-A26C-73AA-ACE8-56F18B5C4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2636838"/>
            <a:ext cx="1026243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07E17AA3-F669-5F77-B7F9-15B3E6CD71B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443038" y="2645568"/>
            <a:ext cx="1755032" cy="461665"/>
          </a:xfrm>
          <a:prstGeom prst="rect">
            <a:avLst/>
          </a:prstGeom>
          <a:blipFill>
            <a:blip r:embed="rId14"/>
            <a:stretch>
              <a:fillRect l="-5000" t="-10811" r="-4286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41" name="Object 20">
            <a:extLst>
              <a:ext uri="{FF2B5EF4-FFF2-40B4-BE49-F238E27FC236}">
                <a16:creationId xmlns:a16="http://schemas.microsoft.com/office/drawing/2014/main" id="{27327F9B-1825-ED99-8566-48F4626FC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0063" y="2555875"/>
          <a:ext cx="90646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2555875"/>
                        <a:ext cx="906462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1">
            <a:extLst>
              <a:ext uri="{FF2B5EF4-FFF2-40B4-BE49-F238E27FC236}">
                <a16:creationId xmlns:a16="http://schemas.microsoft.com/office/drawing/2014/main" id="{D9F22B8C-D923-D7F3-3C8F-D1DACB5676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2640013"/>
          <a:ext cx="1597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640013"/>
                        <a:ext cx="15970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2">
            <a:extLst>
              <a:ext uri="{FF2B5EF4-FFF2-40B4-BE49-F238E27FC236}">
                <a16:creationId xmlns:a16="http://schemas.microsoft.com/office/drawing/2014/main" id="{96901103-BB5A-ED35-D225-5EAC9DCEE5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4838" y="2671763"/>
          <a:ext cx="16383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838" y="2671763"/>
                        <a:ext cx="16383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3">
            <a:extLst>
              <a:ext uri="{FF2B5EF4-FFF2-40B4-BE49-F238E27FC236}">
                <a16:creationId xmlns:a16="http://schemas.microsoft.com/office/drawing/2014/main" id="{D63B94DE-E829-A723-E37E-23B66F039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8125" y="3228975"/>
          <a:ext cx="15859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3228975"/>
                        <a:ext cx="15859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4">
            <a:extLst>
              <a:ext uri="{FF2B5EF4-FFF2-40B4-BE49-F238E27FC236}">
                <a16:creationId xmlns:a16="http://schemas.microsoft.com/office/drawing/2014/main" id="{CD5580D7-94BD-A676-0436-569E2092E4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3105150"/>
          <a:ext cx="38735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105150"/>
                        <a:ext cx="38735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AutoShape 25">
            <a:extLst>
              <a:ext uri="{FF2B5EF4-FFF2-40B4-BE49-F238E27FC236}">
                <a16:creationId xmlns:a16="http://schemas.microsoft.com/office/drawing/2014/main" id="{61AFE591-C82E-FF5D-4CE6-A85FC2E7F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457575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47" name="Object 26">
            <a:extLst>
              <a:ext uri="{FF2B5EF4-FFF2-40B4-BE49-F238E27FC236}">
                <a16:creationId xmlns:a16="http://schemas.microsoft.com/office/drawing/2014/main" id="{694FF7A4-AB24-0D68-9D8C-A62279CB13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0275" y="3254375"/>
          <a:ext cx="8080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275" y="3254375"/>
                        <a:ext cx="80803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7">
            <a:extLst>
              <a:ext uri="{FF2B5EF4-FFF2-40B4-BE49-F238E27FC236}">
                <a16:creationId xmlns:a16="http://schemas.microsoft.com/office/drawing/2014/main" id="{5CC042D1-9004-A9CE-3C0C-734E31232C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0" y="3152775"/>
          <a:ext cx="14859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3152775"/>
                        <a:ext cx="14859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Group 34">
            <a:extLst>
              <a:ext uri="{FF2B5EF4-FFF2-40B4-BE49-F238E27FC236}">
                <a16:creationId xmlns:a16="http://schemas.microsoft.com/office/drawing/2014/main" id="{2C9F124D-F182-E461-D68F-13CFA985C148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826000"/>
            <a:ext cx="6494463" cy="431800"/>
            <a:chOff x="960" y="2928"/>
            <a:chExt cx="4091" cy="272"/>
          </a:xfrm>
        </p:grpSpPr>
        <p:sp>
          <p:nvSpPr>
            <p:cNvPr id="23591" name="Line 28">
              <a:extLst>
                <a:ext uri="{FF2B5EF4-FFF2-40B4-BE49-F238E27FC236}">
                  <a16:creationId xmlns:a16="http://schemas.microsoft.com/office/drawing/2014/main" id="{84814D01-6185-169B-FB10-8FF0777CA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2" name="Line 29">
              <a:extLst>
                <a:ext uri="{FF2B5EF4-FFF2-40B4-BE49-F238E27FC236}">
                  <a16:creationId xmlns:a16="http://schemas.microsoft.com/office/drawing/2014/main" id="{66576906-56CF-BA89-1071-02A798781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92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93" name="Object 30">
              <a:extLst>
                <a:ext uri="{FF2B5EF4-FFF2-40B4-BE49-F238E27FC236}">
                  <a16:creationId xmlns:a16="http://schemas.microsoft.com/office/drawing/2014/main" id="{A8200346-8AE1-CDF0-2571-BC9D4F0513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3" y="2975"/>
            <a:ext cx="203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0" imgH="0" progId="Equation.3">
                    <p:embed/>
                  </p:oleObj>
                </mc:Choice>
                <mc:Fallback>
                  <p:oleObj name="Equation" r:id="rId29" imgW="0" imgH="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3" y="2975"/>
                          <a:ext cx="203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4" name="Object 31">
              <a:extLst>
                <a:ext uri="{FF2B5EF4-FFF2-40B4-BE49-F238E27FC236}">
                  <a16:creationId xmlns:a16="http://schemas.microsoft.com/office/drawing/2014/main" id="{44BBE0D3-C971-2002-72CD-1300FD2FDB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8" y="2976"/>
            <a:ext cx="203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0" imgH="0" progId="Equation.3">
                    <p:embed/>
                  </p:oleObj>
                </mc:Choice>
                <mc:Fallback>
                  <p:oleObj name="Equation" r:id="rId31" imgW="0" imgH="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976"/>
                          <a:ext cx="203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Group 42">
            <a:extLst>
              <a:ext uri="{FF2B5EF4-FFF2-40B4-BE49-F238E27FC236}">
                <a16:creationId xmlns:a16="http://schemas.microsoft.com/office/drawing/2014/main" id="{EA134175-30DF-51E5-3D01-4E8527E65E3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711575"/>
            <a:ext cx="2438400" cy="1190625"/>
            <a:chOff x="2112" y="2226"/>
            <a:chExt cx="1536" cy="750"/>
          </a:xfrm>
        </p:grpSpPr>
        <p:sp>
          <p:nvSpPr>
            <p:cNvPr id="23583" name="Line 32">
              <a:extLst>
                <a:ext uri="{FF2B5EF4-FFF2-40B4-BE49-F238E27FC236}">
                  <a16:creationId xmlns:a16="http://schemas.microsoft.com/office/drawing/2014/main" id="{71A31104-0883-6512-3AF5-50EBC91F0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928"/>
              <a:ext cx="0" cy="4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33">
              <a:extLst>
                <a:ext uri="{FF2B5EF4-FFF2-40B4-BE49-F238E27FC236}">
                  <a16:creationId xmlns:a16="http://schemas.microsoft.com/office/drawing/2014/main" id="{2FFC0804-C61B-696D-375E-F82809D87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928"/>
              <a:ext cx="0" cy="4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585" name="Group 38">
              <a:extLst>
                <a:ext uri="{FF2B5EF4-FFF2-40B4-BE49-F238E27FC236}">
                  <a16:creationId xmlns:a16="http://schemas.microsoft.com/office/drawing/2014/main" id="{59D103EE-BB02-50E2-4654-457887D2D6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226"/>
              <a:ext cx="768" cy="654"/>
              <a:chOff x="2112" y="2226"/>
              <a:chExt cx="768" cy="654"/>
            </a:xfrm>
          </p:grpSpPr>
          <p:sp>
            <p:nvSpPr>
              <p:cNvPr id="23589" name="AutoShape 35">
                <a:extLst>
                  <a:ext uri="{FF2B5EF4-FFF2-40B4-BE49-F238E27FC236}">
                    <a16:creationId xmlns:a16="http://schemas.microsoft.com/office/drawing/2014/main" id="{DE6AD690-F649-6C10-B910-7714C6AE6DEF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424" y="2424"/>
                <a:ext cx="144" cy="768"/>
              </a:xfrm>
              <a:prstGeom prst="rightBrace">
                <a:avLst>
                  <a:gd name="adj1" fmla="val 44444"/>
                  <a:gd name="adj2" fmla="val 50000"/>
                </a:avLst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aphicFrame>
            <p:nvGraphicFramePr>
              <p:cNvPr id="23590" name="Object 37">
                <a:extLst>
                  <a:ext uri="{FF2B5EF4-FFF2-40B4-BE49-F238E27FC236}">
                    <a16:creationId xmlns:a16="http://schemas.microsoft.com/office/drawing/2014/main" id="{69825BC3-8B86-E16D-B536-387AE334A3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96" y="2226"/>
              <a:ext cx="244" cy="5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0" imgH="0" progId="Equation.3">
                      <p:embed/>
                    </p:oleObj>
                  </mc:Choice>
                  <mc:Fallback>
                    <p:oleObj name="Equation" r:id="rId33" imgW="0" imgH="0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6" y="2226"/>
                            <a:ext cx="244" cy="5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586" name="Group 39">
              <a:extLst>
                <a:ext uri="{FF2B5EF4-FFF2-40B4-BE49-F238E27FC236}">
                  <a16:creationId xmlns:a16="http://schemas.microsoft.com/office/drawing/2014/main" id="{111936B3-1165-1A62-08D7-726AD92FC9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226"/>
              <a:ext cx="768" cy="654"/>
              <a:chOff x="2112" y="2226"/>
              <a:chExt cx="768" cy="654"/>
            </a:xfrm>
          </p:grpSpPr>
          <p:sp>
            <p:nvSpPr>
              <p:cNvPr id="23587" name="AutoShape 40">
                <a:extLst>
                  <a:ext uri="{FF2B5EF4-FFF2-40B4-BE49-F238E27FC236}">
                    <a16:creationId xmlns:a16="http://schemas.microsoft.com/office/drawing/2014/main" id="{D07A7E26-1067-3372-40AC-4523C2D04D8C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424" y="2424"/>
                <a:ext cx="144" cy="768"/>
              </a:xfrm>
              <a:prstGeom prst="rightBrace">
                <a:avLst>
                  <a:gd name="adj1" fmla="val 44444"/>
                  <a:gd name="adj2" fmla="val 50000"/>
                </a:avLst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aphicFrame>
            <p:nvGraphicFramePr>
              <p:cNvPr id="23588" name="Object 41">
                <a:extLst>
                  <a:ext uri="{FF2B5EF4-FFF2-40B4-BE49-F238E27FC236}">
                    <a16:creationId xmlns:a16="http://schemas.microsoft.com/office/drawing/2014/main" id="{0B4A8A95-6F31-A1A8-8B4D-C1BC8C28B7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96" y="2226"/>
              <a:ext cx="244" cy="5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0" imgH="0" progId="Equation.3">
                      <p:embed/>
                    </p:oleObj>
                  </mc:Choice>
                  <mc:Fallback>
                    <p:oleObj name="Equation" r:id="rId33" imgW="0" imgH="0" progId="Equation.3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6" y="2226"/>
                            <a:ext cx="244" cy="5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3" name="Text Box 44">
            <a:extLst>
              <a:ext uri="{FF2B5EF4-FFF2-40B4-BE49-F238E27FC236}">
                <a16:creationId xmlns:a16="http://schemas.microsoft.com/office/drawing/2014/main" id="{6360D531-DAFA-43FD-655D-4CB2D6FED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300663"/>
            <a:ext cx="152317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Corollary: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4" name="Text Box 45">
            <a:extLst>
              <a:ext uri="{FF2B5EF4-FFF2-40B4-BE49-F238E27FC236}">
                <a16:creationId xmlns:a16="http://schemas.microsoft.com/office/drawing/2014/main" id="{56B847DA-A901-FAEE-C597-939846788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013" y="5292725"/>
            <a:ext cx="35147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ifsequence</a:t>
            </a:r>
            <a:r>
              <a:rPr lang="zh-CN" altLang="en-US" sz="2400"/>
              <a:t>从</a:t>
            </a:r>
            <a:r>
              <a:rPr lang="en-US" altLang="zh-CN" sz="2400"/>
              <a:t>some term</a:t>
            </a:r>
            <a:r>
              <a:rPr lang="zh-CN" altLang="en-US" sz="2400"/>
              <a:t>起</a:t>
            </a:r>
          </a:p>
        </p:txBody>
      </p:sp>
      <p:graphicFrame>
        <p:nvGraphicFramePr>
          <p:cNvPr id="65" name="Object 46">
            <a:extLst>
              <a:ext uri="{FF2B5EF4-FFF2-40B4-BE49-F238E27FC236}">
                <a16:creationId xmlns:a16="http://schemas.microsoft.com/office/drawing/2014/main" id="{C92C6BD0-771A-6CE9-F97B-C7D450DAE8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5254625"/>
          <a:ext cx="10953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254625"/>
                        <a:ext cx="109537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47">
            <a:extLst>
              <a:ext uri="{FF2B5EF4-FFF2-40B4-BE49-F238E27FC236}">
                <a16:creationId xmlns:a16="http://schemas.microsoft.com/office/drawing/2014/main" id="{1B86D7F5-80CF-F4A7-EA50-ECFB1B5224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5675" y="5305425"/>
          <a:ext cx="20320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0" imgH="0" progId="Equation.3">
                  <p:embed/>
                </p:oleObj>
              </mc:Choice>
              <mc:Fallback>
                <p:oleObj name="Equation" r:id="rId37" imgW="0" imgH="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675" y="5305425"/>
                        <a:ext cx="203200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48">
            <a:extLst>
              <a:ext uri="{FF2B5EF4-FFF2-40B4-BE49-F238E27FC236}">
                <a16:creationId xmlns:a16="http://schemas.microsoft.com/office/drawing/2014/main" id="{9CD2AA1A-5151-4D14-1994-27E4DDDB7F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6550" y="5889625"/>
          <a:ext cx="9985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0" imgH="0" progId="Equation.3">
                  <p:embed/>
                </p:oleObj>
              </mc:Choice>
              <mc:Fallback>
                <p:oleObj name="Equation" r:id="rId39" imgW="0" imgH="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5889625"/>
                        <a:ext cx="99853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49">
            <a:extLst>
              <a:ext uri="{FF2B5EF4-FFF2-40B4-BE49-F238E27FC236}">
                <a16:creationId xmlns:a16="http://schemas.microsoft.com/office/drawing/2014/main" id="{D877C6C8-F50C-D495-A057-F7E5CC0F25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5272088"/>
          <a:ext cx="87153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0" imgH="0" progId="Equation.3">
                  <p:embed/>
                </p:oleObj>
              </mc:Choice>
              <mc:Fallback>
                <p:oleObj name="Equation" r:id="rId41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272088"/>
                        <a:ext cx="871538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50">
            <a:extLst>
              <a:ext uri="{FF2B5EF4-FFF2-40B4-BE49-F238E27FC236}">
                <a16:creationId xmlns:a16="http://schemas.microsoft.com/office/drawing/2014/main" id="{B890B658-8E50-103B-3E92-62E9E8C76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5867400"/>
          <a:ext cx="8255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0" imgH="0" progId="Equation.3">
                  <p:embed/>
                </p:oleObj>
              </mc:Choice>
              <mc:Fallback>
                <p:oleObj name="Equation" r:id="rId43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5867400"/>
                        <a:ext cx="8255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51">
            <a:extLst>
              <a:ext uri="{FF2B5EF4-FFF2-40B4-BE49-F238E27FC236}">
                <a16:creationId xmlns:a16="http://schemas.microsoft.com/office/drawing/2014/main" id="{4B528D33-8A98-D294-070E-EC36D8EC8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5865813"/>
            <a:ext cx="2954655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altLang="zh-CN" sz="2400">
                <a:solidFill>
                  <a:schemeClr val="accent2"/>
                </a:solidFill>
                <a:latin typeface="+mn-ea"/>
              </a:rPr>
              <a:t>( use</a:t>
            </a:r>
            <a:r>
              <a:rPr lang="zh-CN" altLang="en-GB" sz="2400">
                <a:solidFill>
                  <a:schemeClr val="accent2"/>
                </a:solidFill>
                <a:latin typeface="+mn-ea"/>
              </a:rPr>
              <a:t>反</a:t>
            </a:r>
            <a:r>
              <a:rPr lang="en-GB" altLang="zh-CN" sz="2400">
                <a:solidFill>
                  <a:schemeClr val="accent2"/>
                </a:solidFill>
                <a:latin typeface="+mn-ea"/>
              </a:rPr>
              <a:t>Proof</a:t>
            </a:r>
            <a:r>
              <a:rPr lang="zh-CN" altLang="en-GB" sz="2400">
                <a:solidFill>
                  <a:schemeClr val="accent2"/>
                </a:solidFill>
                <a:latin typeface="+mn-ea"/>
              </a:rPr>
              <a:t>法</a:t>
            </a:r>
            <a:r>
              <a:rPr lang="en-GB" altLang="zh-CN" sz="2400">
                <a:solidFill>
                  <a:schemeClr val="accent2"/>
                </a:solidFill>
                <a:latin typeface="+mn-ea"/>
              </a:rPr>
              <a:t>Proof)</a:t>
            </a:r>
            <a:endParaRPr lang="en-US" altLang="zh-CN" sz="24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9307DE-C19F-E62D-D915-20AB87E6885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08502" y="1944688"/>
            <a:ext cx="2222596" cy="461665"/>
          </a:xfrm>
          <a:prstGeom prst="rect">
            <a:avLst/>
          </a:prstGeom>
          <a:blipFill>
            <a:blip r:embed="rId45"/>
            <a:stretch>
              <a:fillRect l="-4545" t="-10811" r="-3409" b="-2702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 autoUpdateAnimBg="0" advAuto="0"/>
      <p:bldP spid="38" grpId="0" build="p" autoUpdateAnimBg="0"/>
      <p:bldP spid="63" grpId="0" build="p" autoUpdateAnimBg="0"/>
      <p:bldP spid="64" grpId="0" build="p" autoUpdateAnimBg="0"/>
      <p:bldP spid="70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86429-15F5-031B-6B18-CF7A4E9F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79413"/>
            <a:ext cx="7905750" cy="471487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4. convergesequence's </a:t>
            </a:r>
            <a:r>
              <a:rPr lang="zh-CN" altLang="en-US" sz="2800" b="1">
                <a:latin typeface="+mn-ea"/>
                <a:ea typeface="+mn-ea"/>
              </a:rPr>
              <a:t>任一子</a:t>
            </a:r>
            <a:r>
              <a:rPr lang="en-US" altLang="zh-CN" sz="2800" b="1">
                <a:latin typeface="+mn-ea"/>
                <a:ea typeface="+mn-ea"/>
              </a:rPr>
              <a:t>sequenceconverge</a:t>
            </a:r>
            <a:r>
              <a:rPr lang="zh-CN" altLang="en-US" sz="2800" b="1">
                <a:latin typeface="+mn-ea"/>
                <a:ea typeface="+mn-ea"/>
              </a:rPr>
              <a:t>于同一</a:t>
            </a:r>
            <a:r>
              <a:rPr lang="en-US" altLang="zh-CN" sz="2800" b="1">
                <a:latin typeface="+mn-ea"/>
                <a:ea typeface="+mn-ea"/>
              </a:rPr>
              <a:t>limit .</a:t>
            </a:r>
            <a:endParaRPr kumimoji="1" lang="zh-CN" altLang="en-US" sz="2800" dirty="0">
              <a:latin typeface="+mn-ea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C667CD-828C-DA09-AB30-4DF9FD370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125538"/>
            <a:ext cx="4248150" cy="6286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 Letsequence</a:t>
            </a:r>
            <a:endParaRPr kumimoji="1" lang="zh-CN" altLang="en-US" dirty="0"/>
          </a:p>
        </p:txBody>
      </p:sp>
      <p:sp>
        <p:nvSpPr>
          <p:cNvPr id="49" name="Text Box 83">
            <a:extLst>
              <a:ext uri="{FF2B5EF4-FFF2-40B4-BE49-F238E27FC236}">
                <a16:creationId xmlns:a16="http://schemas.microsoft.com/office/drawing/2014/main" id="{A2C4FDFC-409B-0A89-9D25-01A616717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3672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ea typeface="仿宋_GB2312" pitchFamily="49" charset="-122"/>
              </a:rPr>
              <a:t>*********************</a:t>
            </a:r>
          </a:p>
        </p:txBody>
      </p:sp>
      <p:graphicFrame>
        <p:nvGraphicFramePr>
          <p:cNvPr id="50" name="Object 56">
            <a:extLst>
              <a:ext uri="{FF2B5EF4-FFF2-40B4-BE49-F238E27FC236}">
                <a16:creationId xmlns:a16="http://schemas.microsoft.com/office/drawing/2014/main" id="{2016CA62-5F6E-90DB-7E37-26936AE9AC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6913" y="5381625"/>
          <a:ext cx="233045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5381625"/>
                        <a:ext cx="233045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">
            <a:extLst>
              <a:ext uri="{FF2B5EF4-FFF2-40B4-BE49-F238E27FC236}">
                <a16:creationId xmlns:a16="http://schemas.microsoft.com/office/drawing/2014/main" id="{8D2B744D-1F0D-8932-73EC-A60100FD72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1068388"/>
          <a:ext cx="8747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068388"/>
                        <a:ext cx="8747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7">
            <a:extLst>
              <a:ext uri="{FF2B5EF4-FFF2-40B4-BE49-F238E27FC236}">
                <a16:creationId xmlns:a16="http://schemas.microsoft.com/office/drawing/2014/main" id="{084179E7-A7AF-C802-ED20-25263F682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4813" y="1095375"/>
            <a:ext cx="160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is sequence</a:t>
            </a:r>
            <a:endParaRPr lang="zh-CN" altLang="en-US" sz="2400"/>
          </a:p>
        </p:txBody>
      </p:sp>
      <p:graphicFrame>
        <p:nvGraphicFramePr>
          <p:cNvPr id="55" name="Object 10">
            <a:extLst>
              <a:ext uri="{FF2B5EF4-FFF2-40B4-BE49-F238E27FC236}">
                <a16:creationId xmlns:a16="http://schemas.microsoft.com/office/drawing/2014/main" id="{4BD25655-551E-23AC-4EB4-FBCA8CD965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4475" y="1022350"/>
          <a:ext cx="8080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1022350"/>
                        <a:ext cx="808038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12">
            <a:extLst>
              <a:ext uri="{FF2B5EF4-FFF2-40B4-BE49-F238E27FC236}">
                <a16:creationId xmlns:a16="http://schemas.microsoft.com/office/drawing/2014/main" id="{E5AD076F-4FE5-974A-9997-75B294941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7275" y="1093788"/>
            <a:ext cx="21717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's </a:t>
            </a:r>
            <a:r>
              <a:rPr lang="zh-CN" altLang="en-US" sz="2400">
                <a:latin typeface="+mn-ea"/>
              </a:rPr>
              <a:t>任一子</a:t>
            </a:r>
            <a:r>
              <a:rPr lang="en-US" altLang="zh-CN" sz="2400">
                <a:latin typeface="+mn-ea"/>
              </a:rPr>
              <a:t>sequence 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57" name="Text Box 13">
            <a:extLst>
              <a:ext uri="{FF2B5EF4-FFF2-40B4-BE49-F238E27FC236}">
                <a16:creationId xmlns:a16="http://schemas.microsoft.com/office/drawing/2014/main" id="{70E419ED-AAAF-9C00-A9A2-8D0D9BE07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989138"/>
            <a:ext cx="1066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if</a:t>
            </a:r>
            <a:endParaRPr lang="zh-CN" altLang="en-US" sz="2400"/>
          </a:p>
        </p:txBody>
      </p:sp>
      <p:graphicFrame>
        <p:nvGraphicFramePr>
          <p:cNvPr id="58" name="Object 14">
            <a:extLst>
              <a:ext uri="{FF2B5EF4-FFF2-40B4-BE49-F238E27FC236}">
                <a16:creationId xmlns:a16="http://schemas.microsoft.com/office/drawing/2014/main" id="{C0039C63-EE86-831A-1CB5-9FB02EB88B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1100" y="1946275"/>
          <a:ext cx="195103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1946275"/>
                        <a:ext cx="195103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 Box 15">
            <a:extLst>
              <a:ext uri="{FF2B5EF4-FFF2-40B4-BE49-F238E27FC236}">
                <a16:creationId xmlns:a16="http://schemas.microsoft.com/office/drawing/2014/main" id="{F99DBC1F-D5A3-18C3-7036-5A0A8AC33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0713" y="1989138"/>
            <a:ext cx="1066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60" name="Object 17">
            <a:extLst>
              <a:ext uri="{FF2B5EF4-FFF2-40B4-BE49-F238E27FC236}">
                <a16:creationId xmlns:a16="http://schemas.microsoft.com/office/drawing/2014/main" id="{5A31EF10-AA5D-0DCF-BAD1-5C2BFA978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9813" y="1971675"/>
          <a:ext cx="12731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813" y="1971675"/>
                        <a:ext cx="127317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8">
            <a:extLst>
              <a:ext uri="{FF2B5EF4-FFF2-40B4-BE49-F238E27FC236}">
                <a16:creationId xmlns:a16="http://schemas.microsoft.com/office/drawing/2014/main" id="{BBCC304D-610D-39B4-FEC1-E96D4B53E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6963" y="2001838"/>
          <a:ext cx="79533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963" y="2001838"/>
                        <a:ext cx="795337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19">
            <a:extLst>
              <a:ext uri="{FF2B5EF4-FFF2-40B4-BE49-F238E27FC236}">
                <a16:creationId xmlns:a16="http://schemas.microsoft.com/office/drawing/2014/main" id="{7B55EE59-039D-C6FD-DD22-027843139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030413"/>
            <a:ext cx="762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63" name="Object 23">
            <a:extLst>
              <a:ext uri="{FF2B5EF4-FFF2-40B4-BE49-F238E27FC236}">
                <a16:creationId xmlns:a16="http://schemas.microsoft.com/office/drawing/2014/main" id="{24E0CC77-2EFC-9F1D-2841-C666684ABC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7425" y="1989138"/>
          <a:ext cx="10017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5" y="1989138"/>
                        <a:ext cx="100171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26">
            <a:extLst>
              <a:ext uri="{FF2B5EF4-FFF2-40B4-BE49-F238E27FC236}">
                <a16:creationId xmlns:a16="http://schemas.microsoft.com/office/drawing/2014/main" id="{C825FAA1-9B68-AFFA-35EA-9E64BF67E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2017713"/>
            <a:ext cx="96202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65" name="Object 27">
            <a:extLst>
              <a:ext uri="{FF2B5EF4-FFF2-40B4-BE49-F238E27FC236}">
                <a16:creationId xmlns:a16="http://schemas.microsoft.com/office/drawing/2014/main" id="{558B67F4-ABA4-A868-760F-DED477F422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562225"/>
          <a:ext cx="17653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562225"/>
                        <a:ext cx="17653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41">
            <a:extLst>
              <a:ext uri="{FF2B5EF4-FFF2-40B4-BE49-F238E27FC236}">
                <a16:creationId xmlns:a16="http://schemas.microsoft.com/office/drawing/2014/main" id="{AB9C762B-B5FF-1555-A624-BED19A4BD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3417888"/>
            <a:ext cx="2579688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latin typeface="+mn-ea"/>
              </a:rPr>
              <a:t>现 </a:t>
            </a:r>
            <a:r>
              <a:rPr lang="en-US" altLang="zh-CN" sz="2400">
                <a:latin typeface="+mn-ea"/>
              </a:rPr>
              <a:t>takepositive integer K , </a:t>
            </a:r>
            <a:r>
              <a:rPr lang="zh-CN" altLang="en-US" sz="2400">
                <a:latin typeface="+mn-ea"/>
              </a:rPr>
              <a:t>使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67" name="Object 43">
            <a:extLst>
              <a:ext uri="{FF2B5EF4-FFF2-40B4-BE49-F238E27FC236}">
                <a16:creationId xmlns:a16="http://schemas.microsoft.com/office/drawing/2014/main" id="{E737DD54-91FB-DE7D-8E26-408CEF462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3450" y="3424238"/>
          <a:ext cx="11430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450" y="3424238"/>
                        <a:ext cx="11430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45">
            <a:extLst>
              <a:ext uri="{FF2B5EF4-FFF2-40B4-BE49-F238E27FC236}">
                <a16:creationId xmlns:a16="http://schemas.microsoft.com/office/drawing/2014/main" id="{72E20B33-D423-F296-9A43-6CED5F331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338" y="3422650"/>
            <a:ext cx="1447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thus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69" name="Object 46">
            <a:extLst>
              <a:ext uri="{FF2B5EF4-FFF2-40B4-BE49-F238E27FC236}">
                <a16:creationId xmlns:a16="http://schemas.microsoft.com/office/drawing/2014/main" id="{DBA5AAEC-6407-2BBA-06FC-25397B6BDD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5150" y="3417888"/>
          <a:ext cx="9572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50" y="3417888"/>
                        <a:ext cx="9572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48">
            <a:extLst>
              <a:ext uri="{FF2B5EF4-FFF2-40B4-BE49-F238E27FC236}">
                <a16:creationId xmlns:a16="http://schemas.microsoft.com/office/drawing/2014/main" id="{5630A8D0-106C-1EF7-2D18-BE516978B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188" y="3392488"/>
            <a:ext cx="1143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71" name="Object 49">
            <a:extLst>
              <a:ext uri="{FF2B5EF4-FFF2-40B4-BE49-F238E27FC236}">
                <a16:creationId xmlns:a16="http://schemas.microsoft.com/office/drawing/2014/main" id="{25412E83-34D0-1C0F-C71B-A0D146E1D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298950"/>
          <a:ext cx="77628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298950"/>
                        <a:ext cx="776288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50">
            <a:extLst>
              <a:ext uri="{FF2B5EF4-FFF2-40B4-BE49-F238E27FC236}">
                <a16:creationId xmlns:a16="http://schemas.microsoft.com/office/drawing/2014/main" id="{37629AD3-1F1A-620F-171C-3DD0EADAD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267200"/>
          <a:ext cx="5175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67200"/>
                        <a:ext cx="5175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51">
            <a:extLst>
              <a:ext uri="{FF2B5EF4-FFF2-40B4-BE49-F238E27FC236}">
                <a16:creationId xmlns:a16="http://schemas.microsoft.com/office/drawing/2014/main" id="{D6978CA7-2EA3-68AB-0949-DDB74B2E26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4343400"/>
          <a:ext cx="74453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343400"/>
                        <a:ext cx="74453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 Box 52">
            <a:extLst>
              <a:ext uri="{FF2B5EF4-FFF2-40B4-BE49-F238E27FC236}">
                <a16:creationId xmlns:a16="http://schemas.microsoft.com/office/drawing/2014/main" id="{00B42126-259E-813A-30DE-2354079D0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5557838"/>
            <a:ext cx="1209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thereby has</a:t>
            </a:r>
            <a:endParaRPr lang="zh-CN" altLang="en-US" sz="2400"/>
          </a:p>
        </p:txBody>
      </p:sp>
      <p:sp>
        <p:nvSpPr>
          <p:cNvPr id="75" name="Text Box 58">
            <a:extLst>
              <a:ext uri="{FF2B5EF4-FFF2-40B4-BE49-F238E27FC236}">
                <a16:creationId xmlns:a16="http://schemas.microsoft.com/office/drawing/2014/main" id="{DA9BE448-6B87-2899-A487-7685DBEC5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0213" y="5613400"/>
            <a:ext cx="2362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from thisProof</a:t>
            </a:r>
            <a:endParaRPr lang="zh-CN" altLang="en-US" sz="2400"/>
          </a:p>
        </p:txBody>
      </p:sp>
      <p:graphicFrame>
        <p:nvGraphicFramePr>
          <p:cNvPr id="76" name="Object 62">
            <a:extLst>
              <a:ext uri="{FF2B5EF4-FFF2-40B4-BE49-F238E27FC236}">
                <a16:creationId xmlns:a16="http://schemas.microsoft.com/office/drawing/2014/main" id="{B6E23C43-4D78-D2B6-AE42-26CBBC1FB1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7363" y="5529263"/>
          <a:ext cx="23304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363" y="5529263"/>
                        <a:ext cx="233045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Line 64">
            <a:extLst>
              <a:ext uri="{FF2B5EF4-FFF2-40B4-BE49-F238E27FC236}">
                <a16:creationId xmlns:a16="http://schemas.microsoft.com/office/drawing/2014/main" id="{C4D55E41-94C4-21AF-EF5E-A989B2FF8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9813" y="2360613"/>
            <a:ext cx="1219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Line 65">
            <a:extLst>
              <a:ext uri="{FF2B5EF4-FFF2-40B4-BE49-F238E27FC236}">
                <a16:creationId xmlns:a16="http://schemas.microsoft.com/office/drawing/2014/main" id="{ECDCA3A2-A997-F5A6-DA1C-90D1E595B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749675"/>
            <a:ext cx="990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66">
            <a:extLst>
              <a:ext uri="{FF2B5EF4-FFF2-40B4-BE49-F238E27FC236}">
                <a16:creationId xmlns:a16="http://schemas.microsoft.com/office/drawing/2014/main" id="{3A3DE636-DD19-3687-CEB1-1C837C506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9913" y="6313488"/>
            <a:ext cx="2209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80">
            <a:extLst>
              <a:ext uri="{FF2B5EF4-FFF2-40B4-BE49-F238E27FC236}">
                <a16:creationId xmlns:a16="http://schemas.microsoft.com/office/drawing/2014/main" id="{26F951BA-271B-5B56-CB09-AD3F205CD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749675"/>
            <a:ext cx="1524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Line 85">
            <a:extLst>
              <a:ext uri="{FF2B5EF4-FFF2-40B4-BE49-F238E27FC236}">
                <a16:creationId xmlns:a16="http://schemas.microsoft.com/office/drawing/2014/main" id="{A8857C11-8093-68B7-529D-FEE52A57A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572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Text Box 86">
            <a:extLst>
              <a:ext uri="{FF2B5EF4-FFF2-40B4-BE49-F238E27FC236}">
                <a16:creationId xmlns:a16="http://schemas.microsoft.com/office/drawing/2014/main" id="{0C708686-521F-BFD7-5568-298B18ED9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3672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ea typeface="仿宋_GB2312" pitchFamily="49" charset="-122"/>
              </a:rPr>
              <a:t>***</a:t>
            </a:r>
            <a:r>
              <a:rPr lang="en-US" altLang="zh-CN" sz="1800">
                <a:solidFill>
                  <a:schemeClr val="accent1"/>
                </a:solidFill>
                <a:ea typeface="仿宋_GB2312" pitchFamily="49" charset="-122"/>
              </a:rPr>
              <a:t>*</a:t>
            </a:r>
            <a:r>
              <a:rPr lang="en-US" altLang="zh-CN" sz="1800">
                <a:ea typeface="仿宋_GB2312" pitchFamily="49" charset="-122"/>
              </a:rPr>
              <a:t>**</a:t>
            </a:r>
            <a:r>
              <a:rPr lang="en-US" altLang="zh-CN" sz="1800">
                <a:solidFill>
                  <a:schemeClr val="accent1"/>
                </a:solidFill>
                <a:ea typeface="仿宋_GB2312" pitchFamily="49" charset="-122"/>
              </a:rPr>
              <a:t>**</a:t>
            </a:r>
            <a:r>
              <a:rPr lang="en-US" altLang="zh-CN" sz="1800">
                <a:ea typeface="仿宋_GB2312" pitchFamily="49" charset="-122"/>
              </a:rPr>
              <a:t>***</a:t>
            </a:r>
            <a:r>
              <a:rPr lang="en-US" altLang="zh-CN" sz="1800">
                <a:solidFill>
                  <a:schemeClr val="accent1"/>
                </a:solidFill>
                <a:ea typeface="仿宋_GB2312" pitchFamily="49" charset="-122"/>
              </a:rPr>
              <a:t>*</a:t>
            </a:r>
            <a:r>
              <a:rPr lang="en-US" altLang="zh-CN" sz="1800">
                <a:ea typeface="仿宋_GB2312" pitchFamily="49" charset="-122"/>
              </a:rPr>
              <a:t>****</a:t>
            </a:r>
            <a:r>
              <a:rPr lang="en-US" altLang="zh-CN" sz="1800">
                <a:solidFill>
                  <a:schemeClr val="accent1"/>
                </a:solidFill>
                <a:ea typeface="仿宋_GB2312" pitchFamily="49" charset="-122"/>
              </a:rPr>
              <a:t>*</a:t>
            </a:r>
            <a:r>
              <a:rPr lang="en-US" altLang="zh-CN" sz="1800">
                <a:ea typeface="仿宋_GB2312" pitchFamily="49" charset="-122"/>
              </a:rPr>
              <a:t>*</a:t>
            </a:r>
            <a:r>
              <a:rPr lang="en-US" altLang="zh-CN" sz="1800">
                <a:solidFill>
                  <a:schemeClr val="accent1"/>
                </a:solidFill>
                <a:ea typeface="仿宋_GB2312" pitchFamily="49" charset="-122"/>
              </a:rPr>
              <a:t>**</a:t>
            </a:r>
            <a:r>
              <a:rPr lang="en-US" altLang="zh-CN" sz="1800">
                <a:ea typeface="仿宋_GB2312" pitchFamily="49" charset="-122"/>
              </a:rPr>
              <a:t>*</a:t>
            </a:r>
          </a:p>
        </p:txBody>
      </p:sp>
      <p:sp>
        <p:nvSpPr>
          <p:cNvPr id="83" name="Line 87">
            <a:extLst>
              <a:ext uri="{FF2B5EF4-FFF2-40B4-BE49-F238E27FC236}">
                <a16:creationId xmlns:a16="http://schemas.microsoft.com/office/drawing/2014/main" id="{9CC5D2B3-6B10-55D7-DD6E-FD77881F5D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4" name="Object 88">
            <a:extLst>
              <a:ext uri="{FF2B5EF4-FFF2-40B4-BE49-F238E27FC236}">
                <a16:creationId xmlns:a16="http://schemas.microsoft.com/office/drawing/2014/main" id="{E804D1FB-4BE1-258C-5FC7-6BE402BCC3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029200"/>
          <a:ext cx="45243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029200"/>
                        <a:ext cx="45243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Line 89">
            <a:extLst>
              <a:ext uri="{FF2B5EF4-FFF2-40B4-BE49-F238E27FC236}">
                <a16:creationId xmlns:a16="http://schemas.microsoft.com/office/drawing/2014/main" id="{16EC4178-14F2-5A06-A1BD-75E5672BE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515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6" name="Object 90">
            <a:extLst>
              <a:ext uri="{FF2B5EF4-FFF2-40B4-BE49-F238E27FC236}">
                <a16:creationId xmlns:a16="http://schemas.microsoft.com/office/drawing/2014/main" id="{33FB99A8-3FCA-DFC8-3585-03638D0589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1475" y="4945063"/>
          <a:ext cx="5175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475" y="4945063"/>
                        <a:ext cx="5175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91">
            <a:extLst>
              <a:ext uri="{FF2B5EF4-FFF2-40B4-BE49-F238E27FC236}">
                <a16:creationId xmlns:a16="http://schemas.microsoft.com/office/drawing/2014/main" id="{52BAA445-B950-A962-5D51-343F17DE9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3921125"/>
          <a:ext cx="5175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921125"/>
                        <a:ext cx="5175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92">
            <a:extLst>
              <a:ext uri="{FF2B5EF4-FFF2-40B4-BE49-F238E27FC236}">
                <a16:creationId xmlns:a16="http://schemas.microsoft.com/office/drawing/2014/main" id="{0E042493-9A11-7733-41F0-2E0DFAFE7D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6388" y="3886200"/>
          <a:ext cx="58261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6388" y="3886200"/>
                        <a:ext cx="582612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utoUpdateAnimBg="0"/>
      <p:bldP spid="54" grpId="0" autoUpdateAnimBg="0"/>
      <p:bldP spid="56" grpId="0" autoUpdateAnimBg="0"/>
      <p:bldP spid="57" grpId="0" autoUpdateAnimBg="0"/>
      <p:bldP spid="59" grpId="0" autoUpdateAnimBg="0"/>
      <p:bldP spid="62" grpId="0" autoUpdateAnimBg="0"/>
      <p:bldP spid="64" grpId="0" autoUpdateAnimBg="0"/>
      <p:bldP spid="66" grpId="0" autoUpdateAnimBg="0"/>
      <p:bldP spid="68" grpId="0" autoUpdateAnimBg="0"/>
      <p:bldP spid="70" grpId="0" autoUpdateAnimBg="0"/>
      <p:bldP spid="74" grpId="0" autoUpdateAnimBg="0"/>
      <p:bldP spid="75" grpId="0" autoUpdateAnimBg="0"/>
      <p:bldP spid="8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D980C454-681A-AF72-7A4E-305EA6481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2875"/>
            <a:ext cx="1206500" cy="600075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solidFill>
                  <a:schemeClr val="tx2"/>
                </a:solidFill>
                <a:latin typeface="+mn-ea"/>
                <a:ea typeface="+mn-ea"/>
              </a:rPr>
              <a:t>Note:</a:t>
            </a:r>
            <a:endParaRPr kumimoji="1" lang="zh-CN" altLang="en-US" sz="2800" b="1" dirty="0">
              <a:latin typeface="+mn-ea"/>
              <a:ea typeface="+mn-ea"/>
            </a:endParaRPr>
          </a:p>
        </p:txBody>
      </p:sp>
      <p:sp>
        <p:nvSpPr>
          <p:cNvPr id="25602" name="内容占位符 3">
            <a:extLst>
              <a:ext uri="{FF2B5EF4-FFF2-40B4-BE49-F238E27FC236}">
                <a16:creationId xmlns:a16="http://schemas.microsoft.com/office/drawing/2014/main" id="{A06D393E-835A-D3C6-9196-C482CD83E7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7550" y="1924050"/>
            <a:ext cx="1208088" cy="4619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tx2"/>
                </a:solidFill>
              </a:rPr>
              <a:t>for example,</a:t>
            </a:r>
            <a:endParaRPr kumimoji="1"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33E50DF-6D1B-AD42-1696-9EF1D76FF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4697413"/>
            <a:ext cx="3733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FontTx/>
              <a:buNone/>
            </a:pPr>
            <a:r>
              <a:rPr lang="en-GB" altLang="zh-CN" sz="3200" b="1">
                <a:latin typeface="Calibri Light" panose="020F0302020204030204" pitchFamily="34" charset="0"/>
                <a:ea typeface="楷体_GB2312" pitchFamily="49" charset="-122"/>
              </a:rPr>
              <a:t>III. Existence Criteria and Two Important Limits</a:t>
            </a:r>
            <a:endParaRPr lang="zh-CN" altLang="en-US" sz="3200" b="1">
              <a:latin typeface="Calibri Light" panose="020F0302020204030204" pitchFamily="34" charset="0"/>
              <a:ea typeface="楷体_GB2312" pitchFamily="49" charset="-122"/>
            </a:endParaRPr>
          </a:p>
        </p:txBody>
      </p:sp>
      <p:sp>
        <p:nvSpPr>
          <p:cNvPr id="8" name="Text Box 40">
            <a:extLst>
              <a:ext uri="{FF2B5EF4-FFF2-40B4-BE49-F238E27FC236}">
                <a16:creationId xmlns:a16="http://schemas.microsoft.com/office/drawing/2014/main" id="{A874A0D8-B7F8-65F8-52DC-4FE404BC7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866775"/>
            <a:ext cx="320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2400"/>
              <a:t>from thisproperty we see that ,</a:t>
            </a:r>
            <a:endParaRPr lang="en-US" altLang="zh-CN" sz="2400"/>
          </a:p>
        </p:txBody>
      </p:sp>
      <p:sp>
        <p:nvSpPr>
          <p:cNvPr id="9" name="Text Box 41">
            <a:extLst>
              <a:ext uri="{FF2B5EF4-FFF2-40B4-BE49-F238E27FC236}">
                <a16:creationId xmlns:a16="http://schemas.microsoft.com/office/drawing/2014/main" id="{52865A38-9D26-0601-02AF-661BA0EC0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9550" y="874713"/>
            <a:ext cx="594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2400"/>
              <a:t>ifsequence has two</a:t>
            </a:r>
            <a:r>
              <a:rPr lang="zh-CN" altLang="en-GB" sz="2400"/>
              <a:t>子</a:t>
            </a:r>
            <a:r>
              <a:rPr lang="en-GB" altLang="zh-CN" sz="2400"/>
              <a:t>sequenceconverge</a:t>
            </a:r>
            <a:r>
              <a:rPr lang="zh-CN" altLang="en-GB" sz="2400"/>
              <a:t>于 </a:t>
            </a:r>
            <a:r>
              <a:rPr lang="en-GB" altLang="zh-CN" sz="2400"/>
              <a:t>not </a:t>
            </a:r>
            <a:r>
              <a:rPr lang="zh-CN" altLang="en-GB" sz="2400"/>
              <a:t>同</a:t>
            </a:r>
            <a:r>
              <a:rPr lang="en-GB" altLang="zh-CN" sz="2400"/>
              <a:t>'s limit,</a:t>
            </a:r>
            <a:endParaRPr lang="zh-CN" altLang="en-US" sz="2400"/>
          </a:p>
        </p:txBody>
      </p:sp>
      <p:graphicFrame>
        <p:nvGraphicFramePr>
          <p:cNvPr id="12" name="Object 44">
            <a:extLst>
              <a:ext uri="{FF2B5EF4-FFF2-40B4-BE49-F238E27FC236}">
                <a16:creationId xmlns:a16="http://schemas.microsoft.com/office/drawing/2014/main" id="{FB24676C-46D3-0E06-8E69-A383ACAA26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4963" y="2371725"/>
          <a:ext cx="421005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2371725"/>
                        <a:ext cx="421005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2">
            <a:extLst>
              <a:ext uri="{FF2B5EF4-FFF2-40B4-BE49-F238E27FC236}">
                <a16:creationId xmlns:a16="http://schemas.microsoft.com/office/drawing/2014/main" id="{E0CB302E-3F20-3BB1-4C93-6E3100A95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429000"/>
            <a:ext cx="6019800" cy="990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4" name="Object 47">
            <a:extLst>
              <a:ext uri="{FF2B5EF4-FFF2-40B4-BE49-F238E27FC236}">
                <a16:creationId xmlns:a16="http://schemas.microsoft.com/office/drawing/2014/main" id="{54896051-3107-6F79-D961-2B0852F71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1150" y="3657600"/>
          <a:ext cx="20764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50" y="3657600"/>
                        <a:ext cx="20764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8">
            <a:extLst>
              <a:ext uri="{FF2B5EF4-FFF2-40B4-BE49-F238E27FC236}">
                <a16:creationId xmlns:a16="http://schemas.microsoft.com/office/drawing/2014/main" id="{598D139E-FFB4-5C5E-0220-A3E043F02B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1200" y="3657600"/>
          <a:ext cx="1955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657600"/>
                        <a:ext cx="1955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49">
            <a:extLst>
              <a:ext uri="{FF2B5EF4-FFF2-40B4-BE49-F238E27FC236}">
                <a16:creationId xmlns:a16="http://schemas.microsoft.com/office/drawing/2014/main" id="{E5F43703-3DF4-1EE5-4CCC-6B898AD06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2462213"/>
            <a:ext cx="1295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diverge !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7" name="Text Box 51">
            <a:extLst>
              <a:ext uri="{FF2B5EF4-FFF2-40B4-BE49-F238E27FC236}">
                <a16:creationId xmlns:a16="http://schemas.microsoft.com/office/drawing/2014/main" id="{82F45C74-BEC3-4D47-4C8B-62613B300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025" y="5600700"/>
            <a:ext cx="64039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squeezecriterion; monotone boundedcriterion; Cauchy</a:t>
            </a:r>
            <a:r>
              <a:rPr lang="zh-CN" altLang="en-US" sz="2400"/>
              <a:t>审敛</a:t>
            </a:r>
            <a:r>
              <a:rPr lang="en-US" altLang="zh-CN" sz="2400"/>
              <a:t>criterion .</a:t>
            </a:r>
          </a:p>
        </p:txBody>
      </p:sp>
      <p:sp>
        <p:nvSpPr>
          <p:cNvPr id="18" name="Text Box 54">
            <a:extLst>
              <a:ext uri="{FF2B5EF4-FFF2-40B4-BE49-F238E27FC236}">
                <a16:creationId xmlns:a16="http://schemas.microsoft.com/office/drawing/2014/main" id="{EA27F33E-3712-1ED5-1955-D05C639D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385888"/>
            <a:ext cx="3810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then</a:t>
            </a:r>
            <a:r>
              <a:rPr lang="zh-CN" altLang="en-GB" sz="2400">
                <a:latin typeface="+mn-ea"/>
              </a:rPr>
              <a:t>原</a:t>
            </a:r>
            <a:r>
              <a:rPr lang="en-GB" altLang="zh-CN" sz="2400">
                <a:latin typeface="+mn-ea"/>
              </a:rPr>
              <a:t>sequence</a:t>
            </a:r>
            <a:r>
              <a:rPr lang="zh-CN" altLang="en-GB" sz="2400">
                <a:latin typeface="+mn-ea"/>
              </a:rPr>
              <a:t>一定</a:t>
            </a:r>
            <a:r>
              <a:rPr lang="en-GB" altLang="zh-CN" sz="2400">
                <a:latin typeface="+mn-ea"/>
              </a:rPr>
              <a:t>diverge .</a:t>
            </a: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8" grpId="0" autoUpdateAnimBg="0"/>
      <p:bldP spid="9" grpId="0" autoUpdateAnimBg="0"/>
      <p:bldP spid="16" grpId="0" autoUpdateAnimBg="0"/>
      <p:bldP spid="17" grpId="0" autoUpdateAnimBg="0"/>
      <p:bldP spid="1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4941CA19-1291-F90D-2855-2EF8E58B7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4291013" cy="542925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1. squeezecriterion (criterion1) (p46)</a:t>
            </a:r>
            <a:endParaRPr kumimoji="1" lang="zh-CN" altLang="en-US" sz="280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graphicFrame>
        <p:nvGraphicFramePr>
          <p:cNvPr id="81" name="Object 3">
            <a:extLst>
              <a:ext uri="{FF2B5EF4-FFF2-40B4-BE49-F238E27FC236}">
                <a16:creationId xmlns:a16="http://schemas.microsoft.com/office/drawing/2014/main" id="{5C633072-BEDC-EA96-8577-52B46381E24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900113" y="981075"/>
          <a:ext cx="44465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981075"/>
                        <a:ext cx="444658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4">
            <a:extLst>
              <a:ext uri="{FF2B5EF4-FFF2-40B4-BE49-F238E27FC236}">
                <a16:creationId xmlns:a16="http://schemas.microsoft.com/office/drawing/2014/main" id="{AD280112-1F81-8B72-F84D-5352A6C039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1570038"/>
          <a:ext cx="3116263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1570038"/>
                        <a:ext cx="3116263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6">
            <a:extLst>
              <a:ext uri="{FF2B5EF4-FFF2-40B4-BE49-F238E27FC236}">
                <a16:creationId xmlns:a16="http://schemas.microsoft.com/office/drawing/2014/main" id="{20A08E80-6BBC-4B60-FEBE-5E3CCC77E0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981075"/>
          <a:ext cx="465138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981075"/>
                        <a:ext cx="465138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AutoShape 7">
            <a:extLst>
              <a:ext uri="{FF2B5EF4-FFF2-40B4-BE49-F238E27FC236}">
                <a16:creationId xmlns:a16="http://schemas.microsoft.com/office/drawing/2014/main" id="{D344D853-5F76-BDD3-3065-8CE1995EE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1419225"/>
            <a:ext cx="900112" cy="152400"/>
          </a:xfrm>
          <a:prstGeom prst="rightArrow">
            <a:avLst>
              <a:gd name="adj1" fmla="val 50000"/>
              <a:gd name="adj2" fmla="val 14765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85" name="Object 5">
            <a:extLst>
              <a:ext uri="{FF2B5EF4-FFF2-40B4-BE49-F238E27FC236}">
                <a16:creationId xmlns:a16="http://schemas.microsoft.com/office/drawing/2014/main" id="{B82AAE40-DC8E-7349-7E3E-32D8CEEC4A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9263" y="1212850"/>
          <a:ext cx="14652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9263" y="1212850"/>
                        <a:ext cx="146526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2">
            <a:extLst>
              <a:ext uri="{FF2B5EF4-FFF2-40B4-BE49-F238E27FC236}">
                <a16:creationId xmlns:a16="http://schemas.microsoft.com/office/drawing/2014/main" id="{76290CBE-AA7A-4643-A775-42470417D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2419350"/>
            <a:ext cx="64531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FontTx/>
              <a:buNone/>
            </a:pPr>
            <a:r>
              <a:rPr lang="en-GB" altLang="zh-CN" b="1">
                <a:latin typeface="等线" panose="02010600030101010101" pitchFamily="2" charset="-122"/>
              </a:rPr>
              <a:t>2. monotone boundedsequence must has limit ( criterion2 ) (p48)</a:t>
            </a:r>
            <a:endParaRPr lang="en-US" altLang="zh-CN" sz="3200">
              <a:solidFill>
                <a:schemeClr val="accent1"/>
              </a:solidFill>
              <a:latin typeface="等线" panose="02010600030101010101" pitchFamily="2" charset="-122"/>
            </a:endParaRPr>
          </a:p>
        </p:txBody>
      </p:sp>
      <p:graphicFrame>
        <p:nvGraphicFramePr>
          <p:cNvPr id="87" name="Object 4">
            <a:extLst>
              <a:ext uri="{FF2B5EF4-FFF2-40B4-BE49-F238E27FC236}">
                <a16:creationId xmlns:a16="http://schemas.microsoft.com/office/drawing/2014/main" id="{ACA73E39-8EDB-F37B-1623-7BE3578B48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3048000"/>
          <a:ext cx="44132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3048000"/>
                        <a:ext cx="44132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">
            <a:extLst>
              <a:ext uri="{FF2B5EF4-FFF2-40B4-BE49-F238E27FC236}">
                <a16:creationId xmlns:a16="http://schemas.microsoft.com/office/drawing/2014/main" id="{753D38B2-61A6-4599-4C06-F2F6D8FAE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3001963"/>
          <a:ext cx="25415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001963"/>
                        <a:ext cx="2541587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AutoShape 7">
            <a:extLst>
              <a:ext uri="{FF2B5EF4-FFF2-40B4-BE49-F238E27FC236}">
                <a16:creationId xmlns:a16="http://schemas.microsoft.com/office/drawing/2014/main" id="{8D58D121-9AE2-6DB7-C599-E1DCCB93E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141663"/>
            <a:ext cx="719138" cy="166687"/>
          </a:xfrm>
          <a:prstGeom prst="rightArrow">
            <a:avLst>
              <a:gd name="adj1" fmla="val 50000"/>
              <a:gd name="adj2" fmla="val 14778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12" name="Group 11">
            <a:extLst>
              <a:ext uri="{FF2B5EF4-FFF2-40B4-BE49-F238E27FC236}">
                <a16:creationId xmlns:a16="http://schemas.microsoft.com/office/drawing/2014/main" id="{2A9D118E-5A33-3934-7DF8-3B9E08E13207}"/>
              </a:ext>
            </a:extLst>
          </p:cNvPr>
          <p:cNvGrpSpPr>
            <a:grpSpLocks/>
          </p:cNvGrpSpPr>
          <p:nvPr/>
        </p:nvGrpSpPr>
        <p:grpSpPr bwMode="auto">
          <a:xfrm>
            <a:off x="1873250" y="3787775"/>
            <a:ext cx="5364163" cy="609600"/>
            <a:chOff x="864" y="3168"/>
            <a:chExt cx="4224" cy="480"/>
          </a:xfrm>
        </p:grpSpPr>
        <p:grpSp>
          <p:nvGrpSpPr>
            <p:cNvPr id="26661" name="Group 12">
              <a:extLst>
                <a:ext uri="{FF2B5EF4-FFF2-40B4-BE49-F238E27FC236}">
                  <a16:creationId xmlns:a16="http://schemas.microsoft.com/office/drawing/2014/main" id="{2CC103AF-96ED-909B-6196-F4F689F3E0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6" y="3216"/>
              <a:ext cx="3288" cy="432"/>
              <a:chOff x="1176" y="3216"/>
              <a:chExt cx="3288" cy="432"/>
            </a:xfrm>
          </p:grpSpPr>
          <p:graphicFrame>
            <p:nvGraphicFramePr>
              <p:cNvPr id="26677" name="Object 13">
                <a:extLst>
                  <a:ext uri="{FF2B5EF4-FFF2-40B4-BE49-F238E27FC236}">
                    <a16:creationId xmlns:a16="http://schemas.microsoft.com/office/drawing/2014/main" id="{06C26F13-4EE1-D06F-6725-8B05A7BA197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44" y="3216"/>
              <a:ext cx="336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0" imgH="0" progId="Equation.3">
                      <p:embed/>
                    </p:oleObj>
                  </mc:Choice>
                  <mc:Fallback>
                    <p:oleObj name="Equation" r:id="rId14" imgW="0" imgH="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4" y="3216"/>
                            <a:ext cx="336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78" name="Object 14">
                <a:extLst>
                  <a:ext uri="{FF2B5EF4-FFF2-40B4-BE49-F238E27FC236}">
                    <a16:creationId xmlns:a16="http://schemas.microsoft.com/office/drawing/2014/main" id="{4E8D8CB5-A933-8464-E989-392B0B9086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32" y="3216"/>
              <a:ext cx="480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0" imgH="0" progId="Equation.3">
                      <p:embed/>
                    </p:oleObj>
                  </mc:Choice>
                  <mc:Fallback>
                    <p:oleObj name="Equation" r:id="rId16" imgW="0" imgH="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3216"/>
                            <a:ext cx="480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79" name="Object 15">
                <a:extLst>
                  <a:ext uri="{FF2B5EF4-FFF2-40B4-BE49-F238E27FC236}">
                    <a16:creationId xmlns:a16="http://schemas.microsoft.com/office/drawing/2014/main" id="{2F10E93C-890D-3904-5BD6-2AA46C72C16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0" y="3288"/>
              <a:ext cx="384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0" imgH="0" progId="Equation.3">
                      <p:embed/>
                    </p:oleObj>
                  </mc:Choice>
                  <mc:Fallback>
                    <p:oleObj name="Equation" r:id="rId18" imgW="0" imgH="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3288"/>
                            <a:ext cx="384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80" name="Object 16">
                <a:extLst>
                  <a:ext uri="{FF2B5EF4-FFF2-40B4-BE49-F238E27FC236}">
                    <a16:creationId xmlns:a16="http://schemas.microsoft.com/office/drawing/2014/main" id="{E44DB50F-6116-6B97-7CFA-673818EA514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76" y="3216"/>
              <a:ext cx="288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0" imgH="0" progId="Equation.3">
                      <p:embed/>
                    </p:oleObj>
                  </mc:Choice>
                  <mc:Fallback>
                    <p:oleObj name="Equation" r:id="rId20" imgW="0" imgH="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76" y="3216"/>
                            <a:ext cx="288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81" name="Object 17">
                <a:extLst>
                  <a:ext uri="{FF2B5EF4-FFF2-40B4-BE49-F238E27FC236}">
                    <a16:creationId xmlns:a16="http://schemas.microsoft.com/office/drawing/2014/main" id="{A82765D4-51FE-5408-A1A7-6B371367240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00" y="3228"/>
              <a:ext cx="312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0" imgH="0" progId="Equation.3">
                      <p:embed/>
                    </p:oleObj>
                  </mc:Choice>
                  <mc:Fallback>
                    <p:oleObj name="Equation" r:id="rId22" imgW="0" imgH="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00" y="3228"/>
                            <a:ext cx="312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62" name="Line 18">
              <a:extLst>
                <a:ext uri="{FF2B5EF4-FFF2-40B4-BE49-F238E27FC236}">
                  <a16:creationId xmlns:a16="http://schemas.microsoft.com/office/drawing/2014/main" id="{67A06641-D727-0C60-CFA1-8FF4C55CE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87"/>
              <a:ext cx="39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3" name="Oval 19">
              <a:extLst>
                <a:ext uri="{FF2B5EF4-FFF2-40B4-BE49-F238E27FC236}">
                  <a16:creationId xmlns:a16="http://schemas.microsoft.com/office/drawing/2014/main" id="{E4BF6320-5BFE-EF4D-9EB8-F53C2BF5F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64" name="Oval 20">
              <a:extLst>
                <a:ext uri="{FF2B5EF4-FFF2-40B4-BE49-F238E27FC236}">
                  <a16:creationId xmlns:a16="http://schemas.microsoft.com/office/drawing/2014/main" id="{796B7066-6757-239A-C99A-5CBBE792A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1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65" name="Oval 21">
              <a:extLst>
                <a:ext uri="{FF2B5EF4-FFF2-40B4-BE49-F238E27FC236}">
                  <a16:creationId xmlns:a16="http://schemas.microsoft.com/office/drawing/2014/main" id="{275833DB-4543-16AE-4361-94F1A6F80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66" name="Oval 22">
              <a:extLst>
                <a:ext uri="{FF2B5EF4-FFF2-40B4-BE49-F238E27FC236}">
                  <a16:creationId xmlns:a16="http://schemas.microsoft.com/office/drawing/2014/main" id="{2345802D-BD57-1568-98CE-6C59A6730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67" name="Oval 23">
              <a:extLst>
                <a:ext uri="{FF2B5EF4-FFF2-40B4-BE49-F238E27FC236}">
                  <a16:creationId xmlns:a16="http://schemas.microsoft.com/office/drawing/2014/main" id="{539F6931-9209-D38D-FB06-9C669456A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68" name="Oval 24">
              <a:extLst>
                <a:ext uri="{FF2B5EF4-FFF2-40B4-BE49-F238E27FC236}">
                  <a16:creationId xmlns:a16="http://schemas.microsoft.com/office/drawing/2014/main" id="{ADB0F5C3-8E11-09E3-3E6F-5F670DE28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69" name="Oval 25">
              <a:extLst>
                <a:ext uri="{FF2B5EF4-FFF2-40B4-BE49-F238E27FC236}">
                  <a16:creationId xmlns:a16="http://schemas.microsoft.com/office/drawing/2014/main" id="{8EF18CEB-D3D2-BAF8-E689-5405F99EF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70" name="Oval 26">
              <a:extLst>
                <a:ext uri="{FF2B5EF4-FFF2-40B4-BE49-F238E27FC236}">
                  <a16:creationId xmlns:a16="http://schemas.microsoft.com/office/drawing/2014/main" id="{8C2B1AF3-EC75-070A-AA8B-C0AE5126C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5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71" name="Oval 27">
              <a:extLst>
                <a:ext uri="{FF2B5EF4-FFF2-40B4-BE49-F238E27FC236}">
                  <a16:creationId xmlns:a16="http://schemas.microsoft.com/office/drawing/2014/main" id="{62908DA8-55AB-4EAB-15E1-5AF23D3B1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72" name="Oval 28">
              <a:extLst>
                <a:ext uri="{FF2B5EF4-FFF2-40B4-BE49-F238E27FC236}">
                  <a16:creationId xmlns:a16="http://schemas.microsoft.com/office/drawing/2014/main" id="{12C68ECE-FAC6-91B3-78FE-225922E41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73" name="Oval 29">
              <a:extLst>
                <a:ext uri="{FF2B5EF4-FFF2-40B4-BE49-F238E27FC236}">
                  <a16:creationId xmlns:a16="http://schemas.microsoft.com/office/drawing/2014/main" id="{921A9E8B-A602-16C7-9F3A-2EA05DA42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74" name="Oval 30">
              <a:extLst>
                <a:ext uri="{FF2B5EF4-FFF2-40B4-BE49-F238E27FC236}">
                  <a16:creationId xmlns:a16="http://schemas.microsoft.com/office/drawing/2014/main" id="{805856A3-396B-57E9-4EC5-85CA9BC06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5" y="3264"/>
              <a:ext cx="41" cy="41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6675" name="Oval 31">
              <a:extLst>
                <a:ext uri="{FF2B5EF4-FFF2-40B4-BE49-F238E27FC236}">
                  <a16:creationId xmlns:a16="http://schemas.microsoft.com/office/drawing/2014/main" id="{BFD4CAD1-7708-818C-18EA-6626984C5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3262"/>
              <a:ext cx="50" cy="5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6676" name="Object 32">
              <a:extLst>
                <a:ext uri="{FF2B5EF4-FFF2-40B4-BE49-F238E27FC236}">
                  <a16:creationId xmlns:a16="http://schemas.microsoft.com/office/drawing/2014/main" id="{48C58DCB-B90D-BF24-04C1-5D6B12DFC8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8" y="3168"/>
            <a:ext cx="24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0" imgH="0" progId="Equation.3">
                    <p:embed/>
                  </p:oleObj>
                </mc:Choice>
                <mc:Fallback>
                  <p:oleObj name="Equation" r:id="rId24" imgW="0" imgH="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168"/>
                          <a:ext cx="24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4" name="Object 6">
            <a:extLst>
              <a:ext uri="{FF2B5EF4-FFF2-40B4-BE49-F238E27FC236}">
                <a16:creationId xmlns:a16="http://schemas.microsoft.com/office/drawing/2014/main" id="{27CD9EA2-5322-1A34-5DE0-2700BDB67D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075" y="4622800"/>
          <a:ext cx="47720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4622800"/>
                        <a:ext cx="47720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9">
            <a:extLst>
              <a:ext uri="{FF2B5EF4-FFF2-40B4-BE49-F238E27FC236}">
                <a16:creationId xmlns:a16="http://schemas.microsoft.com/office/drawing/2014/main" id="{A1323DEF-EE8B-A862-C342-45405CB3AB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6213" y="4502150"/>
          <a:ext cx="22415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6213" y="4502150"/>
                        <a:ext cx="22415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utoShape 7">
            <a:extLst>
              <a:ext uri="{FF2B5EF4-FFF2-40B4-BE49-F238E27FC236}">
                <a16:creationId xmlns:a16="http://schemas.microsoft.com/office/drawing/2014/main" id="{242974C1-8953-02CC-AA94-67AA4C6AC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888" y="4754563"/>
            <a:ext cx="719137" cy="168275"/>
          </a:xfrm>
          <a:prstGeom prst="rightArrow">
            <a:avLst>
              <a:gd name="adj1" fmla="val 50000"/>
              <a:gd name="adj2" fmla="val 14639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37" name="Group 36">
            <a:extLst>
              <a:ext uri="{FF2B5EF4-FFF2-40B4-BE49-F238E27FC236}">
                <a16:creationId xmlns:a16="http://schemas.microsoft.com/office/drawing/2014/main" id="{D9B4CD73-0096-076C-D8C6-F8DF8869E363}"/>
              </a:ext>
            </a:extLst>
          </p:cNvPr>
          <p:cNvGrpSpPr>
            <a:grpSpLocks/>
          </p:cNvGrpSpPr>
          <p:nvPr/>
        </p:nvGrpSpPr>
        <p:grpSpPr bwMode="auto">
          <a:xfrm>
            <a:off x="1873250" y="5438775"/>
            <a:ext cx="5362575" cy="611188"/>
            <a:chOff x="816" y="3648"/>
            <a:chExt cx="4224" cy="480"/>
          </a:xfrm>
        </p:grpSpPr>
        <p:graphicFrame>
          <p:nvGraphicFramePr>
            <p:cNvPr id="26640" name="Object 37">
              <a:extLst>
                <a:ext uri="{FF2B5EF4-FFF2-40B4-BE49-F238E27FC236}">
                  <a16:creationId xmlns:a16="http://schemas.microsoft.com/office/drawing/2014/main" id="{E50528D1-02BC-DBB8-5690-5A55BD4C40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2" y="3816"/>
            <a:ext cx="31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0" imgH="0" progId="Equation.3">
                    <p:embed/>
                  </p:oleObj>
                </mc:Choice>
                <mc:Fallback>
                  <p:oleObj name="Equation" r:id="rId30" imgW="0" imgH="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" y="3816"/>
                          <a:ext cx="31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1" name="Object 38">
              <a:extLst>
                <a:ext uri="{FF2B5EF4-FFF2-40B4-BE49-F238E27FC236}">
                  <a16:creationId xmlns:a16="http://schemas.microsoft.com/office/drawing/2014/main" id="{520265F7-9248-A196-40B3-7F04019DB1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2" y="3696"/>
            <a:ext cx="33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0" imgH="0" progId="Equation.3">
                    <p:embed/>
                  </p:oleObj>
                </mc:Choice>
                <mc:Fallback>
                  <p:oleObj name="Equation" r:id="rId32" imgW="0" imgH="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3696"/>
                          <a:ext cx="336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2" name="Object 39">
              <a:extLst>
                <a:ext uri="{FF2B5EF4-FFF2-40B4-BE49-F238E27FC236}">
                  <a16:creationId xmlns:a16="http://schemas.microsoft.com/office/drawing/2014/main" id="{C4C3B25E-B67C-349F-1B06-BCB46899CB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3696"/>
            <a:ext cx="48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696"/>
                          <a:ext cx="480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3" name="Object 40">
              <a:extLst>
                <a:ext uri="{FF2B5EF4-FFF2-40B4-BE49-F238E27FC236}">
                  <a16:creationId xmlns:a16="http://schemas.microsoft.com/office/drawing/2014/main" id="{FBDDBE7C-F455-7150-BB7E-2BA186BE56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3696"/>
            <a:ext cx="288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0" imgH="0" progId="Equation.3">
                    <p:embed/>
                  </p:oleObj>
                </mc:Choice>
                <mc:Fallback>
                  <p:oleObj name="Equation" r:id="rId20" imgW="0" imgH="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696"/>
                          <a:ext cx="288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4" name="Object 41">
              <a:extLst>
                <a:ext uri="{FF2B5EF4-FFF2-40B4-BE49-F238E27FC236}">
                  <a16:creationId xmlns:a16="http://schemas.microsoft.com/office/drawing/2014/main" id="{01FFC69B-6807-717B-72D6-270D3066C1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3696"/>
            <a:ext cx="312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0" imgH="0" progId="Equation.3">
                    <p:embed/>
                  </p:oleObj>
                </mc:Choice>
                <mc:Fallback>
                  <p:oleObj name="Equation" r:id="rId22" imgW="0" imgH="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3696"/>
                          <a:ext cx="312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645" name="Group 42">
              <a:extLst>
                <a:ext uri="{FF2B5EF4-FFF2-40B4-BE49-F238E27FC236}">
                  <a16:creationId xmlns:a16="http://schemas.microsoft.com/office/drawing/2014/main" id="{5AD9B5CE-6BB4-67AF-BF5D-375A818533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648"/>
              <a:ext cx="4224" cy="264"/>
              <a:chOff x="816" y="3648"/>
              <a:chExt cx="4224" cy="264"/>
            </a:xfrm>
          </p:grpSpPr>
          <p:sp>
            <p:nvSpPr>
              <p:cNvPr id="26646" name="Line 43">
                <a:extLst>
                  <a:ext uri="{FF2B5EF4-FFF2-40B4-BE49-F238E27FC236}">
                    <a16:creationId xmlns:a16="http://schemas.microsoft.com/office/drawing/2014/main" id="{9538288A-4CEF-1FA7-7080-655F14259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767"/>
                <a:ext cx="39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7" name="Oval 44">
                <a:extLst>
                  <a:ext uri="{FF2B5EF4-FFF2-40B4-BE49-F238E27FC236}">
                    <a16:creationId xmlns:a16="http://schemas.microsoft.com/office/drawing/2014/main" id="{E0CC18A7-A34E-358C-41C8-D6BE1CB37A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5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48" name="Oval 45">
                <a:extLst>
                  <a:ext uri="{FF2B5EF4-FFF2-40B4-BE49-F238E27FC236}">
                    <a16:creationId xmlns:a16="http://schemas.microsoft.com/office/drawing/2014/main" id="{EE0B33C6-5038-935B-F63E-C0EC9FF5D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3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49" name="Oval 46">
                <a:extLst>
                  <a:ext uri="{FF2B5EF4-FFF2-40B4-BE49-F238E27FC236}">
                    <a16:creationId xmlns:a16="http://schemas.microsoft.com/office/drawing/2014/main" id="{61988F05-F85C-0DBC-054B-3DF5DB41EB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3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0" name="Oval 47">
                <a:extLst>
                  <a:ext uri="{FF2B5EF4-FFF2-40B4-BE49-F238E27FC236}">
                    <a16:creationId xmlns:a16="http://schemas.microsoft.com/office/drawing/2014/main" id="{A6E1795D-DA5F-4B20-0DFB-096DE54BD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1" name="Oval 48">
                <a:extLst>
                  <a:ext uri="{FF2B5EF4-FFF2-40B4-BE49-F238E27FC236}">
                    <a16:creationId xmlns:a16="http://schemas.microsoft.com/office/drawing/2014/main" id="{0401A4B0-ECAE-14EC-D559-F09ABEDDB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5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2" name="Oval 49">
                <a:extLst>
                  <a:ext uri="{FF2B5EF4-FFF2-40B4-BE49-F238E27FC236}">
                    <a16:creationId xmlns:a16="http://schemas.microsoft.com/office/drawing/2014/main" id="{5BC6B79D-45E0-9EDC-2105-27B1D1A87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3" name="Oval 50">
                <a:extLst>
                  <a:ext uri="{FF2B5EF4-FFF2-40B4-BE49-F238E27FC236}">
                    <a16:creationId xmlns:a16="http://schemas.microsoft.com/office/drawing/2014/main" id="{DFDC6237-BA37-8C3D-8976-48003E6DB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4" name="Oval 51">
                <a:extLst>
                  <a:ext uri="{FF2B5EF4-FFF2-40B4-BE49-F238E27FC236}">
                    <a16:creationId xmlns:a16="http://schemas.microsoft.com/office/drawing/2014/main" id="{1FCFDF9C-31CD-24F4-BAE4-76C25C5E39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7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5" name="Oval 52">
                <a:extLst>
                  <a:ext uri="{FF2B5EF4-FFF2-40B4-BE49-F238E27FC236}">
                    <a16:creationId xmlns:a16="http://schemas.microsoft.com/office/drawing/2014/main" id="{3388C508-15E4-72FE-E1DC-D12D25504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6" name="Oval 53">
                <a:extLst>
                  <a:ext uri="{FF2B5EF4-FFF2-40B4-BE49-F238E27FC236}">
                    <a16:creationId xmlns:a16="http://schemas.microsoft.com/office/drawing/2014/main" id="{36F686A3-9908-5E10-3BAC-43EC05D8F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7" name="Oval 54">
                <a:extLst>
                  <a:ext uri="{FF2B5EF4-FFF2-40B4-BE49-F238E27FC236}">
                    <a16:creationId xmlns:a16="http://schemas.microsoft.com/office/drawing/2014/main" id="{85889187-5E6E-121C-6B37-396E46C6B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1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8" name="Oval 55">
                <a:extLst>
                  <a:ext uri="{FF2B5EF4-FFF2-40B4-BE49-F238E27FC236}">
                    <a16:creationId xmlns:a16="http://schemas.microsoft.com/office/drawing/2014/main" id="{2AEAEC53-8B68-EC40-3A15-D3C6DCF91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3744"/>
                <a:ext cx="41" cy="41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59" name="Oval 56">
                <a:extLst>
                  <a:ext uri="{FF2B5EF4-FFF2-40B4-BE49-F238E27FC236}">
                    <a16:creationId xmlns:a16="http://schemas.microsoft.com/office/drawing/2014/main" id="{E1A46D2B-1CB6-6CB6-9965-040B9284B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3740"/>
                <a:ext cx="50" cy="5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aphicFrame>
            <p:nvGraphicFramePr>
              <p:cNvPr id="26660" name="Object 57">
                <a:extLst>
                  <a:ext uri="{FF2B5EF4-FFF2-40B4-BE49-F238E27FC236}">
                    <a16:creationId xmlns:a16="http://schemas.microsoft.com/office/drawing/2014/main" id="{8AA55853-7C58-64AA-66AD-16FD71C4AE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00" y="3648"/>
              <a:ext cx="240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0" imgH="0" progId="Equation.3">
                      <p:embed/>
                    </p:oleObj>
                  </mc:Choice>
                  <mc:Fallback>
                    <p:oleObj name="Equation" r:id="rId37" imgW="0" imgH="0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3648"/>
                            <a:ext cx="240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A021B066-8B59-5014-7B9D-ED3D01DD0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65100"/>
            <a:ext cx="7981950" cy="874713"/>
          </a:xfrm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*3. CauchyExistence Criteria and Two Important Limits(Cauchyconverge</a:t>
            </a:r>
            <a:r>
              <a:rPr lang="zh-CN" altLang="en-US" sz="3200" b="1">
                <a:ea typeface="楷体_GB2312" pitchFamily="49" charset="-122"/>
              </a:rPr>
              <a:t>原理</a:t>
            </a:r>
            <a:r>
              <a:rPr lang="en-US" altLang="zh-CN" sz="3200" b="1">
                <a:ea typeface="楷体_GB2312" pitchFamily="49" charset="-122"/>
              </a:rPr>
              <a:t>) (P51)</a:t>
            </a:r>
            <a:endParaRPr kumimoji="1" lang="zh-CN" altLang="en-US" sz="3200"/>
          </a:p>
        </p:txBody>
      </p:sp>
      <p:sp>
        <p:nvSpPr>
          <p:cNvPr id="27650" name="内容占位符 3">
            <a:extLst>
              <a:ext uri="{FF2B5EF4-FFF2-40B4-BE49-F238E27FC236}">
                <a16:creationId xmlns:a16="http://schemas.microsoft.com/office/drawing/2014/main" id="{E7142047-9E35-5CBD-1A3B-0A5CF50833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0100" y="1065213"/>
            <a:ext cx="1020763" cy="3587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/>
              <a:t>sequence</a:t>
            </a:r>
            <a:endParaRPr kumimoji="1" lang="zh-CN" altLang="en-US"/>
          </a:p>
        </p:txBody>
      </p:sp>
      <p:graphicFrame>
        <p:nvGraphicFramePr>
          <p:cNvPr id="44" name="Object 5">
            <a:extLst>
              <a:ext uri="{FF2B5EF4-FFF2-40B4-BE49-F238E27FC236}">
                <a16:creationId xmlns:a16="http://schemas.microsoft.com/office/drawing/2014/main" id="{D1C11958-8C7D-A209-EF3F-F2358336D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052513"/>
          <a:ext cx="7143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052513"/>
                        <a:ext cx="7143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6">
            <a:extLst>
              <a:ext uri="{FF2B5EF4-FFF2-40B4-BE49-F238E27FC236}">
                <a16:creationId xmlns:a16="http://schemas.microsoft.com/office/drawing/2014/main" id="{4443329D-B81D-8077-41A4-A0799D498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035050"/>
            <a:ext cx="426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limitexistence's </a:t>
            </a:r>
            <a:r>
              <a:rPr lang="zh-CN" altLang="en-US" sz="2400"/>
              <a:t>充 </a:t>
            </a:r>
            <a:r>
              <a:rPr lang="en-US" altLang="zh-CN" sz="2400"/>
              <a:t>needcondition is :</a:t>
            </a:r>
          </a:p>
        </p:txBody>
      </p:sp>
      <p:graphicFrame>
        <p:nvGraphicFramePr>
          <p:cNvPr id="46" name="Object 7">
            <a:extLst>
              <a:ext uri="{FF2B5EF4-FFF2-40B4-BE49-F238E27FC236}">
                <a16:creationId xmlns:a16="http://schemas.microsoft.com/office/drawing/2014/main" id="{EBEFFC09-F27E-E94F-398E-CA509351C1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563" y="1724025"/>
          <a:ext cx="1168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1724025"/>
                        <a:ext cx="1168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9">
            <a:extLst>
              <a:ext uri="{FF2B5EF4-FFF2-40B4-BE49-F238E27FC236}">
                <a16:creationId xmlns:a16="http://schemas.microsoft.com/office/drawing/2014/main" id="{0BF72E21-8CBC-F9E6-CAC3-F9A0A2D40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1633538"/>
            <a:ext cx="326707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existencepositive integer N , </a:t>
            </a:r>
            <a:r>
              <a:rPr lang="zh-CN" altLang="en-US" sz="2400">
                <a:latin typeface="+mn-ea"/>
              </a:rPr>
              <a:t>使当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49" name="Object 11">
            <a:extLst>
              <a:ext uri="{FF2B5EF4-FFF2-40B4-BE49-F238E27FC236}">
                <a16:creationId xmlns:a16="http://schemas.microsoft.com/office/drawing/2014/main" id="{318F11EC-6DB8-4A0B-B396-2A618AAC1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9663" y="1684338"/>
          <a:ext cx="201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663" y="1684338"/>
                        <a:ext cx="2019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12">
            <a:extLst>
              <a:ext uri="{FF2B5EF4-FFF2-40B4-BE49-F238E27FC236}">
                <a16:creationId xmlns:a16="http://schemas.microsoft.com/office/drawing/2014/main" id="{F582CA90-B1AB-B720-ACB5-502735BD6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8175" y="1647825"/>
            <a:ext cx="914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51" name="Object 13">
            <a:extLst>
              <a:ext uri="{FF2B5EF4-FFF2-40B4-BE49-F238E27FC236}">
                <a16:creationId xmlns:a16="http://schemas.microsoft.com/office/drawing/2014/main" id="{68A5528A-C107-5A87-5D27-CD43EF316F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5100" y="2244725"/>
          <a:ext cx="1841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2244725"/>
                        <a:ext cx="1841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4">
            <a:extLst>
              <a:ext uri="{FF2B5EF4-FFF2-40B4-BE49-F238E27FC236}">
                <a16:creationId xmlns:a16="http://schemas.microsoft.com/office/drawing/2014/main" id="{43F422F8-D126-DA42-E7D3-B713329D5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2928938"/>
            <a:ext cx="273526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 "necessary</a:t>
            </a:r>
            <a:r>
              <a:rPr lang="zh-CN" altLang="en-US" sz="2400" b="1">
                <a:solidFill>
                  <a:schemeClr val="tx2"/>
                </a:solidFill>
                <a:latin typeface="+mn-ea"/>
              </a:rPr>
              <a:t>性</a:t>
            </a:r>
            <a:r>
              <a:rPr lang="en-US" altLang="zh-CN" sz="2400" b="1">
                <a:solidFill>
                  <a:schemeClr val="tx2"/>
                </a:solidFill>
                <a:latin typeface="+mn-ea"/>
              </a:rPr>
              <a:t>".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53" name="Text Box 15">
            <a:extLst>
              <a:ext uri="{FF2B5EF4-FFF2-40B4-BE49-F238E27FC236}">
                <a16:creationId xmlns:a16="http://schemas.microsoft.com/office/drawing/2014/main" id="{3661F08A-0ECF-47B7-6FF5-8C90C22BB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293528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54" name="Object 16">
            <a:extLst>
              <a:ext uri="{FF2B5EF4-FFF2-40B4-BE49-F238E27FC236}">
                <a16:creationId xmlns:a16="http://schemas.microsoft.com/office/drawing/2014/main" id="{9FA77A74-249D-2266-5A08-19A0D8D3F6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6913" y="2949575"/>
          <a:ext cx="155098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2949575"/>
                        <a:ext cx="1550987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17">
            <a:extLst>
              <a:ext uri="{FF2B5EF4-FFF2-40B4-BE49-F238E27FC236}">
                <a16:creationId xmlns:a16="http://schemas.microsoft.com/office/drawing/2014/main" id="{FA453907-B289-BABD-2328-36FB1D94F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688" y="291941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56" name="Object 18">
            <a:extLst>
              <a:ext uri="{FF2B5EF4-FFF2-40B4-BE49-F238E27FC236}">
                <a16:creationId xmlns:a16="http://schemas.microsoft.com/office/drawing/2014/main" id="{2751D1A8-0FC9-E8BB-F69A-397F963953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1463" y="3005138"/>
          <a:ext cx="1066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463" y="3005138"/>
                        <a:ext cx="10668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1">
            <a:extLst>
              <a:ext uri="{FF2B5EF4-FFF2-40B4-BE49-F238E27FC236}">
                <a16:creationId xmlns:a16="http://schemas.microsoft.com/office/drawing/2014/main" id="{0895A2F5-EA99-2EFB-F809-1B22D4CDB7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9238" y="3538538"/>
          <a:ext cx="1757362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3538538"/>
                        <a:ext cx="1757362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22">
            <a:extLst>
              <a:ext uri="{FF2B5EF4-FFF2-40B4-BE49-F238E27FC236}">
                <a16:creationId xmlns:a16="http://schemas.microsoft.com/office/drawing/2014/main" id="{8AB4D613-3C86-05D7-980E-671267926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3463925"/>
            <a:ext cx="1295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9" name="Text Box 23">
            <a:extLst>
              <a:ext uri="{FF2B5EF4-FFF2-40B4-BE49-F238E27FC236}">
                <a16:creationId xmlns:a16="http://schemas.microsoft.com/office/drawing/2014/main" id="{3EE96D00-4C52-574E-D4A6-46DFB751A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2924175"/>
            <a:ext cx="1066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使当</a:t>
            </a:r>
          </a:p>
        </p:txBody>
      </p:sp>
      <p:graphicFrame>
        <p:nvGraphicFramePr>
          <p:cNvPr id="60" name="Object 24">
            <a:extLst>
              <a:ext uri="{FF2B5EF4-FFF2-40B4-BE49-F238E27FC236}">
                <a16:creationId xmlns:a16="http://schemas.microsoft.com/office/drawing/2014/main" id="{C0CA27AE-71EC-0E98-EE78-26C7E7D0E3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4076700"/>
          <a:ext cx="20066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4076700"/>
                        <a:ext cx="20066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5">
            <a:extLst>
              <a:ext uri="{FF2B5EF4-FFF2-40B4-BE49-F238E27FC236}">
                <a16:creationId xmlns:a16="http://schemas.microsoft.com/office/drawing/2014/main" id="{D696A58A-3C51-28D1-2F13-879B89C6DF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2113" y="4057650"/>
          <a:ext cx="192881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4057650"/>
                        <a:ext cx="1928812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26">
            <a:extLst>
              <a:ext uri="{FF2B5EF4-FFF2-40B4-BE49-F238E27FC236}">
                <a16:creationId xmlns:a16="http://schemas.microsoft.com/office/drawing/2014/main" id="{C03BE721-B125-7041-73E8-2F86BAB50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4867275"/>
            <a:ext cx="1600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63" name="Object 27">
            <a:extLst>
              <a:ext uri="{FF2B5EF4-FFF2-40B4-BE49-F238E27FC236}">
                <a16:creationId xmlns:a16="http://schemas.microsoft.com/office/drawing/2014/main" id="{09D5E31E-D104-4D92-573A-7D02C55E2E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1363" y="4867275"/>
          <a:ext cx="1574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4867275"/>
                        <a:ext cx="1574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8">
            <a:extLst>
              <a:ext uri="{FF2B5EF4-FFF2-40B4-BE49-F238E27FC236}">
                <a16:creationId xmlns:a16="http://schemas.microsoft.com/office/drawing/2014/main" id="{F1B01AFA-2158-6C80-077E-B0254E4551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6963" y="4865688"/>
          <a:ext cx="30591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4865688"/>
                        <a:ext cx="30591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29">
            <a:extLst>
              <a:ext uri="{FF2B5EF4-FFF2-40B4-BE49-F238E27FC236}">
                <a16:creationId xmlns:a16="http://schemas.microsoft.com/office/drawing/2014/main" id="{77F83BF0-DB76-0FC9-A349-800435A4DE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7888" y="5405438"/>
          <a:ext cx="1676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5405438"/>
                        <a:ext cx="1676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30">
            <a:extLst>
              <a:ext uri="{FF2B5EF4-FFF2-40B4-BE49-F238E27FC236}">
                <a16:creationId xmlns:a16="http://schemas.microsoft.com/office/drawing/2014/main" id="{97152312-656E-110F-2D6F-FAADB4F55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2075" y="5394325"/>
          <a:ext cx="1181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5394325"/>
                        <a:ext cx="1181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31">
            <a:extLst>
              <a:ext uri="{FF2B5EF4-FFF2-40B4-BE49-F238E27FC236}">
                <a16:creationId xmlns:a16="http://schemas.microsoft.com/office/drawing/2014/main" id="{840CDB5A-6913-A4A9-1EFF-5C959F2B23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2075" y="5521325"/>
          <a:ext cx="508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5" y="5521325"/>
                        <a:ext cx="5080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32">
            <a:extLst>
              <a:ext uri="{FF2B5EF4-FFF2-40B4-BE49-F238E27FC236}">
                <a16:creationId xmlns:a16="http://schemas.microsoft.com/office/drawing/2014/main" id="{E9D3E72C-C9C3-6DBA-73E6-9CDF80976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959475"/>
            <a:ext cx="426720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>
                <a:latin typeface="+mn-ea"/>
              </a:rPr>
              <a:t>"sufficient</a:t>
            </a:r>
            <a:r>
              <a:rPr lang="zh-CN" altLang="en-US" sz="2000">
                <a:latin typeface="+mn-ea"/>
              </a:rPr>
              <a:t>性</a:t>
            </a:r>
            <a:r>
              <a:rPr lang="en-US" altLang="zh-CN" sz="2000">
                <a:latin typeface="+mn-ea"/>
              </a:rPr>
              <a:t>" Proof</a:t>
            </a:r>
            <a:r>
              <a:rPr lang="zh-CN" altLang="en-US" sz="2000">
                <a:latin typeface="+mn-ea"/>
              </a:rPr>
              <a:t>从略 </a:t>
            </a:r>
            <a:r>
              <a:rPr lang="en-US" altLang="zh-CN" sz="2000">
                <a:latin typeface="+mn-ea"/>
              </a:rPr>
              <a:t>.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69" name="Object 33">
            <a:extLst>
              <a:ext uri="{FF2B5EF4-FFF2-40B4-BE49-F238E27FC236}">
                <a16:creationId xmlns:a16="http://schemas.microsoft.com/office/drawing/2014/main" id="{C6D1B9F0-C548-E764-D742-514B8C8C8D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7175" y="3017838"/>
          <a:ext cx="5937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3017838"/>
                        <a:ext cx="5937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35">
            <a:extLst>
              <a:ext uri="{FF2B5EF4-FFF2-40B4-BE49-F238E27FC236}">
                <a16:creationId xmlns:a16="http://schemas.microsoft.com/office/drawing/2014/main" id="{7522E64F-61F8-A4D7-4054-98A2474C3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3" y="2274888"/>
            <a:ext cx="685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has</a:t>
            </a:r>
            <a:endParaRPr lang="zh-CN" altLang="en-US" sz="2400"/>
          </a:p>
        </p:txBody>
      </p:sp>
      <p:graphicFrame>
        <p:nvGraphicFramePr>
          <p:cNvPr id="27677" name="Object 56">
            <a:hlinkClick r:id="" action="ppaction://noaction"/>
            <a:extLst>
              <a:ext uri="{FF2B5EF4-FFF2-40B4-BE49-F238E27FC236}">
                <a16:creationId xmlns:a16="http://schemas.microsoft.com/office/drawing/2014/main" id="{DD97A04C-8A3D-C431-C2FE-DFC49F8286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99388" y="901700"/>
          <a:ext cx="974725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32" imgW="1933333" imgH="2857899" progId="Paint.Picture">
                  <p:embed/>
                </p:oleObj>
              </mc:Choice>
              <mc:Fallback>
                <p:oleObj name="BMP 图象" r:id="rId32" imgW="1933333" imgH="2857899" progId="Paint.Picture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8" y="901700"/>
                        <a:ext cx="974725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utoUpdateAnimBg="0"/>
      <p:bldP spid="47" grpId="0" autoUpdateAnimBg="0"/>
      <p:bldP spid="50" grpId="0" autoUpdateAnimBg="0"/>
      <p:bldP spid="52" grpId="0" autoUpdateAnimBg="0"/>
      <p:bldP spid="53" grpId="0" autoUpdateAnimBg="0"/>
      <p:bldP spid="55" grpId="0" autoUpdateAnimBg="0"/>
      <p:bldP spid="58" grpId="0" autoUpdateAnimBg="0"/>
      <p:bldP spid="59" grpId="0" autoUpdateAnimBg="0"/>
      <p:bldP spid="62" grpId="0" autoUpdateAnimBg="0"/>
      <p:bldP spid="68" grpId="0" autoUpdateAnimBg="0"/>
      <p:bldP spid="7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内容占位符 3">
            <a:extLst>
              <a:ext uri="{FF2B5EF4-FFF2-40B4-BE49-F238E27FC236}">
                <a16:creationId xmlns:a16="http://schemas.microsoft.com/office/drawing/2014/main" id="{46F0AEA9-E503-DE95-862E-0F09473E5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2613" y="1181100"/>
            <a:ext cx="5548312" cy="4619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altLang="zh-CN" sz="2400">
                <a:latin typeface="+mn-ea"/>
              </a:rPr>
              <a:t>1. sequencelimit's "  – N " Definition and application</a:t>
            </a:r>
            <a:endParaRPr kumimoji="1" lang="zh-CN" altLang="en-US" dirty="0"/>
          </a:p>
        </p:txBody>
      </p:sp>
      <p:sp>
        <p:nvSpPr>
          <p:cNvPr id="54" name="Text Box 11">
            <a:extLst>
              <a:ext uri="{FF2B5EF4-FFF2-40B4-BE49-F238E27FC236}">
                <a16:creationId xmlns:a16="http://schemas.microsoft.com/office/drawing/2014/main" id="{8B269923-348A-C18A-1EC7-4FAA64FE3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0238"/>
            <a:ext cx="3581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2. convergesequence's property:</a:t>
            </a:r>
            <a:endParaRPr lang="en-US" altLang="zh-CN" sz="2400" dirty="0">
              <a:latin typeface="+mn-ea"/>
            </a:endParaRPr>
          </a:p>
        </p:txBody>
      </p:sp>
      <p:sp>
        <p:nvSpPr>
          <p:cNvPr id="55" name="Text Box 12">
            <a:extLst>
              <a:ext uri="{FF2B5EF4-FFF2-40B4-BE49-F238E27FC236}">
                <a16:creationId xmlns:a16="http://schemas.microsoft.com/office/drawing/2014/main" id="{525B0CA2-1934-821F-52AC-13CDA876D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2509838"/>
            <a:ext cx="4495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uniqueness ; boundedness ; sign-preserving property;</a:t>
            </a:r>
            <a:endParaRPr lang="en-US" altLang="zh-CN" sz="2400" dirty="0">
              <a:latin typeface="+mn-ea"/>
            </a:endParaRPr>
          </a:p>
        </p:txBody>
      </p:sp>
      <p:sp>
        <p:nvSpPr>
          <p:cNvPr id="56" name="Text Box 13">
            <a:extLst>
              <a:ext uri="{FF2B5EF4-FFF2-40B4-BE49-F238E27FC236}">
                <a16:creationId xmlns:a16="http://schemas.microsoft.com/office/drawing/2014/main" id="{0453C68D-6A16-D8A4-6D54-E0BD7FC54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113088"/>
            <a:ext cx="464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任一子</a:t>
            </a:r>
            <a:r>
              <a:rPr lang="en-US" altLang="zh-CN" sz="2400"/>
              <a:t>sequenceconverge</a:t>
            </a:r>
            <a:r>
              <a:rPr lang="zh-CN" altLang="en-US" sz="2400"/>
              <a:t>于同一</a:t>
            </a:r>
            <a:r>
              <a:rPr lang="en-US" altLang="zh-CN" sz="2400"/>
              <a:t>limit</a:t>
            </a:r>
            <a:endParaRPr lang="zh-CN" altLang="en-US" sz="2400"/>
          </a:p>
        </p:txBody>
      </p:sp>
      <p:sp>
        <p:nvSpPr>
          <p:cNvPr id="57" name="Text Box 14">
            <a:extLst>
              <a:ext uri="{FF2B5EF4-FFF2-40B4-BE49-F238E27FC236}">
                <a16:creationId xmlns:a16="http://schemas.microsoft.com/office/drawing/2014/main" id="{0D867475-733F-EFDB-CF67-068189D18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3821113"/>
            <a:ext cx="28956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3. Existence Criteria and Two Important Limits:</a:t>
            </a:r>
            <a:endParaRPr lang="en-US" altLang="zh-CN" sz="2400" dirty="0">
              <a:latin typeface="+mn-ea"/>
            </a:endParaRPr>
          </a:p>
        </p:txBody>
      </p:sp>
      <p:sp>
        <p:nvSpPr>
          <p:cNvPr id="58" name="Text Box 15">
            <a:extLst>
              <a:ext uri="{FF2B5EF4-FFF2-40B4-BE49-F238E27FC236}">
                <a16:creationId xmlns:a16="http://schemas.microsoft.com/office/drawing/2014/main" id="{7BA61DBA-1735-5747-937D-D76C09BA1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4387850"/>
            <a:ext cx="527367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squeezecriterion ; monotone boundedcriterion ; Cauchycriterion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28679" name="Object 22">
            <a:extLst>
              <a:ext uri="{FF2B5EF4-FFF2-40B4-BE49-F238E27FC236}">
                <a16:creationId xmlns:a16="http://schemas.microsoft.com/office/drawing/2014/main" id="{0B813459-680A-9D15-C326-07AF34108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7782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7782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2">
            <a:extLst>
              <a:ext uri="{FF2B5EF4-FFF2-40B4-BE49-F238E27FC236}">
                <a16:creationId xmlns:a16="http://schemas.microsoft.com/office/drawing/2014/main" id="{ACBC483D-91FE-B6EB-8C13-D0473D00C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1855788" cy="635000"/>
          </a:xfrm>
          <a:solidFill>
            <a:schemeClr val="bg1"/>
          </a:solidFill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Summary</a:t>
            </a:r>
            <a:endParaRPr lang="zh-CN" altLang="en-US" sz="3200" b="1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utoUpdateAnimBg="0"/>
      <p:bldP spid="55" grpId="0" build="p" autoUpdateAnimBg="0"/>
      <p:bldP spid="56" grpId="0" build="p" autoUpdateAnimBg="0"/>
      <p:bldP spid="57" grpId="0" build="p" autoUpdateAnimBg="0"/>
      <p:bldP spid="5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286EF706-DCD7-1ABC-B9C1-906B3C5CC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398463"/>
            <a:ext cx="2579688" cy="431800"/>
          </a:xfrm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Think and Exercise</a:t>
            </a:r>
            <a:endParaRPr kumimoji="1" lang="zh-CN" altLang="en-US" sz="3200"/>
          </a:p>
        </p:txBody>
      </p:sp>
      <p:sp>
        <p:nvSpPr>
          <p:cNvPr id="44034" name="内容占位符 2">
            <a:extLst>
              <a:ext uri="{FF2B5EF4-FFF2-40B4-BE49-F238E27FC236}">
                <a16:creationId xmlns:a16="http://schemas.microsoft.com/office/drawing/2014/main" id="{C7C3B120-BC11-DA42-5E24-054DF5E233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3088" y="1068388"/>
            <a:ext cx="4584700" cy="468312"/>
          </a:xfrm>
        </p:spPr>
        <p:txBody>
          <a:bodyPr/>
          <a:lstStyle/>
          <a:p>
            <a:pPr marL="0" indent="0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GB" altLang="zh-CN" sz="2400">
                <a:latin typeface="+mn-ea"/>
              </a:rPr>
              <a:t>1. such as whatdeterminelimit not existence?</a:t>
            </a:r>
            <a:endParaRPr lang="en-US" altLang="zh-CN" sz="2400" dirty="0">
              <a:latin typeface="+mn-ea"/>
            </a:endParaRPr>
          </a:p>
        </p:txBody>
      </p:sp>
      <p:sp>
        <p:nvSpPr>
          <p:cNvPr id="44041" name="Text Box 14">
            <a:extLst>
              <a:ext uri="{FF2B5EF4-FFF2-40B4-BE49-F238E27FC236}">
                <a16:creationId xmlns:a16="http://schemas.microsoft.com/office/drawing/2014/main" id="{00B1942C-8E2E-5BB0-E2C5-34586A2B2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3429000"/>
            <a:ext cx="5486400" cy="116998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GB" altLang="zh-CN">
                <a:solidFill>
                  <a:srgbClr val="FF0000"/>
                </a:solidFill>
                <a:latin typeface="+mn-ea"/>
              </a:rPr>
              <a:t>Homework: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GB" altLang="zh-CN">
                <a:solidFill>
                  <a:srgbClr val="FF0000"/>
                </a:solidFill>
                <a:latin typeface="+mn-ea"/>
              </a:rPr>
              <a:t>P26 1(2),(4),(6),(8); 4; 5(2),(3)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D036E5C5-87DB-FFF3-42FD-107A8E4F6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598613"/>
            <a:ext cx="465772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solidFill>
                  <a:schemeClr val="tx2"/>
                </a:solidFill>
                <a:latin typeface="+mn-ea"/>
              </a:rPr>
              <a:t>method1. </a:t>
            </a:r>
            <a:r>
              <a:rPr lang="zh-CN" altLang="en-GB" sz="2400">
                <a:solidFill>
                  <a:schemeClr val="tx2"/>
                </a:solidFill>
                <a:latin typeface="+mn-ea"/>
              </a:rPr>
              <a:t>找一 </a:t>
            </a:r>
            <a:r>
              <a:rPr lang="en-GB" altLang="zh-CN" sz="2400">
                <a:solidFill>
                  <a:schemeClr val="tx2"/>
                </a:solidFill>
                <a:latin typeface="+mn-ea"/>
              </a:rPr>
              <a:t>tends to∞'s </a:t>
            </a:r>
            <a:r>
              <a:rPr lang="zh-CN" altLang="en-GB" sz="2400">
                <a:solidFill>
                  <a:schemeClr val="tx2"/>
                </a:solidFill>
                <a:latin typeface="+mn-ea"/>
              </a:rPr>
              <a:t>子</a:t>
            </a:r>
            <a:r>
              <a:rPr lang="en-GB" altLang="zh-CN" sz="2400">
                <a:solidFill>
                  <a:schemeClr val="tx2"/>
                </a:solidFill>
                <a:latin typeface="+mn-ea"/>
              </a:rPr>
              <a:t>sequence;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16C51FD-DDFE-F5EA-7CDB-60AFB15DB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2092325"/>
            <a:ext cx="567531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solidFill>
                  <a:schemeClr val="tx2"/>
                </a:solidFill>
                <a:latin typeface="+mn-ea"/>
              </a:rPr>
              <a:t>method2. </a:t>
            </a:r>
            <a:r>
              <a:rPr lang="zh-CN" altLang="en-GB" sz="2400">
                <a:solidFill>
                  <a:schemeClr val="tx2"/>
                </a:solidFill>
                <a:latin typeface="+mn-ea"/>
              </a:rPr>
              <a:t>找</a:t>
            </a:r>
            <a:r>
              <a:rPr lang="en-GB" altLang="zh-CN" sz="2400">
                <a:solidFill>
                  <a:schemeClr val="tx2"/>
                </a:solidFill>
                <a:latin typeface="+mn-ea"/>
              </a:rPr>
              <a:t>twoconverge</a:t>
            </a:r>
            <a:r>
              <a:rPr lang="zh-CN" altLang="en-GB" sz="2400">
                <a:solidFill>
                  <a:schemeClr val="tx2"/>
                </a:solidFill>
                <a:latin typeface="+mn-ea"/>
              </a:rPr>
              <a:t>于 </a:t>
            </a:r>
            <a:r>
              <a:rPr lang="en-GB" altLang="zh-CN" sz="2400">
                <a:solidFill>
                  <a:schemeClr val="tx2"/>
                </a:solidFill>
                <a:latin typeface="+mn-ea"/>
              </a:rPr>
              <a:t>not </a:t>
            </a:r>
            <a:r>
              <a:rPr lang="zh-CN" altLang="en-GB" sz="2400">
                <a:solidFill>
                  <a:schemeClr val="tx2"/>
                </a:solidFill>
                <a:latin typeface="+mn-ea"/>
              </a:rPr>
              <a:t>同</a:t>
            </a:r>
            <a:r>
              <a:rPr lang="en-GB" altLang="zh-CN" sz="2400">
                <a:solidFill>
                  <a:schemeClr val="tx2"/>
                </a:solidFill>
                <a:latin typeface="+mn-ea"/>
              </a:rPr>
              <a:t>limit's </a:t>
            </a:r>
            <a:r>
              <a:rPr lang="zh-CN" altLang="en-GB" sz="2400">
                <a:solidFill>
                  <a:schemeClr val="tx2"/>
                </a:solidFill>
                <a:latin typeface="+mn-ea"/>
              </a:rPr>
              <a:t>子</a:t>
            </a:r>
            <a:r>
              <a:rPr lang="en-GB" altLang="zh-CN" sz="2400">
                <a:solidFill>
                  <a:schemeClr val="tx2"/>
                </a:solidFill>
                <a:latin typeface="+mn-ea"/>
              </a:rPr>
              <a:t>sequence.</a:t>
            </a: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build="p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1033</TotalTime>
  <Words>643</Words>
  <Application>Microsoft Office PowerPoint</Application>
  <PresentationFormat>全屏显示(4:3)</PresentationFormat>
  <Paragraphs>180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Calibri</vt:lpstr>
      <vt:lpstr>Arial</vt:lpstr>
      <vt:lpstr>Calibri Light</vt:lpstr>
      <vt:lpstr>等线</vt:lpstr>
      <vt:lpstr>华文行楷</vt:lpstr>
      <vt:lpstr>楷体_GB2312</vt:lpstr>
      <vt:lpstr>等线 Light</vt:lpstr>
      <vt:lpstr>仿宋_GB2312</vt:lpstr>
      <vt:lpstr>Symbol</vt:lpstr>
      <vt:lpstr>Office 主题​​</vt:lpstr>
      <vt:lpstr>Microsoft 公式 3.0</vt:lpstr>
      <vt:lpstr>Microsoft Equation 3.0</vt:lpstr>
      <vt:lpstr>BMP 图象</vt:lpstr>
      <vt:lpstr>PowerPoint 演示文稿</vt:lpstr>
      <vt:lpstr>一 , sequencelimit's Definition</vt:lpstr>
      <vt:lpstr>Definition:</vt:lpstr>
      <vt:lpstr>for example,</vt:lpstr>
      <vt:lpstr>Example1.</vt:lpstr>
      <vt:lpstr>Example2.</vt:lpstr>
      <vt:lpstr>Example3.</vt:lpstr>
      <vt:lpstr>II. convergesequence's property</vt:lpstr>
      <vt:lpstr>Example4. Proofsequence</vt:lpstr>
      <vt:lpstr>2. convergesequence一定bounded.</vt:lpstr>
      <vt:lpstr>3. convergesequence's sign-preserving property.</vt:lpstr>
      <vt:lpstr>4. convergesequence's 任一子sequenceconverge于同一limit .</vt:lpstr>
      <vt:lpstr>Note:</vt:lpstr>
      <vt:lpstr>1. squeezecriterion (criterion1) (p46)</vt:lpstr>
      <vt:lpstr>*3. CauchyExistence Criteria and Two Important Limits(Cauchyconverge原理) (P51)</vt:lpstr>
      <vt:lpstr>Summary</vt:lpstr>
      <vt:lpstr>Think and Exercise</vt:lpstr>
    </vt:vector>
  </TitlesOfParts>
  <Company>xjmc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多元线性回归</dc:title>
  <dc:creator>stat</dc:creator>
  <cp:lastModifiedBy>Rui Li</cp:lastModifiedBy>
  <cp:revision>113</cp:revision>
  <dcterms:created xsi:type="dcterms:W3CDTF">2001-11-27T05:00:25Z</dcterms:created>
  <dcterms:modified xsi:type="dcterms:W3CDTF">2026-09-02T05:31:38Z</dcterms:modified>
</cp:coreProperties>
</file>