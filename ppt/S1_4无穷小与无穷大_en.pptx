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300" r:id="rId9"/>
    <p:sldId id="301" r:id="rId10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157" autoAdjust="0"/>
    <p:restoredTop sz="90929"/>
  </p:normalViewPr>
  <p:slideViewPr>
    <p:cSldViewPr>
      <p:cViewPr varScale="1">
        <p:scale>
          <a:sx n="96" d="100"/>
          <a:sy n="96" d="100"/>
        </p:scale>
        <p:origin x="800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A476-A094-0E8F-5106-F9670F15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D5E4-4811-BE7C-95F3-D93FBECA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BAC73-A9E9-C955-0012-4E10C79A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DB5D9-2E83-4B4D-93E3-3CD1F7D9DD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08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44AA3-7639-FFB4-A7EF-CA6384CB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21505-DC6F-2048-D8E2-ADB72202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D1038-E2C2-A521-1D89-37B5B6DC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595DA-1532-4A96-BDD0-76C3728526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171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81406-866E-28EE-F1DF-2D2D0F6C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E4564-A2AC-D4FE-7691-F50F3C8C8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5FE73-F88F-9691-A5A5-C5A109A0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E7981-E9C8-446F-A432-749E4C45D0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792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3A30E29-14AC-E598-AF05-CE9D013C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0EA627-E2E9-CDF3-8853-C8E3C3BA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B330AC-6BDA-1597-D9E6-43CA3D9C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5C1DB-1C50-49D2-8523-0ABBACB91F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82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69C5452-DAF0-2DB1-54F2-C317ACE59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F511DF-CFBE-8DD8-FC04-976BA9CF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18DDBB-EEAE-18E3-6E76-96300F67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10AF-78B5-4F36-B708-0F99C0FD5D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110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A244DA7-9787-1970-6197-B80CFCEC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146B76-F886-EF4D-406C-0157BF51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C07F40A-C3F7-D38C-F9C4-B3571D16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A6BC9-D997-4521-B908-7A60D1F015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317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0837B5B-7E79-C148-714F-D8F30245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8294C8-B6DD-2090-7A56-67BE5F8D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8770919-9C90-2A59-0F2C-A32CF5F4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6E6AC8-E0BC-4F1F-9B6B-264C3F6D4E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84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5F29BA2-FC96-3AB8-16C3-1DFE52B8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56CD1F-91C1-4FAF-96B1-459749CB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57EB29B-A585-8450-BC31-6F726C29A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BE44D-2924-443C-9E00-3711D1084D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557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974492-C0B9-167A-92D5-01543B82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CED971-AA28-C099-8E92-B2065854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BF28097-C549-8B38-AADA-B2C6C421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B29A7-38F1-46A1-B6B2-0CFF9D621D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909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68C81-9536-8D9F-6774-DCB77625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E8C46-57C5-9212-72A2-6D632261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A59C4-02B8-5F4B-ED8C-8E191683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B3DA2C-1379-4CD4-8CCB-5747E6551B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211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7FF7C-8464-1DB8-4D1B-BB30E8AA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CA97C-C5A8-6CE1-BC4B-380930F2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7F10A-8B7B-D519-8388-ED14331D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5F775-1E22-4B72-ABA7-3AA5950CD9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49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40E3EDD-E0A7-D7F0-3AF2-FAA86C5AB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9AED9C1-2BA0-3686-2AB8-1A6707384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1E75A-9E58-DD02-AD25-307243C2B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126B7-5042-0AE5-978E-38CFC6EB5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3CE67-946E-581E-26AA-99BA5604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B5AE7CE-CBD3-4F14-BBBE-75E025D1EC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emf"/><Relationship Id="rId26" Type="http://schemas.openxmlformats.org/officeDocument/2006/relationships/image" Target="../media/image14.emf"/><Relationship Id="rId3" Type="http://schemas.openxmlformats.org/officeDocument/2006/relationships/image" Target="../media/image2.emf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4.emf"/><Relationship Id="rId12" Type="http://schemas.openxmlformats.org/officeDocument/2006/relationships/image" Target="../media/image7.e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9.emf"/><Relationship Id="rId20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3.emf"/><Relationship Id="rId5" Type="http://schemas.openxmlformats.org/officeDocument/2006/relationships/image" Target="../media/image3.emf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6.emf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emf"/><Relationship Id="rId22" Type="http://schemas.openxmlformats.org/officeDocument/2006/relationships/image" Target="../media/image12.emf"/><Relationship Id="rId27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1.emf"/><Relationship Id="rId18" Type="http://schemas.openxmlformats.org/officeDocument/2006/relationships/oleObject" Target="../embeddings/oleObject21.bin"/><Relationship Id="rId3" Type="http://schemas.openxmlformats.org/officeDocument/2006/relationships/image" Target="../media/image16.emf"/><Relationship Id="rId21" Type="http://schemas.openxmlformats.org/officeDocument/2006/relationships/image" Target="../media/image25.e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3.e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5" Type="http://schemas.openxmlformats.org/officeDocument/2006/relationships/image" Target="../media/image22.e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4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emf"/><Relationship Id="rId14" Type="http://schemas.openxmlformats.org/officeDocument/2006/relationships/oleObject" Target="../embeddings/oleObject1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1.e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26.emf"/><Relationship Id="rId21" Type="http://schemas.openxmlformats.org/officeDocument/2006/relationships/image" Target="../media/image35.emf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3.e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5" Type="http://schemas.openxmlformats.org/officeDocument/2006/relationships/image" Target="../media/image32.e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34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9.emf"/><Relationship Id="rId14" Type="http://schemas.openxmlformats.org/officeDocument/2006/relationships/oleObject" Target="../embeddings/oleObject2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4.emf"/><Relationship Id="rId26" Type="http://schemas.openxmlformats.org/officeDocument/2006/relationships/image" Target="../media/image48.emf"/><Relationship Id="rId3" Type="http://schemas.openxmlformats.org/officeDocument/2006/relationships/image" Target="../media/image36.emf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1.e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oleObject" Target="../embeddings/oleObject33.bin"/><Relationship Id="rId16" Type="http://schemas.openxmlformats.org/officeDocument/2006/relationships/image" Target="../media/image43.emf"/><Relationship Id="rId20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7.e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9.emf"/><Relationship Id="rId10" Type="http://schemas.openxmlformats.org/officeDocument/2006/relationships/image" Target="../media/image40.e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7.png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2.emf"/><Relationship Id="rId22" Type="http://schemas.openxmlformats.org/officeDocument/2006/relationships/image" Target="../media/image46.emf"/><Relationship Id="rId27" Type="http://schemas.openxmlformats.org/officeDocument/2006/relationships/oleObject" Target="../embeddings/oleObject4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5.emf"/><Relationship Id="rId18" Type="http://schemas.openxmlformats.org/officeDocument/2006/relationships/oleObject" Target="../embeddings/oleObject54.bin"/><Relationship Id="rId3" Type="http://schemas.openxmlformats.org/officeDocument/2006/relationships/image" Target="../media/image50.emf"/><Relationship Id="rId21" Type="http://schemas.openxmlformats.org/officeDocument/2006/relationships/image" Target="../media/image59.emf"/><Relationship Id="rId7" Type="http://schemas.openxmlformats.org/officeDocument/2006/relationships/image" Target="../media/image52.e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7.emf"/><Relationship Id="rId2" Type="http://schemas.openxmlformats.org/officeDocument/2006/relationships/oleObject" Target="../embeddings/oleObject46.bin"/><Relationship Id="rId16" Type="http://schemas.openxmlformats.org/officeDocument/2006/relationships/oleObject" Target="../embeddings/oleObject53.bin"/><Relationship Id="rId20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4.emf"/><Relationship Id="rId5" Type="http://schemas.openxmlformats.org/officeDocument/2006/relationships/image" Target="../media/image51.emf"/><Relationship Id="rId15" Type="http://schemas.openxmlformats.org/officeDocument/2006/relationships/image" Target="../media/image56.emf"/><Relationship Id="rId23" Type="http://schemas.openxmlformats.org/officeDocument/2006/relationships/image" Target="../media/image60.emf"/><Relationship Id="rId10" Type="http://schemas.openxmlformats.org/officeDocument/2006/relationships/oleObject" Target="../embeddings/oleObject50.bin"/><Relationship Id="rId19" Type="http://schemas.openxmlformats.org/officeDocument/2006/relationships/image" Target="../media/image58.e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3.emf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56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oleObject" Target="../embeddings/oleObject64.bin"/><Relationship Id="rId26" Type="http://schemas.openxmlformats.org/officeDocument/2006/relationships/oleObject" Target="../embeddings/oleObject68.bin"/><Relationship Id="rId3" Type="http://schemas.openxmlformats.org/officeDocument/2006/relationships/image" Target="../media/image61.emf"/><Relationship Id="rId21" Type="http://schemas.openxmlformats.org/officeDocument/2006/relationships/image" Target="../media/image71.emf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6.emf"/><Relationship Id="rId17" Type="http://schemas.openxmlformats.org/officeDocument/2006/relationships/image" Target="../media/image69.emf"/><Relationship Id="rId25" Type="http://schemas.openxmlformats.org/officeDocument/2006/relationships/image" Target="../media/image73.emf"/><Relationship Id="rId33" Type="http://schemas.openxmlformats.org/officeDocument/2006/relationships/image" Target="../media/image77.e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29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61.bin"/><Relationship Id="rId24" Type="http://schemas.openxmlformats.org/officeDocument/2006/relationships/oleObject" Target="../embeddings/oleObject67.bin"/><Relationship Id="rId32" Type="http://schemas.openxmlformats.org/officeDocument/2006/relationships/oleObject" Target="../embeddings/oleObject71.bin"/><Relationship Id="rId5" Type="http://schemas.openxmlformats.org/officeDocument/2006/relationships/oleObject" Target="../embeddings/oleObject58.bin"/><Relationship Id="rId15" Type="http://schemas.openxmlformats.org/officeDocument/2006/relationships/image" Target="../media/image68.emf"/><Relationship Id="rId23" Type="http://schemas.openxmlformats.org/officeDocument/2006/relationships/image" Target="../media/image72.emf"/><Relationship Id="rId28" Type="http://schemas.openxmlformats.org/officeDocument/2006/relationships/oleObject" Target="../embeddings/oleObject69.bin"/><Relationship Id="rId10" Type="http://schemas.openxmlformats.org/officeDocument/2006/relationships/image" Target="../media/image65.emf"/><Relationship Id="rId19" Type="http://schemas.openxmlformats.org/officeDocument/2006/relationships/image" Target="../media/image70.emf"/><Relationship Id="rId31" Type="http://schemas.openxmlformats.org/officeDocument/2006/relationships/image" Target="../media/image76.emf"/><Relationship Id="rId4" Type="http://schemas.openxmlformats.org/officeDocument/2006/relationships/image" Target="../media/image62.png"/><Relationship Id="rId9" Type="http://schemas.openxmlformats.org/officeDocument/2006/relationships/oleObject" Target="../embeddings/oleObject60.bin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Relationship Id="rId27" Type="http://schemas.openxmlformats.org/officeDocument/2006/relationships/image" Target="../media/image74.emf"/><Relationship Id="rId30" Type="http://schemas.openxmlformats.org/officeDocument/2006/relationships/oleObject" Target="../embeddings/oleObject70.bin"/><Relationship Id="rId8" Type="http://schemas.openxmlformats.org/officeDocument/2006/relationships/image" Target="../media/image64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image" Target="../media/image78.emf"/><Relationship Id="rId7" Type="http://schemas.openxmlformats.org/officeDocument/2006/relationships/image" Target="../media/image80.e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79.emf"/><Relationship Id="rId4" Type="http://schemas.openxmlformats.org/officeDocument/2006/relationships/oleObject" Target="../embeddings/oleObject7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1">
            <a:extLst>
              <a:ext uri="{FF2B5EF4-FFF2-40B4-BE49-F238E27FC236}">
                <a16:creationId xmlns:a16="http://schemas.microsoft.com/office/drawing/2014/main" id="{DC246AE5-55E0-E197-EF27-07D8C2314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31051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4</a:t>
            </a:r>
            <a:endParaRPr lang="zh-CN" altLang="en-US" sz="6000"/>
          </a:p>
        </p:txBody>
      </p:sp>
      <p:sp>
        <p:nvSpPr>
          <p:cNvPr id="13314" name="矩形 2">
            <a:extLst>
              <a:ext uri="{FF2B5EF4-FFF2-40B4-BE49-F238E27FC236}">
                <a16:creationId xmlns:a16="http://schemas.microsoft.com/office/drawing/2014/main" id="{FA589A1B-42D5-616E-CC93-3F9974B83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1309688"/>
            <a:ext cx="651011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Infinitesimals and Infinities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315" name="矩形 4">
            <a:extLst>
              <a:ext uri="{FF2B5EF4-FFF2-40B4-BE49-F238E27FC236}">
                <a16:creationId xmlns:a16="http://schemas.microsoft.com/office/drawing/2014/main" id="{68D23616-2E44-EC17-EE83-FEFC23E85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225675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16" name="矩形 6">
            <a:extLst>
              <a:ext uri="{FF2B5EF4-FFF2-40B4-BE49-F238E27FC236}">
                <a16:creationId xmlns:a16="http://schemas.microsoft.com/office/drawing/2014/main" id="{175C139C-A226-BB4C-D645-601F38CA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738" y="2328863"/>
            <a:ext cx="25747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I. infinitesimal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17" name="矩形 7">
            <a:extLst>
              <a:ext uri="{FF2B5EF4-FFF2-40B4-BE49-F238E27FC236}">
                <a16:creationId xmlns:a16="http://schemas.microsoft.com/office/drawing/2014/main" id="{BEEA3CC1-212D-72FC-6C9C-EE81DBBAA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3059113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/>
              <a:t> </a:t>
            </a:r>
          </a:p>
        </p:txBody>
      </p:sp>
      <p:sp>
        <p:nvSpPr>
          <p:cNvPr id="13318" name="矩形 9">
            <a:extLst>
              <a:ext uri="{FF2B5EF4-FFF2-40B4-BE49-F238E27FC236}">
                <a16:creationId xmlns:a16="http://schemas.microsoft.com/office/drawing/2014/main" id="{5D713A7B-7D15-8293-ED47-14BBABD8A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287" y="476250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</a:rPr>
              <a:t>Chapter 1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3319" name="图片 13" descr="卡通人物&#10;&#10;描述已自动生成">
            <a:extLst>
              <a:ext uri="{FF2B5EF4-FFF2-40B4-BE49-F238E27FC236}">
                <a16:creationId xmlns:a16="http://schemas.microsoft.com/office/drawing/2014/main" id="{DE8575CA-5044-21C5-C93F-F46DA9297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786313"/>
            <a:ext cx="1944687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矩形 1">
            <a:extLst>
              <a:ext uri="{FF2B5EF4-FFF2-40B4-BE49-F238E27FC236}">
                <a16:creationId xmlns:a16="http://schemas.microsoft.com/office/drawing/2014/main" id="{5E43A6D8-6340-3AA7-C3D1-2E55920D3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3149600"/>
            <a:ext cx="17572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>
                <a:latin typeface="等线" panose="02010600030101010101" pitchFamily="2" charset="-122"/>
              </a:rPr>
              <a:t>II. infinity</a:t>
            </a:r>
            <a:endParaRPr lang="zh-CN" altLang="en-US" sz="3200">
              <a:latin typeface="等线" panose="02010600030101010101" pitchFamily="2" charset="-122"/>
            </a:endParaRPr>
          </a:p>
        </p:txBody>
      </p:sp>
      <p:sp>
        <p:nvSpPr>
          <p:cNvPr id="13321" name="矩形 1">
            <a:extLst>
              <a:ext uri="{FF2B5EF4-FFF2-40B4-BE49-F238E27FC236}">
                <a16:creationId xmlns:a16="http://schemas.microsoft.com/office/drawing/2014/main" id="{47A071AB-CF85-7DE3-4B9E-8CF7367AC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150" y="4065588"/>
            <a:ext cx="85138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3200">
                <a:latin typeface="等线" panose="02010600030101010101" pitchFamily="2" charset="-122"/>
              </a:rPr>
              <a:t>III. Infinitesimals and Infinitiesbetween's relation</a:t>
            </a:r>
            <a:endParaRPr lang="zh-CN" altLang="en-US" sz="32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21">
            <a:extLst>
              <a:ext uri="{FF2B5EF4-FFF2-40B4-BE49-F238E27FC236}">
                <a16:creationId xmlns:a16="http://schemas.microsoft.com/office/drawing/2014/main" id="{EE3D54D4-29DB-4906-D983-7AEAF6706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305300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D2687BAA-4248-506A-6743-2C0FCEBF6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26670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I. infinitesimal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id="{60FEDD12-F779-9D6F-05E9-5850CBFF7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8538"/>
            <a:ext cx="1676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Definition1 . if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3" name="Object 5">
            <a:extLst>
              <a:ext uri="{FF2B5EF4-FFF2-40B4-BE49-F238E27FC236}">
                <a16:creationId xmlns:a16="http://schemas.microsoft.com/office/drawing/2014/main" id="{85600CC7-E568-09F4-C0C5-4DE5405F5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5650" y="985838"/>
          <a:ext cx="105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985838"/>
                        <a:ext cx="1054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6">
            <a:extLst>
              <a:ext uri="{FF2B5EF4-FFF2-40B4-BE49-F238E27FC236}">
                <a16:creationId xmlns:a16="http://schemas.microsoft.com/office/drawing/2014/main" id="{FD263420-BACD-87A2-91F4-82732E88D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850" y="993775"/>
            <a:ext cx="1905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function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5" name="Object 7">
            <a:extLst>
              <a:ext uri="{FF2B5EF4-FFF2-40B4-BE49-F238E27FC236}">
                <a16:creationId xmlns:a16="http://schemas.microsoft.com/office/drawing/2014/main" id="{343240A8-0CC6-8E5C-A541-3340E3562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75" y="1039813"/>
          <a:ext cx="160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1039813"/>
                        <a:ext cx="160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8">
            <a:extLst>
              <a:ext uri="{FF2B5EF4-FFF2-40B4-BE49-F238E27FC236}">
                <a16:creationId xmlns:a16="http://schemas.microsoft.com/office/drawing/2014/main" id="{467E2C7A-A914-E414-DC5C-07A1D0805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963613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称</a:t>
            </a: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37" name="Object 9">
            <a:extLst>
              <a:ext uri="{FF2B5EF4-FFF2-40B4-BE49-F238E27FC236}">
                <a16:creationId xmlns:a16="http://schemas.microsoft.com/office/drawing/2014/main" id="{CB42E277-BA87-421C-6B58-67FD49086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5713" y="10160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5713" y="1016000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">
            <a:extLst>
              <a:ext uri="{FF2B5EF4-FFF2-40B4-BE49-F238E27FC236}">
                <a16:creationId xmlns:a16="http://schemas.microsoft.com/office/drawing/2014/main" id="{49F19189-E69A-C739-75AB-52B88EE65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8188" y="1868488"/>
          <a:ext cx="1054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1868488"/>
                        <a:ext cx="1054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1">
            <a:extLst>
              <a:ext uri="{FF2B5EF4-FFF2-40B4-BE49-F238E27FC236}">
                <a16:creationId xmlns:a16="http://schemas.microsoft.com/office/drawing/2014/main" id="{D334AA74-79AE-C36D-7BC6-C22A6522D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813050"/>
            <a:ext cx="12192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2400">
                <a:solidFill>
                  <a:schemeClr val="tx2"/>
                </a:solidFill>
                <a:latin typeface="+mn-ea"/>
              </a:rPr>
              <a:t>for example :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43" name="Object 12">
            <a:extLst>
              <a:ext uri="{FF2B5EF4-FFF2-40B4-BE49-F238E27FC236}">
                <a16:creationId xmlns:a16="http://schemas.microsoft.com/office/drawing/2014/main" id="{34A33E48-E6D6-A190-096F-E81ED062B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" y="3454400"/>
          <a:ext cx="2184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3454400"/>
                        <a:ext cx="2184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3">
            <a:extLst>
              <a:ext uri="{FF2B5EF4-FFF2-40B4-BE49-F238E27FC236}">
                <a16:creationId xmlns:a16="http://schemas.microsoft.com/office/drawing/2014/main" id="{F9C8AF1B-A7FB-A616-3FFA-54009B63A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424238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45" name="Object 14">
            <a:extLst>
              <a:ext uri="{FF2B5EF4-FFF2-40B4-BE49-F238E27FC236}">
                <a16:creationId xmlns:a16="http://schemas.microsoft.com/office/drawing/2014/main" id="{98A5C1ED-05CC-BFEB-6B11-3035ADAE0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7775" y="3500438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3500438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5">
            <a:extLst>
              <a:ext uri="{FF2B5EF4-FFF2-40B4-BE49-F238E27FC236}">
                <a16:creationId xmlns:a16="http://schemas.microsoft.com/office/drawing/2014/main" id="{051FD08F-BAB1-3384-2C73-51728EDE7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3441700"/>
            <a:ext cx="5191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47" name="Object 16">
            <a:extLst>
              <a:ext uri="{FF2B5EF4-FFF2-40B4-BE49-F238E27FC236}">
                <a16:creationId xmlns:a16="http://schemas.microsoft.com/office/drawing/2014/main" id="{151BF5E1-2EB7-311A-77CA-E4532A6229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500438"/>
          <a:ext cx="863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00438"/>
                        <a:ext cx="863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7">
            <a:extLst>
              <a:ext uri="{FF2B5EF4-FFF2-40B4-BE49-F238E27FC236}">
                <a16:creationId xmlns:a16="http://schemas.microsoft.com/office/drawing/2014/main" id="{3013706E-3A0D-A707-6CF0-03734405B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3419475"/>
            <a:ext cx="2209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is infinitesimal;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49" name="Object 18">
            <a:extLst>
              <a:ext uri="{FF2B5EF4-FFF2-40B4-BE49-F238E27FC236}">
                <a16:creationId xmlns:a16="http://schemas.microsoft.com/office/drawing/2014/main" id="{7AAD74C6-68FA-97C9-384C-0840B75A35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4227513"/>
          <a:ext cx="15748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4227513"/>
                        <a:ext cx="15748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9">
            <a:extLst>
              <a:ext uri="{FF2B5EF4-FFF2-40B4-BE49-F238E27FC236}">
                <a16:creationId xmlns:a16="http://schemas.microsoft.com/office/drawing/2014/main" id="{6F9F2860-0F02-F74D-1744-BA84522BA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311650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51" name="Object 20">
            <a:extLst>
              <a:ext uri="{FF2B5EF4-FFF2-40B4-BE49-F238E27FC236}">
                <a16:creationId xmlns:a16="http://schemas.microsoft.com/office/drawing/2014/main" id="{C6B03236-C7AF-065E-8871-135D5C0A7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4175"/>
          <a:ext cx="2540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4175"/>
                        <a:ext cx="25400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2">
            <a:extLst>
              <a:ext uri="{FF2B5EF4-FFF2-40B4-BE49-F238E27FC236}">
                <a16:creationId xmlns:a16="http://schemas.microsoft.com/office/drawing/2014/main" id="{1A355771-0F11-9FC8-C302-CBF2FB9E4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0" y="4402138"/>
          <a:ext cx="1003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4402138"/>
                        <a:ext cx="1003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23">
            <a:extLst>
              <a:ext uri="{FF2B5EF4-FFF2-40B4-BE49-F238E27FC236}">
                <a16:creationId xmlns:a16="http://schemas.microsoft.com/office/drawing/2014/main" id="{2CF96A04-DFFE-5F25-1E93-25162A061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305300"/>
            <a:ext cx="205105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is infinitesimal;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54" name="Object 24">
            <a:extLst>
              <a:ext uri="{FF2B5EF4-FFF2-40B4-BE49-F238E27FC236}">
                <a16:creationId xmlns:a16="http://schemas.microsoft.com/office/drawing/2014/main" id="{4B91A03F-DE76-2DED-2FF5-F94A97D6DF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100" y="5199063"/>
          <a:ext cx="246062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5199063"/>
                        <a:ext cx="246062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25">
            <a:extLst>
              <a:ext uri="{FF2B5EF4-FFF2-40B4-BE49-F238E27FC236}">
                <a16:creationId xmlns:a16="http://schemas.microsoft.com/office/drawing/2014/main" id="{4B689AF7-65F5-FA1D-7C13-0AF32DFFE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338763"/>
            <a:ext cx="12954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function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73" name="Object 26">
            <a:extLst>
              <a:ext uri="{FF2B5EF4-FFF2-40B4-BE49-F238E27FC236}">
                <a16:creationId xmlns:a16="http://schemas.microsoft.com/office/drawing/2014/main" id="{8C3F5982-EFEF-EFFB-A291-420D7D01B1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5253038"/>
          <a:ext cx="92233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253038"/>
                        <a:ext cx="922338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27">
            <a:extLst>
              <a:ext uri="{FF2B5EF4-FFF2-40B4-BE49-F238E27FC236}">
                <a16:creationId xmlns:a16="http://schemas.microsoft.com/office/drawing/2014/main" id="{8FEB6A4C-7253-476C-7206-6848CDB90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5356225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75" name="Object 28">
            <a:extLst>
              <a:ext uri="{FF2B5EF4-FFF2-40B4-BE49-F238E27FC236}">
                <a16:creationId xmlns:a16="http://schemas.microsoft.com/office/drawing/2014/main" id="{E35CAB92-1E3B-6CAC-6273-73BAE4B093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5461000"/>
          <a:ext cx="1219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461000"/>
                        <a:ext cx="12192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30">
            <a:extLst>
              <a:ext uri="{FF2B5EF4-FFF2-40B4-BE49-F238E27FC236}">
                <a16:creationId xmlns:a16="http://schemas.microsoft.com/office/drawing/2014/main" id="{BB1ED0DF-F0F0-B261-05EC-CC48A7CA6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6213" y="1870075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</a:t>
            </a:r>
            <a:endParaRPr lang="zh-CN" altLang="en-US" sz="2400"/>
          </a:p>
        </p:txBody>
      </p:sp>
      <p:sp>
        <p:nvSpPr>
          <p:cNvPr id="79" name="Text Box 31">
            <a:extLst>
              <a:ext uri="{FF2B5EF4-FFF2-40B4-BE49-F238E27FC236}">
                <a16:creationId xmlns:a16="http://schemas.microsoft.com/office/drawing/2014/main" id="{F24F7E13-7E46-478B-96BE-BB59F88D4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3" y="1887538"/>
            <a:ext cx="1905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's infinitesimal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0" name="Text Box 32">
            <a:extLst>
              <a:ext uri="{FF2B5EF4-FFF2-40B4-BE49-F238E27FC236}">
                <a16:creationId xmlns:a16="http://schemas.microsoft.com/office/drawing/2014/main" id="{55323E67-FAD0-6962-FADC-8074AF5B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322888"/>
            <a:ext cx="2900153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>
                <a:latin typeface="+mn-ea"/>
              </a:rPr>
              <a:t>when is infinitesimal.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0C3D42-908A-AE65-1BB6-8F1AA5DFB32C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55144" y="1416372"/>
            <a:ext cx="1971117" cy="461665"/>
          </a:xfrm>
          <a:prstGeom prst="rect">
            <a:avLst/>
          </a:prstGeom>
          <a:blipFill>
            <a:blip r:embed="rId27"/>
            <a:stretch>
              <a:fillRect l="-5128" t="-10811" r="-3846" b="-2702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9564EA-6336-3BBA-0DA1-9B5C5E55673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55144" y="2279406"/>
            <a:ext cx="1971117" cy="461665"/>
          </a:xfrm>
          <a:prstGeom prst="rect">
            <a:avLst/>
          </a:prstGeom>
          <a:blipFill>
            <a:blip r:embed="rId27"/>
            <a:stretch>
              <a:fillRect l="-5128" t="-10526" r="-3846" b="-2368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2" grpId="0" autoUpdateAnimBg="0"/>
      <p:bldP spid="34" grpId="0" autoUpdateAnimBg="0"/>
      <p:bldP spid="36" grpId="0" autoUpdateAnimBg="0"/>
      <p:bldP spid="42" grpId="0" autoUpdateAnimBg="0"/>
      <p:bldP spid="44" grpId="0" autoUpdateAnimBg="0"/>
      <p:bldP spid="46" grpId="0" autoUpdateAnimBg="0"/>
      <p:bldP spid="48" grpId="0" autoUpdateAnimBg="0"/>
      <p:bldP spid="50" grpId="0" autoUpdateAnimBg="0"/>
      <p:bldP spid="53" grpId="0" autoUpdateAnimBg="0"/>
      <p:bldP spid="56" grpId="0" autoUpdateAnimBg="0"/>
      <p:bldP spid="74" grpId="0" autoUpdateAnimBg="0"/>
      <p:bldP spid="78" grpId="0" autoUpdateAnimBg="0"/>
      <p:bldP spid="79" grpId="0" autoUpdateAnimBg="0"/>
      <p:bldP spid="80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>
            <a:extLst>
              <a:ext uri="{FF2B5EF4-FFF2-40B4-BE49-F238E27FC236}">
                <a16:creationId xmlns:a16="http://schemas.microsoft.com/office/drawing/2014/main" id="{9F519777-1D91-4C1B-4010-C4CF0E1A0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438400"/>
            <a:ext cx="10588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Note:</a:t>
            </a:r>
          </a:p>
        </p:txBody>
      </p:sp>
      <p:sp>
        <p:nvSpPr>
          <p:cNvPr id="69" name="Text Box 4">
            <a:extLst>
              <a:ext uri="{FF2B5EF4-FFF2-40B4-BE49-F238E27FC236}">
                <a16:creationId xmlns:a16="http://schemas.microsoft.com/office/drawing/2014/main" id="{0157F1BD-DF07-D382-353D-8FA78C0DE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38400"/>
            <a:ext cx="5740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except 0 </a:t>
            </a:r>
            <a:r>
              <a:rPr lang="zh-CN" altLang="en-GB" sz="2400">
                <a:latin typeface="+mn-ea"/>
              </a:rPr>
              <a:t>以</a:t>
            </a:r>
            <a:r>
              <a:rPr lang="en-GB" altLang="zh-CN" sz="2400">
                <a:latin typeface="+mn-ea"/>
              </a:rPr>
              <a:t>outside any very small's constant all not is infinitesimal !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0" name="Text Box 5">
            <a:extLst>
              <a:ext uri="{FF2B5EF4-FFF2-40B4-BE49-F238E27FC236}">
                <a16:creationId xmlns:a16="http://schemas.microsoft.com/office/drawing/2014/main" id="{A18A28D9-D4B2-6B03-209E-FC213944C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986088"/>
            <a:ext cx="114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because</a:t>
            </a:r>
            <a:endParaRPr lang="zh-CN" altLang="en-US" sz="2400"/>
          </a:p>
        </p:txBody>
      </p:sp>
      <p:graphicFrame>
        <p:nvGraphicFramePr>
          <p:cNvPr id="71" name="Object 6">
            <a:extLst>
              <a:ext uri="{FF2B5EF4-FFF2-40B4-BE49-F238E27FC236}">
                <a16:creationId xmlns:a16="http://schemas.microsoft.com/office/drawing/2014/main" id="{55352E67-51BB-0AF9-A047-852794929C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4913" y="3633788"/>
          <a:ext cx="228758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3633788"/>
                        <a:ext cx="228758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">
            <a:extLst>
              <a:ext uri="{FF2B5EF4-FFF2-40B4-BE49-F238E27FC236}">
                <a16:creationId xmlns:a16="http://schemas.microsoft.com/office/drawing/2014/main" id="{63453D83-A2AE-7042-4547-51A40D17A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3695700"/>
          <a:ext cx="13525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695700"/>
                        <a:ext cx="13525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8">
            <a:extLst>
              <a:ext uri="{FF2B5EF4-FFF2-40B4-BE49-F238E27FC236}">
                <a16:creationId xmlns:a16="http://schemas.microsoft.com/office/drawing/2014/main" id="{2E3E063F-CCD9-C82E-3961-331B26FDC7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695700"/>
          <a:ext cx="1320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695700"/>
                        <a:ext cx="13208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Text Box 9">
            <a:extLst>
              <a:ext uri="{FF2B5EF4-FFF2-40B4-BE49-F238E27FC236}">
                <a16:creationId xmlns:a16="http://schemas.microsoft.com/office/drawing/2014/main" id="{474A7F89-2F0F-60CF-BAD3-A32934D3F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975" y="4357688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76" name="Object 10">
            <a:extLst>
              <a:ext uri="{FF2B5EF4-FFF2-40B4-BE49-F238E27FC236}">
                <a16:creationId xmlns:a16="http://schemas.microsoft.com/office/drawing/2014/main" id="{D7D26F6C-A190-D827-DCC4-E51C8BAA31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0175" y="4318000"/>
          <a:ext cx="24098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4318000"/>
                        <a:ext cx="240982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 Box 11">
            <a:extLst>
              <a:ext uri="{FF2B5EF4-FFF2-40B4-BE49-F238E27FC236}">
                <a16:creationId xmlns:a16="http://schemas.microsoft.com/office/drawing/2014/main" id="{97AD491D-1DCF-8338-C7D0-4013D3E71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381500"/>
            <a:ext cx="914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79" name="Object 12">
            <a:extLst>
              <a:ext uri="{FF2B5EF4-FFF2-40B4-BE49-F238E27FC236}">
                <a16:creationId xmlns:a16="http://schemas.microsoft.com/office/drawing/2014/main" id="{B97B567C-DEC8-264C-69FA-33CC12BB5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5057775"/>
          <a:ext cx="227806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057775"/>
                        <a:ext cx="227806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13">
            <a:extLst>
              <a:ext uri="{FF2B5EF4-FFF2-40B4-BE49-F238E27FC236}">
                <a16:creationId xmlns:a16="http://schemas.microsoft.com/office/drawing/2014/main" id="{E25EFFF8-FCB1-0E03-187E-FC6C51353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5483225"/>
            <a:ext cx="3124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clearly C only can is 0 !</a:t>
            </a:r>
            <a:endParaRPr lang="en-US" altLang="zh-CN" sz="2400" dirty="0">
              <a:latin typeface="+mn-ea"/>
            </a:endParaRPr>
          </a:p>
        </p:txBody>
      </p:sp>
      <p:sp>
        <p:nvSpPr>
          <p:cNvPr id="81" name="Line 14">
            <a:extLst>
              <a:ext uri="{FF2B5EF4-FFF2-40B4-BE49-F238E27FC236}">
                <a16:creationId xmlns:a16="http://schemas.microsoft.com/office/drawing/2014/main" id="{02956F2F-61B1-4830-49CD-72E5060C8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8481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15">
            <a:extLst>
              <a:ext uri="{FF2B5EF4-FFF2-40B4-BE49-F238E27FC236}">
                <a16:creationId xmlns:a16="http://schemas.microsoft.com/office/drawing/2014/main" id="{53575E79-E630-D704-81ED-5187442EF1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0005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7">
            <a:extLst>
              <a:ext uri="{FF2B5EF4-FFF2-40B4-BE49-F238E27FC236}">
                <a16:creationId xmlns:a16="http://schemas.microsoft.com/office/drawing/2014/main" id="{3CBFB393-646D-DA57-256A-74C5141BF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657600"/>
            <a:ext cx="762000" cy="5476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i="1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84" name="Rectangle 20">
            <a:extLst>
              <a:ext uri="{FF2B5EF4-FFF2-40B4-BE49-F238E27FC236}">
                <a16:creationId xmlns:a16="http://schemas.microsoft.com/office/drawing/2014/main" id="{EBFC269D-C20A-DE50-4552-57543F577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105400"/>
            <a:ext cx="831850" cy="5476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i="1">
                <a:solidFill>
                  <a:schemeClr val="tx2"/>
                </a:solidFill>
              </a:rPr>
              <a:t>C</a:t>
            </a:r>
          </a:p>
        </p:txBody>
      </p:sp>
      <p:graphicFrame>
        <p:nvGraphicFramePr>
          <p:cNvPr id="15376" name="Object 24">
            <a:extLst>
              <a:ext uri="{FF2B5EF4-FFF2-40B4-BE49-F238E27FC236}">
                <a16:creationId xmlns:a16="http://schemas.microsoft.com/office/drawing/2014/main" id="{3DC7AA44-2247-5BEB-88F0-69322D943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6275" y="596900"/>
          <a:ext cx="123348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596900"/>
                        <a:ext cx="123348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Text Box 25">
            <a:extLst>
              <a:ext uri="{FF2B5EF4-FFF2-40B4-BE49-F238E27FC236}">
                <a16:creationId xmlns:a16="http://schemas.microsoft.com/office/drawing/2014/main" id="{78F0EBA9-6E49-E5D9-AC71-1820031CA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715963"/>
            <a:ext cx="1905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function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15378" name="Object 26">
            <a:extLst>
              <a:ext uri="{FF2B5EF4-FFF2-40B4-BE49-F238E27FC236}">
                <a16:creationId xmlns:a16="http://schemas.microsoft.com/office/drawing/2014/main" id="{852C9D20-EBB4-2F73-26F1-8B07287E4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687388"/>
          <a:ext cx="17383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687388"/>
                        <a:ext cx="17383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9" name="Group 38">
            <a:extLst>
              <a:ext uri="{FF2B5EF4-FFF2-40B4-BE49-F238E27FC236}">
                <a16:creationId xmlns:a16="http://schemas.microsoft.com/office/drawing/2014/main" id="{715F6AAC-B5C7-D7B8-7A2A-8EAC33AB3C68}"/>
              </a:ext>
            </a:extLst>
          </p:cNvPr>
          <p:cNvGrpSpPr>
            <a:grpSpLocks/>
          </p:cNvGrpSpPr>
          <p:nvPr/>
        </p:nvGrpSpPr>
        <p:grpSpPr bwMode="auto">
          <a:xfrm>
            <a:off x="3135313" y="704850"/>
            <a:ext cx="2098675" cy="460375"/>
            <a:chOff x="2160" y="595"/>
            <a:chExt cx="1335" cy="291"/>
          </a:xfrm>
        </p:grpSpPr>
        <p:sp>
          <p:nvSpPr>
            <p:cNvPr id="89" name="Text Box 27">
              <a:extLst>
                <a:ext uri="{FF2B5EF4-FFF2-40B4-BE49-F238E27FC236}">
                  <a16:creationId xmlns:a16="http://schemas.microsoft.com/office/drawing/2014/main" id="{8F9DAD23-CAF2-0A1C-1450-C5E2FEA93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595"/>
              <a:ext cx="133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>
                  <a:latin typeface="+mn-ea"/>
                </a:rPr>
                <a:t>( or )</a:t>
              </a:r>
              <a:endParaRPr lang="en-US" altLang="zh-CN" sz="2400" dirty="0">
                <a:latin typeface="+mn-ea"/>
              </a:endParaRPr>
            </a:p>
          </p:txBody>
        </p:sp>
        <p:graphicFrame>
          <p:nvGraphicFramePr>
            <p:cNvPr id="15392" name="Object 28">
              <a:extLst>
                <a:ext uri="{FF2B5EF4-FFF2-40B4-BE49-F238E27FC236}">
                  <a16:creationId xmlns:a16="http://schemas.microsoft.com/office/drawing/2014/main" id="{2FB913AA-E321-2C90-BA28-1A6D04A625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4" y="640"/>
            <a:ext cx="755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4" y="640"/>
                          <a:ext cx="755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80" name="Text Box 30">
            <a:extLst>
              <a:ext uri="{FF2B5EF4-FFF2-40B4-BE49-F238E27FC236}">
                <a16:creationId xmlns:a16="http://schemas.microsoft.com/office/drawing/2014/main" id="{BED4FB5C-68F2-8F69-786E-A272E7118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03350"/>
            <a:ext cx="1752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称</a:t>
            </a: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15381" name="Object 31">
            <a:extLst>
              <a:ext uri="{FF2B5EF4-FFF2-40B4-BE49-F238E27FC236}">
                <a16:creationId xmlns:a16="http://schemas.microsoft.com/office/drawing/2014/main" id="{B20BA68B-7F16-1AC4-52D6-CCF6C9F03C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8463" y="1374775"/>
          <a:ext cx="8921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1374775"/>
                        <a:ext cx="8921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2" name="Text Box 32">
            <a:extLst>
              <a:ext uri="{FF2B5EF4-FFF2-40B4-BE49-F238E27FC236}">
                <a16:creationId xmlns:a16="http://schemas.microsoft.com/office/drawing/2014/main" id="{C74520E4-D28A-90C0-A269-BB3EC465F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538" y="1401763"/>
            <a:ext cx="7461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</a:t>
            </a:r>
            <a:endParaRPr lang="zh-CN" altLang="en-US" sz="2400"/>
          </a:p>
        </p:txBody>
      </p:sp>
      <p:graphicFrame>
        <p:nvGraphicFramePr>
          <p:cNvPr id="15383" name="Object 33">
            <a:extLst>
              <a:ext uri="{FF2B5EF4-FFF2-40B4-BE49-F238E27FC236}">
                <a16:creationId xmlns:a16="http://schemas.microsoft.com/office/drawing/2014/main" id="{2965F634-36FE-50F9-1306-06C485DCB9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1325" y="1285875"/>
          <a:ext cx="123348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1285875"/>
                        <a:ext cx="123348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4" name="Line 36">
            <a:extLst>
              <a:ext uri="{FF2B5EF4-FFF2-40B4-BE49-F238E27FC236}">
                <a16:creationId xmlns:a16="http://schemas.microsoft.com/office/drawing/2014/main" id="{9BA45820-51F0-4A7F-E80B-EA8233C49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133600"/>
            <a:ext cx="8686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Rectangle 37">
            <a:extLst>
              <a:ext uri="{FF2B5EF4-FFF2-40B4-BE49-F238E27FC236}">
                <a16:creationId xmlns:a16="http://schemas.microsoft.com/office/drawing/2014/main" id="{C0E6F05F-D3C9-6ADA-416B-B3DB829A8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2057400" cy="647700"/>
          </a:xfrm>
        </p:spPr>
        <p:txBody>
          <a:bodyPr/>
          <a:lstStyle/>
          <a:p>
            <a:pPr>
              <a:defRPr/>
            </a:pPr>
            <a:r>
              <a:rPr lang="en-US" altLang="zh-CN" sz="2400" b="1">
                <a:latin typeface="+mn-ea"/>
                <a:ea typeface="+mn-ea"/>
              </a:rPr>
              <a:t>Definition1. if</a:t>
            </a:r>
            <a:endParaRPr lang="zh-CN" altLang="en-US" sz="2400" dirty="0">
              <a:latin typeface="+mn-ea"/>
              <a:ea typeface="+mn-ea"/>
            </a:endParaRPr>
          </a:p>
        </p:txBody>
      </p:sp>
      <p:grpSp>
        <p:nvGrpSpPr>
          <p:cNvPr id="15386" name="Group 39">
            <a:extLst>
              <a:ext uri="{FF2B5EF4-FFF2-40B4-BE49-F238E27FC236}">
                <a16:creationId xmlns:a16="http://schemas.microsoft.com/office/drawing/2014/main" id="{EC705926-2F9E-197C-E8B8-99E3BFEAC894}"/>
              </a:ext>
            </a:extLst>
          </p:cNvPr>
          <p:cNvGrpSpPr>
            <a:grpSpLocks/>
          </p:cNvGrpSpPr>
          <p:nvPr/>
        </p:nvGrpSpPr>
        <p:grpSpPr bwMode="auto">
          <a:xfrm>
            <a:off x="4205288" y="1416050"/>
            <a:ext cx="2119312" cy="461963"/>
            <a:chOff x="2160" y="595"/>
            <a:chExt cx="1335" cy="291"/>
          </a:xfrm>
        </p:grpSpPr>
        <p:sp>
          <p:nvSpPr>
            <p:cNvPr id="99" name="Text Box 40">
              <a:extLst>
                <a:ext uri="{FF2B5EF4-FFF2-40B4-BE49-F238E27FC236}">
                  <a16:creationId xmlns:a16="http://schemas.microsoft.com/office/drawing/2014/main" id="{90499C0A-D97B-6105-59F4-6EB78CE55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595"/>
              <a:ext cx="133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>
                  <a:latin typeface="+mn-ea"/>
                </a:rPr>
                <a:t>( or )</a:t>
              </a:r>
              <a:endParaRPr lang="en-US" altLang="zh-CN" sz="2400" dirty="0">
                <a:latin typeface="+mn-ea"/>
              </a:endParaRPr>
            </a:p>
          </p:txBody>
        </p:sp>
        <p:graphicFrame>
          <p:nvGraphicFramePr>
            <p:cNvPr id="15390" name="Object 41">
              <a:extLst>
                <a:ext uri="{FF2B5EF4-FFF2-40B4-BE49-F238E27FC236}">
                  <a16:creationId xmlns:a16="http://schemas.microsoft.com/office/drawing/2014/main" id="{DD4B3667-D57C-EFC6-9FD5-6A4F933C44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60" y="649"/>
            <a:ext cx="755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0" y="649"/>
                          <a:ext cx="755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87" name="Text Box 42">
            <a:extLst>
              <a:ext uri="{FF2B5EF4-FFF2-40B4-BE49-F238E27FC236}">
                <a16:creationId xmlns:a16="http://schemas.microsoft.com/office/drawing/2014/main" id="{3396B212-0942-21D6-CD85-B96AC50B4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723900"/>
            <a:ext cx="7649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then</a:t>
            </a:r>
            <a:endParaRPr lang="zh-CN" altLang="en-US" sz="2400"/>
          </a:p>
        </p:txBody>
      </p:sp>
      <p:sp>
        <p:nvSpPr>
          <p:cNvPr id="102" name="Text Box 43">
            <a:extLst>
              <a:ext uri="{FF2B5EF4-FFF2-40B4-BE49-F238E27FC236}">
                <a16:creationId xmlns:a16="http://schemas.microsoft.com/office/drawing/2014/main" id="{B7A6479E-A5A8-111C-AC8F-FF0F09358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575" y="1462088"/>
            <a:ext cx="1905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's infinitesimal .</a:t>
            </a:r>
            <a:endParaRPr lang="en-US" altLang="zh-CN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utoUpdateAnimBg="0"/>
      <p:bldP spid="70" grpId="0" autoUpdateAnimBg="0"/>
      <p:bldP spid="75" grpId="0" autoUpdateAnimBg="0"/>
      <p:bldP spid="77" grpId="0" autoUpdateAnimBg="0"/>
      <p:bldP spid="80" grpId="0" autoUpdateAnimBg="0"/>
      <p:bldP spid="83" grpId="0" animBg="1" autoUpdateAnimBg="0"/>
      <p:bldP spid="84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">
            <a:extLst>
              <a:ext uri="{FF2B5EF4-FFF2-40B4-BE49-F238E27FC236}">
                <a16:creationId xmlns:a16="http://schemas.microsoft.com/office/drawing/2014/main" id="{4043A6D8-FF97-A4E1-1296-38562B277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763" y="1081088"/>
            <a:ext cx="1862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where is</a:t>
            </a:r>
            <a:endParaRPr lang="zh-CN" altLang="en-US" sz="2400"/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04B5D31E-BF60-A9DB-AE06-B4A8CBF40F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0925" y="1057275"/>
          <a:ext cx="1143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0925" y="1057275"/>
                        <a:ext cx="1143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5">
            <a:extLst>
              <a:ext uri="{FF2B5EF4-FFF2-40B4-BE49-F238E27FC236}">
                <a16:creationId xmlns:a16="http://schemas.microsoft.com/office/drawing/2014/main" id="{A05986B3-A425-B122-F3F8-3F74A4926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614488"/>
            <a:ext cx="22860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's infinitesimal quantity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C51CB991-39DA-C0D4-4735-E028DEF30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327025"/>
            <a:ext cx="6873875" cy="609600"/>
          </a:xfrm>
        </p:spPr>
        <p:txBody>
          <a:bodyPr/>
          <a:lstStyle/>
          <a:p>
            <a:pPr>
              <a:defRPr/>
            </a:pPr>
            <a:r>
              <a:rPr lang="en-GB" altLang="zh-CN" sz="3200" b="1">
                <a:latin typeface="+mn-ea"/>
                <a:ea typeface="+mn-ea"/>
              </a:rPr>
              <a:t>Theorem 1 . ( infinitesimal and functionlimit's relation )</a:t>
            </a:r>
            <a:endParaRPr lang="en-US" altLang="zh-CN" sz="3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64640E36-D241-817D-6F3B-410743DC3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788" y="1076325"/>
          <a:ext cx="23479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1076325"/>
                        <a:ext cx="234791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8">
            <a:extLst>
              <a:ext uri="{FF2B5EF4-FFF2-40B4-BE49-F238E27FC236}">
                <a16:creationId xmlns:a16="http://schemas.microsoft.com/office/drawing/2014/main" id="{60A438E1-FDAE-B67C-263A-5FC501B926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1270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9">
            <a:extLst>
              <a:ext uri="{FF2B5EF4-FFF2-40B4-BE49-F238E27FC236}">
                <a16:creationId xmlns:a16="http://schemas.microsoft.com/office/drawing/2014/main" id="{793A5560-2D15-FD0D-A77D-805B98B9E8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0813" y="1385888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Object 10">
            <a:extLst>
              <a:ext uri="{FF2B5EF4-FFF2-40B4-BE49-F238E27FC236}">
                <a16:creationId xmlns:a16="http://schemas.microsoft.com/office/drawing/2014/main" id="{FBE25B89-C4D7-0839-D42A-1C968326B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081088"/>
          <a:ext cx="1776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081088"/>
                        <a:ext cx="1776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4ADBAED5-568A-2770-517F-3A68990726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1157288"/>
          <a:ext cx="5381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157288"/>
                        <a:ext cx="5381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2">
            <a:extLst>
              <a:ext uri="{FF2B5EF4-FFF2-40B4-BE49-F238E27FC236}">
                <a16:creationId xmlns:a16="http://schemas.microsoft.com/office/drawing/2014/main" id="{A312DA8B-983C-600D-E4D0-62D6CF351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2133600"/>
            <a:ext cx="838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Proof:</a:t>
            </a:r>
            <a:endParaRPr lang="en-US" altLang="zh-CN" sz="2400" dirty="0">
              <a:solidFill>
                <a:schemeClr val="tx2"/>
              </a:solidFill>
              <a:latin typeface="+mn-ea"/>
            </a:endParaRPr>
          </a:p>
        </p:txBody>
      </p:sp>
      <p:graphicFrame>
        <p:nvGraphicFramePr>
          <p:cNvPr id="31" name="Object 13">
            <a:extLst>
              <a:ext uri="{FF2B5EF4-FFF2-40B4-BE49-F238E27FC236}">
                <a16:creationId xmlns:a16="http://schemas.microsoft.com/office/drawing/2014/main" id="{DD55EFBE-CFDB-6B48-7B15-55C98FFD5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2046288"/>
          <a:ext cx="23479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2046288"/>
                        <a:ext cx="234791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15">
            <a:extLst>
              <a:ext uri="{FF2B5EF4-FFF2-40B4-BE49-F238E27FC236}">
                <a16:creationId xmlns:a16="http://schemas.microsoft.com/office/drawing/2014/main" id="{DB8CA869-A6EE-DBC3-F3F0-50A69EC1D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317875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" name="Object 16">
            <a:extLst>
              <a:ext uri="{FF2B5EF4-FFF2-40B4-BE49-F238E27FC236}">
                <a16:creationId xmlns:a16="http://schemas.microsoft.com/office/drawing/2014/main" id="{D1821876-C6EF-BEE0-D207-2F5EC00C76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149600"/>
          <a:ext cx="2538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49600"/>
                        <a:ext cx="2538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7">
            <a:extLst>
              <a:ext uri="{FF2B5EF4-FFF2-40B4-BE49-F238E27FC236}">
                <a16:creationId xmlns:a16="http://schemas.microsoft.com/office/drawing/2014/main" id="{BD024EAD-BFB2-8C91-8452-9F3BA0AE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100388"/>
            <a:ext cx="685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楷体_GB2312" pitchFamily="49" charset="-122"/>
              </a:rPr>
              <a:t>当</a:t>
            </a:r>
          </a:p>
        </p:txBody>
      </p:sp>
      <p:graphicFrame>
        <p:nvGraphicFramePr>
          <p:cNvPr id="35" name="Object 18">
            <a:extLst>
              <a:ext uri="{FF2B5EF4-FFF2-40B4-BE49-F238E27FC236}">
                <a16:creationId xmlns:a16="http://schemas.microsoft.com/office/drawing/2014/main" id="{B9EE7E6A-38CC-4553-D173-6BF8D525E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8600" y="3094038"/>
          <a:ext cx="2286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3094038"/>
                        <a:ext cx="2286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9">
            <a:extLst>
              <a:ext uri="{FF2B5EF4-FFF2-40B4-BE49-F238E27FC236}">
                <a16:creationId xmlns:a16="http://schemas.microsoft.com/office/drawing/2014/main" id="{BE17F516-75FF-3D34-7784-3AC2B0591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3963" y="3149600"/>
            <a:ext cx="1143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, has</a:t>
            </a:r>
            <a:endParaRPr lang="zh-CN" altLang="en-US" sz="2400" dirty="0">
              <a:latin typeface="+mn-ea"/>
            </a:endParaRPr>
          </a:p>
        </p:txBody>
      </p:sp>
      <p:graphicFrame>
        <p:nvGraphicFramePr>
          <p:cNvPr id="37" name="Object 20">
            <a:extLst>
              <a:ext uri="{FF2B5EF4-FFF2-40B4-BE49-F238E27FC236}">
                <a16:creationId xmlns:a16="http://schemas.microsoft.com/office/drawing/2014/main" id="{472AC3D3-1C16-EC6B-BED8-DC1128D01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5538" y="3657600"/>
          <a:ext cx="22526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3657600"/>
                        <a:ext cx="225266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1">
            <a:extLst>
              <a:ext uri="{FF2B5EF4-FFF2-40B4-BE49-F238E27FC236}">
                <a16:creationId xmlns:a16="http://schemas.microsoft.com/office/drawing/2014/main" id="{3A452106-8A5B-706B-9BEB-E41000BEB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4419600"/>
          <a:ext cx="21463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419600"/>
                        <a:ext cx="21463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Line 22">
            <a:extLst>
              <a:ext uri="{FF2B5EF4-FFF2-40B4-BE49-F238E27FC236}">
                <a16:creationId xmlns:a16="http://schemas.microsoft.com/office/drawing/2014/main" id="{B29A62B7-81C4-3699-0C1C-18C7F1856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38" y="4891088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" name="Object 23">
            <a:extLst>
              <a:ext uri="{FF2B5EF4-FFF2-40B4-BE49-F238E27FC236}">
                <a16:creationId xmlns:a16="http://schemas.microsoft.com/office/drawing/2014/main" id="{A75864C0-80E6-906E-C662-EB3BE0D06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0738" y="4538663"/>
          <a:ext cx="17764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4538663"/>
                        <a:ext cx="177641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24">
            <a:extLst>
              <a:ext uri="{FF2B5EF4-FFF2-40B4-BE49-F238E27FC236}">
                <a16:creationId xmlns:a16="http://schemas.microsoft.com/office/drawing/2014/main" id="{A77FD8D2-4858-57F1-1600-36F45EA17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00" y="5567363"/>
            <a:ext cx="5080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latin typeface="+mn-ea"/>
              </a:rPr>
              <a:t>对</a:t>
            </a:r>
            <a:r>
              <a:rPr lang="en-US" altLang="zh-CN" sz="2400">
                <a:latin typeface="+mn-ea"/>
              </a:rPr>
              <a:t>independent variable's its it limiting process class </a:t>
            </a:r>
            <a:r>
              <a:rPr lang="zh-CN" altLang="en-US" sz="2400">
                <a:latin typeface="+mn-ea"/>
              </a:rPr>
              <a:t>似 </a:t>
            </a:r>
            <a:r>
              <a:rPr lang="en-US" altLang="zh-CN" sz="2400">
                <a:latin typeface="+mn-ea"/>
              </a:rPr>
              <a:t>canProof 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56" name="Line 26">
            <a:extLst>
              <a:ext uri="{FF2B5EF4-FFF2-40B4-BE49-F238E27FC236}">
                <a16:creationId xmlns:a16="http://schemas.microsoft.com/office/drawing/2014/main" id="{4D14D88E-4B27-CEA5-6F84-78CC69B71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4353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27">
            <a:extLst>
              <a:ext uri="{FF2B5EF4-FFF2-40B4-BE49-F238E27FC236}">
                <a16:creationId xmlns:a16="http://schemas.microsoft.com/office/drawing/2014/main" id="{D3A8F037-0A3D-C27E-C2F6-589B53524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38" y="50101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3" grpId="0" autoUpdateAnimBg="0"/>
      <p:bldP spid="30" grpId="0" build="p" autoUpdateAnimBg="0"/>
      <p:bldP spid="34" grpId="0" build="p" autoUpdateAnimBg="0"/>
      <p:bldP spid="36" grpId="0" build="p" autoUpdateAnimBg="0" advAuto="0"/>
      <p:bldP spid="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">
            <a:extLst>
              <a:ext uri="{FF2B5EF4-FFF2-40B4-BE49-F238E27FC236}">
                <a16:creationId xmlns:a16="http://schemas.microsoft.com/office/drawing/2014/main" id="{FF8CCDDE-C204-DD1B-8ADD-3FE5BACEBE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463800"/>
          <a:ext cx="1701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463800"/>
                        <a:ext cx="1701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0" name="Rectangle 6">
            <a:extLst>
              <a:ext uri="{FF2B5EF4-FFF2-40B4-BE49-F238E27FC236}">
                <a16:creationId xmlns:a16="http://schemas.microsoft.com/office/drawing/2014/main" id="{CCC7714D-8D10-5ED5-17E7-B1BE0FF40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57200"/>
            <a:ext cx="2508250" cy="533400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II. infinity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770BE3C7-D695-016F-0A55-8467461F331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9750" y="1157288"/>
            <a:ext cx="3810000" cy="461665"/>
          </a:xfrm>
          <a:prstGeom prst="rect">
            <a:avLst/>
          </a:prstGeom>
          <a:blipFill>
            <a:blip r:embed="rId4"/>
            <a:stretch>
              <a:fillRect l="-2326" t="-10811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47733DAB-4BF2-9622-81BA-D8DED97F73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0" y="1139825"/>
          <a:ext cx="9207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1139825"/>
                        <a:ext cx="9207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017B515E-81A1-29BF-C325-8BF5A42FE7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8613" y="1816100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1816100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0">
            <a:extLst>
              <a:ext uri="{FF2B5EF4-FFF2-40B4-BE49-F238E27FC236}">
                <a16:creationId xmlns:a16="http://schemas.microsoft.com/office/drawing/2014/main" id="{03F7C096-4EA1-65C2-76A0-9F6D01458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98638"/>
            <a:ext cx="29654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/>
              <a:t>all satisfying not etc. formula</a:t>
            </a:r>
            <a:endParaRPr lang="zh-CN" altLang="en-US" sz="2400"/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18CF9521-AE71-337A-AAEF-190ECF55F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778000"/>
            <a:ext cx="20574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>
                <a:latin typeface="+mn-ea"/>
              </a:rPr>
              <a:t>'s x , </a:t>
            </a:r>
            <a:r>
              <a:rPr lang="zh-CN" altLang="en-US" sz="2400">
                <a:latin typeface="+mn-ea"/>
              </a:rPr>
              <a:t>总 </a:t>
            </a:r>
            <a:r>
              <a:rPr lang="en-US" altLang="zh-CN" sz="2400">
                <a:latin typeface="+mn-ea"/>
              </a:rPr>
              <a:t>has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1" name="Text Box 12">
            <a:extLst>
              <a:ext uri="{FF2B5EF4-FFF2-40B4-BE49-F238E27FC236}">
                <a16:creationId xmlns:a16="http://schemas.microsoft.com/office/drawing/2014/main" id="{08507D04-587B-CCED-2D76-5990CCC63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3062288"/>
            <a:ext cx="1981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r>
              <a:rPr lang="zh-CN" altLang="en-US" sz="2400"/>
              <a:t>称</a:t>
            </a: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C814DC0D-BF0F-CC88-1C34-02C99AD4D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040063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0063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4">
            <a:extLst>
              <a:ext uri="{FF2B5EF4-FFF2-40B4-BE49-F238E27FC236}">
                <a16:creationId xmlns:a16="http://schemas.microsoft.com/office/drawing/2014/main" id="{AF207814-BD18-65C7-E88E-54A89B8BE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068638"/>
            <a:ext cx="762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当</a:t>
            </a:r>
          </a:p>
        </p:txBody>
      </p:sp>
      <p:graphicFrame>
        <p:nvGraphicFramePr>
          <p:cNvPr id="34" name="Object 15">
            <a:extLst>
              <a:ext uri="{FF2B5EF4-FFF2-40B4-BE49-F238E27FC236}">
                <a16:creationId xmlns:a16="http://schemas.microsoft.com/office/drawing/2014/main" id="{00DF830D-E75B-A228-4DC7-D107ABB2A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3388" y="2967038"/>
          <a:ext cx="11414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2967038"/>
                        <a:ext cx="11414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6">
            <a:extLst>
              <a:ext uri="{FF2B5EF4-FFF2-40B4-BE49-F238E27FC236}">
                <a16:creationId xmlns:a16="http://schemas.microsoft.com/office/drawing/2014/main" id="{FC55BE12-BCAF-638C-E8FB-2E8D97BD7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3068638"/>
            <a:ext cx="2209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when is infinity,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36" name="Text Box 17">
            <a:extLst>
              <a:ext uri="{FF2B5EF4-FFF2-40B4-BE49-F238E27FC236}">
                <a16:creationId xmlns:a16="http://schemas.microsoft.com/office/drawing/2014/main" id="{A0C7A8E5-8086-F406-1F2B-CA9728D3E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11684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 b="1"/>
              <a:t>such that</a:t>
            </a:r>
            <a:endParaRPr lang="zh-CN" altLang="en-US" sz="2400"/>
          </a:p>
        </p:txBody>
      </p:sp>
      <p:graphicFrame>
        <p:nvGraphicFramePr>
          <p:cNvPr id="37" name="Object 18">
            <a:extLst>
              <a:ext uri="{FF2B5EF4-FFF2-40B4-BE49-F238E27FC236}">
                <a16:creationId xmlns:a16="http://schemas.microsoft.com/office/drawing/2014/main" id="{84BF066D-0102-CADF-F481-FF65D2E38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4100" y="3857625"/>
          <a:ext cx="2171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3857625"/>
                        <a:ext cx="21717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9">
            <a:extLst>
              <a:ext uri="{FF2B5EF4-FFF2-40B4-BE49-F238E27FC236}">
                <a16:creationId xmlns:a16="http://schemas.microsoft.com/office/drawing/2014/main" id="{7AEA63DF-D1CB-C81D-5D93-6F4BBAFD6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22813"/>
            <a:ext cx="3413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2400"/>
              <a:t>ifinDefinition in will ① formula</a:t>
            </a:r>
            <a:r>
              <a:rPr lang="zh-CN" altLang="en-GB" sz="2400"/>
              <a:t>改 </a:t>
            </a:r>
            <a:r>
              <a:rPr lang="en-GB" altLang="zh-CN" sz="2400"/>
              <a:t>is</a:t>
            </a:r>
            <a:endParaRPr lang="zh-CN" altLang="en-US" sz="2400"/>
          </a:p>
        </p:txBody>
      </p:sp>
      <p:sp>
        <p:nvSpPr>
          <p:cNvPr id="55" name="Text Box 20">
            <a:extLst>
              <a:ext uri="{FF2B5EF4-FFF2-40B4-BE49-F238E27FC236}">
                <a16:creationId xmlns:a16="http://schemas.microsoft.com/office/drawing/2014/main" id="{FABCB446-24D5-6268-CCEC-5C57D0590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100" y="2468563"/>
            <a:ext cx="1066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latin typeface="+mn-ea"/>
              </a:rPr>
              <a:t>①</a:t>
            </a:r>
          </a:p>
        </p:txBody>
      </p:sp>
      <p:graphicFrame>
        <p:nvGraphicFramePr>
          <p:cNvPr id="56" name="Object 21">
            <a:extLst>
              <a:ext uri="{FF2B5EF4-FFF2-40B4-BE49-F238E27FC236}">
                <a16:creationId xmlns:a16="http://schemas.microsoft.com/office/drawing/2014/main" id="{0A7229F4-1004-9584-A9D1-89F835635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2238" y="4705350"/>
          <a:ext cx="1619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4705350"/>
                        <a:ext cx="1619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22">
            <a:extLst>
              <a:ext uri="{FF2B5EF4-FFF2-40B4-BE49-F238E27FC236}">
                <a16:creationId xmlns:a16="http://schemas.microsoft.com/office/drawing/2014/main" id="{68EE56BB-1022-83CD-8206-1254E2AF3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346700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 denoted by</a:t>
            </a:r>
            <a:endParaRPr lang="zh-CN" altLang="en-US" sz="2400"/>
          </a:p>
        </p:txBody>
      </p:sp>
      <p:graphicFrame>
        <p:nvGraphicFramePr>
          <p:cNvPr id="58" name="Object 23">
            <a:extLst>
              <a:ext uri="{FF2B5EF4-FFF2-40B4-BE49-F238E27FC236}">
                <a16:creationId xmlns:a16="http://schemas.microsoft.com/office/drawing/2014/main" id="{74A3AFDE-C90B-288F-912B-86E5CB746E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334000"/>
          <a:ext cx="2514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334000"/>
                        <a:ext cx="2514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24">
            <a:extLst>
              <a:ext uri="{FF2B5EF4-FFF2-40B4-BE49-F238E27FC236}">
                <a16:creationId xmlns:a16="http://schemas.microsoft.com/office/drawing/2014/main" id="{537D4934-27AC-C980-C9AE-01FAEDB418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5334000"/>
          <a:ext cx="2806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334000"/>
                        <a:ext cx="2806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6">
            <a:extLst>
              <a:ext uri="{FF2B5EF4-FFF2-40B4-BE49-F238E27FC236}">
                <a16:creationId xmlns:a16="http://schemas.microsoft.com/office/drawing/2014/main" id="{7EE16B57-B8F0-1696-1241-81F08C2291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1816100"/>
          <a:ext cx="1447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816100"/>
                        <a:ext cx="1447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7">
            <a:extLst>
              <a:ext uri="{FF2B5EF4-FFF2-40B4-BE49-F238E27FC236}">
                <a16:creationId xmlns:a16="http://schemas.microsoft.com/office/drawing/2014/main" id="{952DB5EA-CDAB-E3C1-A24C-7C5E32B4CF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2575" y="3046413"/>
          <a:ext cx="1458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3046413"/>
                        <a:ext cx="1458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8">
            <a:extLst>
              <a:ext uri="{FF2B5EF4-FFF2-40B4-BE49-F238E27FC236}">
                <a16:creationId xmlns:a16="http://schemas.microsoft.com/office/drawing/2014/main" id="{98789FB4-90AC-240C-CF03-3C7C53D834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0" y="3771900"/>
          <a:ext cx="2374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3771900"/>
                        <a:ext cx="2374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29">
            <a:extLst>
              <a:ext uri="{FF2B5EF4-FFF2-40B4-BE49-F238E27FC236}">
                <a16:creationId xmlns:a16="http://schemas.microsoft.com/office/drawing/2014/main" id="{0BB9D0CB-D6AA-C4CA-B43F-1A291E8A5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157288"/>
            <a:ext cx="1524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(positive number X ) ,</a:t>
            </a:r>
            <a:endParaRPr lang="en-US" altLang="zh-CN" sz="2400">
              <a:solidFill>
                <a:schemeClr val="tx2"/>
              </a:solidFill>
            </a:endParaRPr>
          </a:p>
        </p:txBody>
      </p:sp>
      <p:sp>
        <p:nvSpPr>
          <p:cNvPr id="64" name="Text Box 30">
            <a:extLst>
              <a:ext uri="{FF2B5EF4-FFF2-40B4-BE49-F238E27FC236}">
                <a16:creationId xmlns:a16="http://schemas.microsoft.com/office/drawing/2014/main" id="{2CE5D150-4E2C-046B-3839-980678376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3068638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denoted by</a:t>
            </a:r>
            <a:endParaRPr lang="zh-CN" altLang="en-US" sz="2400"/>
          </a:p>
        </p:txBody>
      </p:sp>
      <p:graphicFrame>
        <p:nvGraphicFramePr>
          <p:cNvPr id="65" name="Object 31">
            <a:extLst>
              <a:ext uri="{FF2B5EF4-FFF2-40B4-BE49-F238E27FC236}">
                <a16:creationId xmlns:a16="http://schemas.microsoft.com/office/drawing/2014/main" id="{A5DBDD61-CD3F-1BF1-A481-76B34B1F70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8475" y="4749800"/>
          <a:ext cx="214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4749800"/>
                        <a:ext cx="2146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32">
            <a:extLst>
              <a:ext uri="{FF2B5EF4-FFF2-40B4-BE49-F238E27FC236}">
                <a16:creationId xmlns:a16="http://schemas.microsoft.com/office/drawing/2014/main" id="{07946B02-B207-2191-66D7-A09E8A13E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075" y="1157288"/>
            <a:ext cx="1524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 always exists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utoUpdateAnimBg="0"/>
      <p:bldP spid="31" grpId="0" autoUpdateAnimBg="0"/>
      <p:bldP spid="33" grpId="0" autoUpdateAnimBg="0"/>
      <p:bldP spid="35" grpId="0" autoUpdateAnimBg="0"/>
      <p:bldP spid="36" grpId="0" autoUpdateAnimBg="0"/>
      <p:bldP spid="38" grpId="0" autoUpdateAnimBg="0"/>
      <p:bldP spid="55" grpId="0" autoUpdateAnimBg="0"/>
      <p:bldP spid="57" grpId="0" autoUpdateAnimBg="0"/>
      <p:bldP spid="63" grpId="0" autoUpdateAnimBg="0"/>
      <p:bldP spid="64" grpId="0" autoUpdateAnimBg="0"/>
      <p:bldP spid="6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6">
            <a:extLst>
              <a:ext uri="{FF2B5EF4-FFF2-40B4-BE49-F238E27FC236}">
                <a16:creationId xmlns:a16="http://schemas.microsoft.com/office/drawing/2014/main" id="{72575BB4-1874-ECA7-846C-DED0EEE69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33400"/>
            <a:ext cx="1212850" cy="609600"/>
          </a:xfrm>
        </p:spPr>
        <p:txBody>
          <a:bodyPr/>
          <a:lstStyle/>
          <a:p>
            <a:r>
              <a:rPr lang="en-US" altLang="zh-CN" sz="2800" b="1">
                <a:ea typeface="楷体_GB2312" pitchFamily="49" charset="-122"/>
              </a:rPr>
              <a:t>Note:</a:t>
            </a:r>
            <a:endParaRPr lang="en-US" altLang="zh-CN" sz="2800">
              <a:ea typeface="楷体_GB2312" pitchFamily="49" charset="-122"/>
            </a:endParaRPr>
          </a:p>
        </p:txBody>
      </p:sp>
      <p:sp>
        <p:nvSpPr>
          <p:cNvPr id="22" name="Text Box 33">
            <a:extLst>
              <a:ext uri="{FF2B5EF4-FFF2-40B4-BE49-F238E27FC236}">
                <a16:creationId xmlns:a16="http://schemas.microsoft.com/office/drawing/2014/main" id="{6CD74DC1-61F5-A1A7-E875-C4FD4E86C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19200"/>
            <a:ext cx="977703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1. infinity not is very large's number, it is describefunction's </a:t>
            </a:r>
            <a:r>
              <a:rPr lang="zh-CN" altLang="en-GB" sz="2400">
                <a:latin typeface="+mn-ea"/>
              </a:rPr>
              <a:t>一 </a:t>
            </a:r>
            <a:r>
              <a:rPr lang="en-GB" altLang="zh-CN" sz="2400">
                <a:latin typeface="+mn-ea"/>
              </a:rPr>
              <a:t>kind state.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3" name="Text Box 35">
            <a:extLst>
              <a:ext uri="{FF2B5EF4-FFF2-40B4-BE49-F238E27FC236}">
                <a16:creationId xmlns:a16="http://schemas.microsoft.com/office/drawing/2014/main" id="{4F0155DC-D47D-DAE0-24FA-7346E5DAF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3088"/>
            <a:ext cx="5976938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2400">
                <a:latin typeface="+mn-ea"/>
              </a:rPr>
              <a:t>2. function is infinity , must </a:t>
            </a:r>
            <a:r>
              <a:rPr lang="zh-CN" altLang="en-GB" sz="2400">
                <a:latin typeface="+mn-ea"/>
              </a:rPr>
              <a:t>定</a:t>
            </a:r>
            <a:r>
              <a:rPr lang="en-GB" altLang="zh-CN" sz="2400">
                <a:latin typeface="+mn-ea"/>
              </a:rPr>
              <a:t>unbounded. butconversely not </a:t>
            </a:r>
            <a:r>
              <a:rPr lang="zh-CN" altLang="en-GB" sz="2400">
                <a:latin typeface="+mn-ea"/>
              </a:rPr>
              <a:t>真 </a:t>
            </a:r>
            <a:r>
              <a:rPr lang="en-GB" altLang="zh-CN" sz="2400">
                <a:latin typeface="+mn-ea"/>
              </a:rPr>
              <a:t>!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4" name="Text Box 36">
            <a:extLst>
              <a:ext uri="{FF2B5EF4-FFF2-40B4-BE49-F238E27FC236}">
                <a16:creationId xmlns:a16="http://schemas.microsoft.com/office/drawing/2014/main" id="{131F49F3-113E-9BA2-2F3A-970BC738F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506663"/>
            <a:ext cx="16700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for example, function</a:t>
            </a:r>
            <a:endParaRPr lang="zh-CN" altLang="en-US" sz="2400"/>
          </a:p>
        </p:txBody>
      </p:sp>
      <p:graphicFrame>
        <p:nvGraphicFramePr>
          <p:cNvPr id="25" name="Object 37">
            <a:extLst>
              <a:ext uri="{FF2B5EF4-FFF2-40B4-BE49-F238E27FC236}">
                <a16:creationId xmlns:a16="http://schemas.microsoft.com/office/drawing/2014/main" id="{A8D87936-4E81-176F-B877-ABE9087DB1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8988" y="2468563"/>
          <a:ext cx="45704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988" y="2468563"/>
                        <a:ext cx="45704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8">
            <a:extLst>
              <a:ext uri="{FF2B5EF4-FFF2-40B4-BE49-F238E27FC236}">
                <a16:creationId xmlns:a16="http://schemas.microsoft.com/office/drawing/2014/main" id="{EA01FCC1-A8DE-4BEE-92F6-F1BA14A077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7488" y="3135313"/>
          <a:ext cx="16494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0" imgH="0" progId="Equation.3">
                  <p:embed/>
                </p:oleObj>
              </mc:Choice>
              <mc:Fallback>
                <p:oleObj name="公式" r:id="rId4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3135313"/>
                        <a:ext cx="16494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39">
            <a:extLst>
              <a:ext uri="{FF2B5EF4-FFF2-40B4-BE49-F238E27FC236}">
                <a16:creationId xmlns:a16="http://schemas.microsoft.com/office/drawing/2014/main" id="{C1C93CF5-1462-E866-F000-A902532186E5}"/>
              </a:ext>
            </a:extLst>
          </p:cNvPr>
          <p:cNvGrpSpPr>
            <a:grpSpLocks/>
          </p:cNvGrpSpPr>
          <p:nvPr/>
        </p:nvGrpSpPr>
        <p:grpSpPr bwMode="auto">
          <a:xfrm>
            <a:off x="4041775" y="3143250"/>
            <a:ext cx="2816225" cy="514350"/>
            <a:chOff x="2546" y="2815"/>
            <a:chExt cx="1774" cy="324"/>
          </a:xfrm>
        </p:grpSpPr>
        <p:graphicFrame>
          <p:nvGraphicFramePr>
            <p:cNvPr id="18461" name="Object 40">
              <a:extLst>
                <a:ext uri="{FF2B5EF4-FFF2-40B4-BE49-F238E27FC236}">
                  <a16:creationId xmlns:a16="http://schemas.microsoft.com/office/drawing/2014/main" id="{BFB00180-FA5D-60FD-53BB-86EF38987F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6" y="2815"/>
            <a:ext cx="177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" y="2815"/>
                          <a:ext cx="1774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2" name="Text Box 41">
              <a:extLst>
                <a:ext uri="{FF2B5EF4-FFF2-40B4-BE49-F238E27FC236}">
                  <a16:creationId xmlns:a16="http://schemas.microsoft.com/office/drawing/2014/main" id="{568AB117-8661-B9DC-395F-51C2E1A13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2831"/>
              <a:ext cx="5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当</a:t>
              </a:r>
            </a:p>
          </p:txBody>
        </p:sp>
      </p:grpSp>
      <p:graphicFrame>
        <p:nvGraphicFramePr>
          <p:cNvPr id="30" name="Object 42">
            <a:extLst>
              <a:ext uri="{FF2B5EF4-FFF2-40B4-BE49-F238E27FC236}">
                <a16:creationId xmlns:a16="http://schemas.microsoft.com/office/drawing/2014/main" id="{E3E76AE0-111F-20CC-ED3A-E0EB8D074F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7063" y="3124200"/>
          <a:ext cx="87153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3124200"/>
                        <a:ext cx="871537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43">
            <a:extLst>
              <a:ext uri="{FF2B5EF4-FFF2-40B4-BE49-F238E27FC236}">
                <a16:creationId xmlns:a16="http://schemas.microsoft.com/office/drawing/2014/main" id="{6BEF5F80-1AE9-07F7-682D-FD8069372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288" y="3756025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but</a:t>
            </a:r>
            <a:endParaRPr lang="zh-CN" altLang="en-US" sz="2400"/>
          </a:p>
        </p:txBody>
      </p:sp>
      <p:graphicFrame>
        <p:nvGraphicFramePr>
          <p:cNvPr id="32" name="Object 44">
            <a:extLst>
              <a:ext uri="{FF2B5EF4-FFF2-40B4-BE49-F238E27FC236}">
                <a16:creationId xmlns:a16="http://schemas.microsoft.com/office/drawing/2014/main" id="{186ED54C-650C-198A-B0AD-DACA4BDD10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0100" y="3651250"/>
          <a:ext cx="23098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3651250"/>
                        <a:ext cx="230981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45">
            <a:extLst>
              <a:ext uri="{FF2B5EF4-FFF2-40B4-BE49-F238E27FC236}">
                <a16:creationId xmlns:a16="http://schemas.microsoft.com/office/drawing/2014/main" id="{B7E56AB9-B983-688C-3298-763EBE4C1F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433890"/>
            <a:ext cx="3016250" cy="830262"/>
            <a:chOff x="2544" y="3192"/>
            <a:chExt cx="1900" cy="523"/>
          </a:xfrm>
        </p:grpSpPr>
        <p:sp>
          <p:nvSpPr>
            <p:cNvPr id="18458" name="Text Box 46">
              <a:extLst>
                <a:ext uri="{FF2B5EF4-FFF2-40B4-BE49-F238E27FC236}">
                  <a16:creationId xmlns:a16="http://schemas.microsoft.com/office/drawing/2014/main" id="{F48752D0-20EE-103B-40D7-6BFC37C96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16"/>
              <a:ext cx="8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/>
                <a:t>therefore</a:t>
              </a:r>
              <a:endParaRPr lang="zh-CN" altLang="en-US" sz="2400"/>
            </a:p>
          </p:txBody>
        </p:sp>
        <p:graphicFrame>
          <p:nvGraphicFramePr>
            <p:cNvPr id="18459" name="Object 47">
              <a:extLst>
                <a:ext uri="{FF2B5EF4-FFF2-40B4-BE49-F238E27FC236}">
                  <a16:creationId xmlns:a16="http://schemas.microsoft.com/office/drawing/2014/main" id="{0A56EC05-9BCF-07AB-558E-0C1C0CBE3E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23" y="3221"/>
            <a:ext cx="81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3" y="3221"/>
                          <a:ext cx="81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0" name="Text Box 48">
              <a:extLst>
                <a:ext uri="{FF2B5EF4-FFF2-40B4-BE49-F238E27FC236}">
                  <a16:creationId xmlns:a16="http://schemas.microsoft.com/office/drawing/2014/main" id="{B0C6B811-9F04-C1FB-4412-F45CE2522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0" y="3192"/>
              <a:ext cx="62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/>
                <a:t>when ,</a:t>
              </a:r>
              <a:endParaRPr lang="en-US" altLang="zh-CN" sz="1800"/>
            </a:p>
          </p:txBody>
        </p:sp>
      </p:grpSp>
      <p:graphicFrame>
        <p:nvGraphicFramePr>
          <p:cNvPr id="37" name="Object 50">
            <a:extLst>
              <a:ext uri="{FF2B5EF4-FFF2-40B4-BE49-F238E27FC236}">
                <a16:creationId xmlns:a16="http://schemas.microsoft.com/office/drawing/2014/main" id="{5BADA36E-1285-0B57-A8F0-F0EA04AD2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445000"/>
          <a:ext cx="8524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45000"/>
                        <a:ext cx="8524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51">
            <a:extLst>
              <a:ext uri="{FF2B5EF4-FFF2-40B4-BE49-F238E27FC236}">
                <a16:creationId xmlns:a16="http://schemas.microsoft.com/office/drawing/2014/main" id="{1A64AA53-DF0B-67CA-3123-FA7DAEF7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3" y="4468813"/>
            <a:ext cx="2058987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solidFill>
                  <a:srgbClr val="FF0000"/>
                </a:solidFill>
                <a:latin typeface="+mn-ea"/>
              </a:rPr>
              <a:t>not is infinity !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39" name="Group 96">
            <a:extLst>
              <a:ext uri="{FF2B5EF4-FFF2-40B4-BE49-F238E27FC236}">
                <a16:creationId xmlns:a16="http://schemas.microsoft.com/office/drawing/2014/main" id="{3A4D3D43-C5F0-C9F2-F8BA-DA902AC9CAC3}"/>
              </a:ext>
            </a:extLst>
          </p:cNvPr>
          <p:cNvGrpSpPr>
            <a:grpSpLocks/>
          </p:cNvGrpSpPr>
          <p:nvPr/>
        </p:nvGrpSpPr>
        <p:grpSpPr bwMode="auto">
          <a:xfrm>
            <a:off x="6343650" y="4410075"/>
            <a:ext cx="1866900" cy="1466850"/>
            <a:chOff x="3624" y="2436"/>
            <a:chExt cx="1176" cy="924"/>
          </a:xfrm>
        </p:grpSpPr>
        <p:sp>
          <p:nvSpPr>
            <p:cNvPr id="18454" name="Freeform 90">
              <a:extLst>
                <a:ext uri="{FF2B5EF4-FFF2-40B4-BE49-F238E27FC236}">
                  <a16:creationId xmlns:a16="http://schemas.microsoft.com/office/drawing/2014/main" id="{5F4BF160-917C-4A14-8C1B-EA08BD862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2790"/>
              <a:ext cx="336" cy="294"/>
            </a:xfrm>
            <a:custGeom>
              <a:avLst/>
              <a:gdLst>
                <a:gd name="T0" fmla="*/ 6 w 336"/>
                <a:gd name="T1" fmla="*/ 102 h 294"/>
                <a:gd name="T2" fmla="*/ 12 w 336"/>
                <a:gd name="T3" fmla="*/ 96 h 294"/>
                <a:gd name="T4" fmla="*/ 18 w 336"/>
                <a:gd name="T5" fmla="*/ 90 h 294"/>
                <a:gd name="T6" fmla="*/ 24 w 336"/>
                <a:gd name="T7" fmla="*/ 90 h 294"/>
                <a:gd name="T8" fmla="*/ 30 w 336"/>
                <a:gd name="T9" fmla="*/ 84 h 294"/>
                <a:gd name="T10" fmla="*/ 36 w 336"/>
                <a:gd name="T11" fmla="*/ 78 h 294"/>
                <a:gd name="T12" fmla="*/ 42 w 336"/>
                <a:gd name="T13" fmla="*/ 78 h 294"/>
                <a:gd name="T14" fmla="*/ 54 w 336"/>
                <a:gd name="T15" fmla="*/ 78 h 294"/>
                <a:gd name="T16" fmla="*/ 60 w 336"/>
                <a:gd name="T17" fmla="*/ 78 h 294"/>
                <a:gd name="T18" fmla="*/ 66 w 336"/>
                <a:gd name="T19" fmla="*/ 78 h 294"/>
                <a:gd name="T20" fmla="*/ 72 w 336"/>
                <a:gd name="T21" fmla="*/ 78 h 294"/>
                <a:gd name="T22" fmla="*/ 78 w 336"/>
                <a:gd name="T23" fmla="*/ 84 h 294"/>
                <a:gd name="T24" fmla="*/ 84 w 336"/>
                <a:gd name="T25" fmla="*/ 90 h 294"/>
                <a:gd name="T26" fmla="*/ 90 w 336"/>
                <a:gd name="T27" fmla="*/ 96 h 294"/>
                <a:gd name="T28" fmla="*/ 96 w 336"/>
                <a:gd name="T29" fmla="*/ 102 h 294"/>
                <a:gd name="T30" fmla="*/ 102 w 336"/>
                <a:gd name="T31" fmla="*/ 108 h 294"/>
                <a:gd name="T32" fmla="*/ 108 w 336"/>
                <a:gd name="T33" fmla="*/ 120 h 294"/>
                <a:gd name="T34" fmla="*/ 114 w 336"/>
                <a:gd name="T35" fmla="*/ 126 h 294"/>
                <a:gd name="T36" fmla="*/ 126 w 336"/>
                <a:gd name="T37" fmla="*/ 138 h 294"/>
                <a:gd name="T38" fmla="*/ 132 w 336"/>
                <a:gd name="T39" fmla="*/ 150 h 294"/>
                <a:gd name="T40" fmla="*/ 138 w 336"/>
                <a:gd name="T41" fmla="*/ 162 h 294"/>
                <a:gd name="T42" fmla="*/ 144 w 336"/>
                <a:gd name="T43" fmla="*/ 180 h 294"/>
                <a:gd name="T44" fmla="*/ 150 w 336"/>
                <a:gd name="T45" fmla="*/ 192 h 294"/>
                <a:gd name="T46" fmla="*/ 156 w 336"/>
                <a:gd name="T47" fmla="*/ 204 h 294"/>
                <a:gd name="T48" fmla="*/ 162 w 336"/>
                <a:gd name="T49" fmla="*/ 216 h 294"/>
                <a:gd name="T50" fmla="*/ 168 w 336"/>
                <a:gd name="T51" fmla="*/ 228 h 294"/>
                <a:gd name="T52" fmla="*/ 174 w 336"/>
                <a:gd name="T53" fmla="*/ 240 h 294"/>
                <a:gd name="T54" fmla="*/ 180 w 336"/>
                <a:gd name="T55" fmla="*/ 252 h 294"/>
                <a:gd name="T56" fmla="*/ 186 w 336"/>
                <a:gd name="T57" fmla="*/ 264 h 294"/>
                <a:gd name="T58" fmla="*/ 198 w 336"/>
                <a:gd name="T59" fmla="*/ 270 h 294"/>
                <a:gd name="T60" fmla="*/ 204 w 336"/>
                <a:gd name="T61" fmla="*/ 282 h 294"/>
                <a:gd name="T62" fmla="*/ 210 w 336"/>
                <a:gd name="T63" fmla="*/ 288 h 294"/>
                <a:gd name="T64" fmla="*/ 216 w 336"/>
                <a:gd name="T65" fmla="*/ 288 h 294"/>
                <a:gd name="T66" fmla="*/ 222 w 336"/>
                <a:gd name="T67" fmla="*/ 294 h 294"/>
                <a:gd name="T68" fmla="*/ 228 w 336"/>
                <a:gd name="T69" fmla="*/ 294 h 294"/>
                <a:gd name="T70" fmla="*/ 234 w 336"/>
                <a:gd name="T71" fmla="*/ 288 h 294"/>
                <a:gd name="T72" fmla="*/ 240 w 336"/>
                <a:gd name="T73" fmla="*/ 282 h 294"/>
                <a:gd name="T74" fmla="*/ 246 w 336"/>
                <a:gd name="T75" fmla="*/ 276 h 294"/>
                <a:gd name="T76" fmla="*/ 252 w 336"/>
                <a:gd name="T77" fmla="*/ 270 h 294"/>
                <a:gd name="T78" fmla="*/ 264 w 336"/>
                <a:gd name="T79" fmla="*/ 258 h 294"/>
                <a:gd name="T80" fmla="*/ 270 w 336"/>
                <a:gd name="T81" fmla="*/ 246 h 294"/>
                <a:gd name="T82" fmla="*/ 276 w 336"/>
                <a:gd name="T83" fmla="*/ 228 h 294"/>
                <a:gd name="T84" fmla="*/ 282 w 336"/>
                <a:gd name="T85" fmla="*/ 210 h 294"/>
                <a:gd name="T86" fmla="*/ 288 w 336"/>
                <a:gd name="T87" fmla="*/ 186 h 294"/>
                <a:gd name="T88" fmla="*/ 294 w 336"/>
                <a:gd name="T89" fmla="*/ 168 h 294"/>
                <a:gd name="T90" fmla="*/ 300 w 336"/>
                <a:gd name="T91" fmla="*/ 144 h 294"/>
                <a:gd name="T92" fmla="*/ 306 w 336"/>
                <a:gd name="T93" fmla="*/ 114 h 294"/>
                <a:gd name="T94" fmla="*/ 312 w 336"/>
                <a:gd name="T95" fmla="*/ 90 h 294"/>
                <a:gd name="T96" fmla="*/ 318 w 336"/>
                <a:gd name="T97" fmla="*/ 60 h 294"/>
                <a:gd name="T98" fmla="*/ 324 w 336"/>
                <a:gd name="T99" fmla="*/ 36 h 294"/>
                <a:gd name="T100" fmla="*/ 336 w 336"/>
                <a:gd name="T101" fmla="*/ 6 h 29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36" h="294">
                  <a:moveTo>
                    <a:pt x="0" y="108"/>
                  </a:moveTo>
                  <a:lnTo>
                    <a:pt x="0" y="108"/>
                  </a:lnTo>
                  <a:lnTo>
                    <a:pt x="6" y="102"/>
                  </a:lnTo>
                  <a:lnTo>
                    <a:pt x="12" y="102"/>
                  </a:lnTo>
                  <a:lnTo>
                    <a:pt x="12" y="96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24" y="90"/>
                  </a:lnTo>
                  <a:lnTo>
                    <a:pt x="30" y="84"/>
                  </a:lnTo>
                  <a:lnTo>
                    <a:pt x="36" y="84"/>
                  </a:lnTo>
                  <a:lnTo>
                    <a:pt x="36" y="78"/>
                  </a:lnTo>
                  <a:lnTo>
                    <a:pt x="42" y="78"/>
                  </a:lnTo>
                  <a:lnTo>
                    <a:pt x="48" y="78"/>
                  </a:lnTo>
                  <a:lnTo>
                    <a:pt x="54" y="78"/>
                  </a:lnTo>
                  <a:lnTo>
                    <a:pt x="60" y="78"/>
                  </a:lnTo>
                  <a:lnTo>
                    <a:pt x="66" y="78"/>
                  </a:lnTo>
                  <a:lnTo>
                    <a:pt x="72" y="78"/>
                  </a:lnTo>
                  <a:lnTo>
                    <a:pt x="72" y="84"/>
                  </a:lnTo>
                  <a:lnTo>
                    <a:pt x="78" y="84"/>
                  </a:lnTo>
                  <a:lnTo>
                    <a:pt x="84" y="84"/>
                  </a:lnTo>
                  <a:lnTo>
                    <a:pt x="84" y="90"/>
                  </a:lnTo>
                  <a:lnTo>
                    <a:pt x="90" y="90"/>
                  </a:lnTo>
                  <a:lnTo>
                    <a:pt x="90" y="96"/>
                  </a:lnTo>
                  <a:lnTo>
                    <a:pt x="96" y="96"/>
                  </a:lnTo>
                  <a:lnTo>
                    <a:pt x="96" y="102"/>
                  </a:lnTo>
                  <a:lnTo>
                    <a:pt x="102" y="102"/>
                  </a:lnTo>
                  <a:lnTo>
                    <a:pt x="102" y="108"/>
                  </a:lnTo>
                  <a:lnTo>
                    <a:pt x="108" y="114"/>
                  </a:lnTo>
                  <a:lnTo>
                    <a:pt x="108" y="120"/>
                  </a:lnTo>
                  <a:lnTo>
                    <a:pt x="114" y="120"/>
                  </a:lnTo>
                  <a:lnTo>
                    <a:pt x="114" y="126"/>
                  </a:lnTo>
                  <a:lnTo>
                    <a:pt x="120" y="132"/>
                  </a:lnTo>
                  <a:lnTo>
                    <a:pt x="120" y="138"/>
                  </a:lnTo>
                  <a:lnTo>
                    <a:pt x="126" y="138"/>
                  </a:lnTo>
                  <a:lnTo>
                    <a:pt x="126" y="144"/>
                  </a:lnTo>
                  <a:lnTo>
                    <a:pt x="126" y="150"/>
                  </a:lnTo>
                  <a:lnTo>
                    <a:pt x="132" y="150"/>
                  </a:lnTo>
                  <a:lnTo>
                    <a:pt x="132" y="156"/>
                  </a:lnTo>
                  <a:lnTo>
                    <a:pt x="132" y="162"/>
                  </a:lnTo>
                  <a:lnTo>
                    <a:pt x="138" y="162"/>
                  </a:lnTo>
                  <a:lnTo>
                    <a:pt x="138" y="168"/>
                  </a:lnTo>
                  <a:lnTo>
                    <a:pt x="138" y="174"/>
                  </a:lnTo>
                  <a:lnTo>
                    <a:pt x="144" y="174"/>
                  </a:lnTo>
                  <a:lnTo>
                    <a:pt x="144" y="180"/>
                  </a:lnTo>
                  <a:lnTo>
                    <a:pt x="144" y="186"/>
                  </a:lnTo>
                  <a:lnTo>
                    <a:pt x="150" y="186"/>
                  </a:lnTo>
                  <a:lnTo>
                    <a:pt x="150" y="192"/>
                  </a:lnTo>
                  <a:lnTo>
                    <a:pt x="150" y="198"/>
                  </a:lnTo>
                  <a:lnTo>
                    <a:pt x="156" y="198"/>
                  </a:lnTo>
                  <a:lnTo>
                    <a:pt x="156" y="204"/>
                  </a:lnTo>
                  <a:lnTo>
                    <a:pt x="156" y="210"/>
                  </a:lnTo>
                  <a:lnTo>
                    <a:pt x="162" y="210"/>
                  </a:lnTo>
                  <a:lnTo>
                    <a:pt x="162" y="216"/>
                  </a:lnTo>
                  <a:lnTo>
                    <a:pt x="162" y="222"/>
                  </a:lnTo>
                  <a:lnTo>
                    <a:pt x="168" y="222"/>
                  </a:lnTo>
                  <a:lnTo>
                    <a:pt x="168" y="228"/>
                  </a:lnTo>
                  <a:lnTo>
                    <a:pt x="168" y="234"/>
                  </a:lnTo>
                  <a:lnTo>
                    <a:pt x="174" y="234"/>
                  </a:lnTo>
                  <a:lnTo>
                    <a:pt x="174" y="240"/>
                  </a:lnTo>
                  <a:lnTo>
                    <a:pt x="180" y="246"/>
                  </a:lnTo>
                  <a:lnTo>
                    <a:pt x="180" y="252"/>
                  </a:lnTo>
                  <a:lnTo>
                    <a:pt x="186" y="258"/>
                  </a:lnTo>
                  <a:lnTo>
                    <a:pt x="186" y="264"/>
                  </a:lnTo>
                  <a:lnTo>
                    <a:pt x="192" y="264"/>
                  </a:lnTo>
                  <a:lnTo>
                    <a:pt x="192" y="270"/>
                  </a:lnTo>
                  <a:lnTo>
                    <a:pt x="198" y="270"/>
                  </a:lnTo>
                  <a:lnTo>
                    <a:pt x="198" y="276"/>
                  </a:lnTo>
                  <a:lnTo>
                    <a:pt x="204" y="282"/>
                  </a:lnTo>
                  <a:lnTo>
                    <a:pt x="210" y="282"/>
                  </a:lnTo>
                  <a:lnTo>
                    <a:pt x="210" y="288"/>
                  </a:lnTo>
                  <a:lnTo>
                    <a:pt x="216" y="288"/>
                  </a:lnTo>
                  <a:lnTo>
                    <a:pt x="222" y="294"/>
                  </a:lnTo>
                  <a:lnTo>
                    <a:pt x="228" y="294"/>
                  </a:lnTo>
                  <a:lnTo>
                    <a:pt x="234" y="288"/>
                  </a:lnTo>
                  <a:lnTo>
                    <a:pt x="240" y="288"/>
                  </a:lnTo>
                  <a:lnTo>
                    <a:pt x="240" y="282"/>
                  </a:lnTo>
                  <a:lnTo>
                    <a:pt x="246" y="282"/>
                  </a:lnTo>
                  <a:lnTo>
                    <a:pt x="246" y="276"/>
                  </a:lnTo>
                  <a:lnTo>
                    <a:pt x="252" y="276"/>
                  </a:lnTo>
                  <a:lnTo>
                    <a:pt x="252" y="270"/>
                  </a:lnTo>
                  <a:lnTo>
                    <a:pt x="258" y="264"/>
                  </a:lnTo>
                  <a:lnTo>
                    <a:pt x="258" y="258"/>
                  </a:lnTo>
                  <a:lnTo>
                    <a:pt x="264" y="258"/>
                  </a:lnTo>
                  <a:lnTo>
                    <a:pt x="264" y="252"/>
                  </a:lnTo>
                  <a:lnTo>
                    <a:pt x="264" y="246"/>
                  </a:lnTo>
                  <a:lnTo>
                    <a:pt x="270" y="246"/>
                  </a:lnTo>
                  <a:lnTo>
                    <a:pt x="270" y="240"/>
                  </a:lnTo>
                  <a:lnTo>
                    <a:pt x="270" y="234"/>
                  </a:lnTo>
                  <a:lnTo>
                    <a:pt x="270" y="228"/>
                  </a:lnTo>
                  <a:lnTo>
                    <a:pt x="276" y="228"/>
                  </a:lnTo>
                  <a:lnTo>
                    <a:pt x="276" y="222"/>
                  </a:lnTo>
                  <a:lnTo>
                    <a:pt x="276" y="216"/>
                  </a:lnTo>
                  <a:lnTo>
                    <a:pt x="282" y="210"/>
                  </a:lnTo>
                  <a:lnTo>
                    <a:pt x="282" y="204"/>
                  </a:lnTo>
                  <a:lnTo>
                    <a:pt x="282" y="198"/>
                  </a:lnTo>
                  <a:lnTo>
                    <a:pt x="288" y="192"/>
                  </a:lnTo>
                  <a:lnTo>
                    <a:pt x="288" y="186"/>
                  </a:lnTo>
                  <a:lnTo>
                    <a:pt x="288" y="180"/>
                  </a:lnTo>
                  <a:lnTo>
                    <a:pt x="294" y="174"/>
                  </a:lnTo>
                  <a:lnTo>
                    <a:pt x="294" y="168"/>
                  </a:lnTo>
                  <a:lnTo>
                    <a:pt x="294" y="162"/>
                  </a:lnTo>
                  <a:lnTo>
                    <a:pt x="294" y="156"/>
                  </a:lnTo>
                  <a:lnTo>
                    <a:pt x="300" y="150"/>
                  </a:lnTo>
                  <a:lnTo>
                    <a:pt x="300" y="144"/>
                  </a:lnTo>
                  <a:lnTo>
                    <a:pt x="300" y="138"/>
                  </a:lnTo>
                  <a:lnTo>
                    <a:pt x="306" y="132"/>
                  </a:lnTo>
                  <a:lnTo>
                    <a:pt x="306" y="126"/>
                  </a:lnTo>
                  <a:lnTo>
                    <a:pt x="306" y="120"/>
                  </a:lnTo>
                  <a:lnTo>
                    <a:pt x="306" y="114"/>
                  </a:lnTo>
                  <a:lnTo>
                    <a:pt x="312" y="108"/>
                  </a:lnTo>
                  <a:lnTo>
                    <a:pt x="312" y="102"/>
                  </a:lnTo>
                  <a:lnTo>
                    <a:pt x="312" y="96"/>
                  </a:lnTo>
                  <a:lnTo>
                    <a:pt x="312" y="90"/>
                  </a:lnTo>
                  <a:lnTo>
                    <a:pt x="312" y="84"/>
                  </a:lnTo>
                  <a:lnTo>
                    <a:pt x="318" y="78"/>
                  </a:lnTo>
                  <a:lnTo>
                    <a:pt x="318" y="72"/>
                  </a:lnTo>
                  <a:lnTo>
                    <a:pt x="318" y="66"/>
                  </a:lnTo>
                  <a:lnTo>
                    <a:pt x="318" y="60"/>
                  </a:lnTo>
                  <a:lnTo>
                    <a:pt x="324" y="54"/>
                  </a:lnTo>
                  <a:lnTo>
                    <a:pt x="324" y="48"/>
                  </a:lnTo>
                  <a:lnTo>
                    <a:pt x="324" y="42"/>
                  </a:lnTo>
                  <a:lnTo>
                    <a:pt x="324" y="36"/>
                  </a:lnTo>
                  <a:lnTo>
                    <a:pt x="330" y="30"/>
                  </a:lnTo>
                  <a:lnTo>
                    <a:pt x="330" y="24"/>
                  </a:lnTo>
                  <a:lnTo>
                    <a:pt x="330" y="18"/>
                  </a:lnTo>
                  <a:lnTo>
                    <a:pt x="330" y="12"/>
                  </a:lnTo>
                  <a:lnTo>
                    <a:pt x="336" y="6"/>
                  </a:lnTo>
                  <a:lnTo>
                    <a:pt x="336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Freeform 91">
              <a:extLst>
                <a:ext uri="{FF2B5EF4-FFF2-40B4-BE49-F238E27FC236}">
                  <a16:creationId xmlns:a16="http://schemas.microsoft.com/office/drawing/2014/main" id="{B6AC87AE-27C8-6E99-39F4-8E8F9320F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544"/>
              <a:ext cx="252" cy="816"/>
            </a:xfrm>
            <a:custGeom>
              <a:avLst/>
              <a:gdLst>
                <a:gd name="T0" fmla="*/ 0 w 252"/>
                <a:gd name="T1" fmla="*/ 228 h 816"/>
                <a:gd name="T2" fmla="*/ 6 w 252"/>
                <a:gd name="T3" fmla="*/ 204 h 816"/>
                <a:gd name="T4" fmla="*/ 12 w 252"/>
                <a:gd name="T5" fmla="*/ 186 h 816"/>
                <a:gd name="T6" fmla="*/ 18 w 252"/>
                <a:gd name="T7" fmla="*/ 162 h 816"/>
                <a:gd name="T8" fmla="*/ 24 w 252"/>
                <a:gd name="T9" fmla="*/ 138 h 816"/>
                <a:gd name="T10" fmla="*/ 30 w 252"/>
                <a:gd name="T11" fmla="*/ 120 h 816"/>
                <a:gd name="T12" fmla="*/ 36 w 252"/>
                <a:gd name="T13" fmla="*/ 102 h 816"/>
                <a:gd name="T14" fmla="*/ 42 w 252"/>
                <a:gd name="T15" fmla="*/ 84 h 816"/>
                <a:gd name="T16" fmla="*/ 42 w 252"/>
                <a:gd name="T17" fmla="*/ 66 h 816"/>
                <a:gd name="T18" fmla="*/ 48 w 252"/>
                <a:gd name="T19" fmla="*/ 54 h 816"/>
                <a:gd name="T20" fmla="*/ 54 w 252"/>
                <a:gd name="T21" fmla="*/ 36 h 816"/>
                <a:gd name="T22" fmla="*/ 60 w 252"/>
                <a:gd name="T23" fmla="*/ 24 h 816"/>
                <a:gd name="T24" fmla="*/ 66 w 252"/>
                <a:gd name="T25" fmla="*/ 18 h 816"/>
                <a:gd name="T26" fmla="*/ 72 w 252"/>
                <a:gd name="T27" fmla="*/ 6 h 816"/>
                <a:gd name="T28" fmla="*/ 78 w 252"/>
                <a:gd name="T29" fmla="*/ 0 h 816"/>
                <a:gd name="T30" fmla="*/ 84 w 252"/>
                <a:gd name="T31" fmla="*/ 0 h 816"/>
                <a:gd name="T32" fmla="*/ 84 w 252"/>
                <a:gd name="T33" fmla="*/ 0 h 816"/>
                <a:gd name="T34" fmla="*/ 90 w 252"/>
                <a:gd name="T35" fmla="*/ 0 h 816"/>
                <a:gd name="T36" fmla="*/ 96 w 252"/>
                <a:gd name="T37" fmla="*/ 0 h 816"/>
                <a:gd name="T38" fmla="*/ 102 w 252"/>
                <a:gd name="T39" fmla="*/ 6 h 816"/>
                <a:gd name="T40" fmla="*/ 108 w 252"/>
                <a:gd name="T41" fmla="*/ 18 h 816"/>
                <a:gd name="T42" fmla="*/ 114 w 252"/>
                <a:gd name="T43" fmla="*/ 30 h 816"/>
                <a:gd name="T44" fmla="*/ 120 w 252"/>
                <a:gd name="T45" fmla="*/ 42 h 816"/>
                <a:gd name="T46" fmla="*/ 126 w 252"/>
                <a:gd name="T47" fmla="*/ 60 h 816"/>
                <a:gd name="T48" fmla="*/ 126 w 252"/>
                <a:gd name="T49" fmla="*/ 78 h 816"/>
                <a:gd name="T50" fmla="*/ 132 w 252"/>
                <a:gd name="T51" fmla="*/ 96 h 816"/>
                <a:gd name="T52" fmla="*/ 138 w 252"/>
                <a:gd name="T53" fmla="*/ 120 h 816"/>
                <a:gd name="T54" fmla="*/ 144 w 252"/>
                <a:gd name="T55" fmla="*/ 144 h 816"/>
                <a:gd name="T56" fmla="*/ 150 w 252"/>
                <a:gd name="T57" fmla="*/ 174 h 816"/>
                <a:gd name="T58" fmla="*/ 156 w 252"/>
                <a:gd name="T59" fmla="*/ 198 h 816"/>
                <a:gd name="T60" fmla="*/ 162 w 252"/>
                <a:gd name="T61" fmla="*/ 234 h 816"/>
                <a:gd name="T62" fmla="*/ 168 w 252"/>
                <a:gd name="T63" fmla="*/ 264 h 816"/>
                <a:gd name="T64" fmla="*/ 168 w 252"/>
                <a:gd name="T65" fmla="*/ 294 h 816"/>
                <a:gd name="T66" fmla="*/ 174 w 252"/>
                <a:gd name="T67" fmla="*/ 330 h 816"/>
                <a:gd name="T68" fmla="*/ 180 w 252"/>
                <a:gd name="T69" fmla="*/ 366 h 816"/>
                <a:gd name="T70" fmla="*/ 186 w 252"/>
                <a:gd name="T71" fmla="*/ 402 h 816"/>
                <a:gd name="T72" fmla="*/ 192 w 252"/>
                <a:gd name="T73" fmla="*/ 438 h 816"/>
                <a:gd name="T74" fmla="*/ 198 w 252"/>
                <a:gd name="T75" fmla="*/ 474 h 816"/>
                <a:gd name="T76" fmla="*/ 204 w 252"/>
                <a:gd name="T77" fmla="*/ 510 h 816"/>
                <a:gd name="T78" fmla="*/ 210 w 252"/>
                <a:gd name="T79" fmla="*/ 546 h 816"/>
                <a:gd name="T80" fmla="*/ 210 w 252"/>
                <a:gd name="T81" fmla="*/ 582 h 816"/>
                <a:gd name="T82" fmla="*/ 216 w 252"/>
                <a:gd name="T83" fmla="*/ 618 h 816"/>
                <a:gd name="T84" fmla="*/ 222 w 252"/>
                <a:gd name="T85" fmla="*/ 648 h 816"/>
                <a:gd name="T86" fmla="*/ 228 w 252"/>
                <a:gd name="T87" fmla="*/ 678 h 816"/>
                <a:gd name="T88" fmla="*/ 234 w 252"/>
                <a:gd name="T89" fmla="*/ 714 h 816"/>
                <a:gd name="T90" fmla="*/ 240 w 252"/>
                <a:gd name="T91" fmla="*/ 738 h 816"/>
                <a:gd name="T92" fmla="*/ 246 w 252"/>
                <a:gd name="T93" fmla="*/ 768 h 816"/>
                <a:gd name="T94" fmla="*/ 252 w 252"/>
                <a:gd name="T95" fmla="*/ 792 h 816"/>
                <a:gd name="T96" fmla="*/ 252 w 252"/>
                <a:gd name="T97" fmla="*/ 816 h 8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52" h="816">
                  <a:moveTo>
                    <a:pt x="0" y="246"/>
                  </a:moveTo>
                  <a:lnTo>
                    <a:pt x="0" y="240"/>
                  </a:lnTo>
                  <a:lnTo>
                    <a:pt x="0" y="234"/>
                  </a:lnTo>
                  <a:lnTo>
                    <a:pt x="0" y="228"/>
                  </a:lnTo>
                  <a:lnTo>
                    <a:pt x="6" y="222"/>
                  </a:lnTo>
                  <a:lnTo>
                    <a:pt x="6" y="216"/>
                  </a:lnTo>
                  <a:lnTo>
                    <a:pt x="6" y="210"/>
                  </a:lnTo>
                  <a:lnTo>
                    <a:pt x="6" y="204"/>
                  </a:lnTo>
                  <a:lnTo>
                    <a:pt x="12" y="198"/>
                  </a:lnTo>
                  <a:lnTo>
                    <a:pt x="12" y="192"/>
                  </a:lnTo>
                  <a:lnTo>
                    <a:pt x="12" y="186"/>
                  </a:lnTo>
                  <a:lnTo>
                    <a:pt x="12" y="180"/>
                  </a:lnTo>
                  <a:lnTo>
                    <a:pt x="18" y="174"/>
                  </a:lnTo>
                  <a:lnTo>
                    <a:pt x="18" y="168"/>
                  </a:lnTo>
                  <a:lnTo>
                    <a:pt x="18" y="162"/>
                  </a:lnTo>
                  <a:lnTo>
                    <a:pt x="18" y="156"/>
                  </a:lnTo>
                  <a:lnTo>
                    <a:pt x="18" y="150"/>
                  </a:lnTo>
                  <a:lnTo>
                    <a:pt x="24" y="144"/>
                  </a:lnTo>
                  <a:lnTo>
                    <a:pt x="24" y="138"/>
                  </a:lnTo>
                  <a:lnTo>
                    <a:pt x="24" y="132"/>
                  </a:lnTo>
                  <a:lnTo>
                    <a:pt x="30" y="126"/>
                  </a:lnTo>
                  <a:lnTo>
                    <a:pt x="30" y="120"/>
                  </a:lnTo>
                  <a:lnTo>
                    <a:pt x="30" y="114"/>
                  </a:lnTo>
                  <a:lnTo>
                    <a:pt x="30" y="108"/>
                  </a:lnTo>
                  <a:lnTo>
                    <a:pt x="36" y="102"/>
                  </a:lnTo>
                  <a:lnTo>
                    <a:pt x="36" y="96"/>
                  </a:lnTo>
                  <a:lnTo>
                    <a:pt x="36" y="90"/>
                  </a:lnTo>
                  <a:lnTo>
                    <a:pt x="42" y="84"/>
                  </a:lnTo>
                  <a:lnTo>
                    <a:pt x="42" y="78"/>
                  </a:lnTo>
                  <a:lnTo>
                    <a:pt x="42" y="72"/>
                  </a:lnTo>
                  <a:lnTo>
                    <a:pt x="42" y="66"/>
                  </a:lnTo>
                  <a:lnTo>
                    <a:pt x="48" y="60"/>
                  </a:lnTo>
                  <a:lnTo>
                    <a:pt x="48" y="54"/>
                  </a:lnTo>
                  <a:lnTo>
                    <a:pt x="54" y="48"/>
                  </a:lnTo>
                  <a:lnTo>
                    <a:pt x="54" y="42"/>
                  </a:lnTo>
                  <a:lnTo>
                    <a:pt x="54" y="36"/>
                  </a:lnTo>
                  <a:lnTo>
                    <a:pt x="60" y="30"/>
                  </a:lnTo>
                  <a:lnTo>
                    <a:pt x="60" y="24"/>
                  </a:lnTo>
                  <a:lnTo>
                    <a:pt x="60" y="18"/>
                  </a:lnTo>
                  <a:lnTo>
                    <a:pt x="66" y="18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2" y="6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6" y="0"/>
                  </a:lnTo>
                  <a:lnTo>
                    <a:pt x="96" y="6"/>
                  </a:lnTo>
                  <a:lnTo>
                    <a:pt x="102" y="6"/>
                  </a:lnTo>
                  <a:lnTo>
                    <a:pt x="102" y="12"/>
                  </a:lnTo>
                  <a:lnTo>
                    <a:pt x="108" y="18"/>
                  </a:lnTo>
                  <a:lnTo>
                    <a:pt x="108" y="24"/>
                  </a:lnTo>
                  <a:lnTo>
                    <a:pt x="114" y="24"/>
                  </a:lnTo>
                  <a:lnTo>
                    <a:pt x="114" y="30"/>
                  </a:lnTo>
                  <a:lnTo>
                    <a:pt x="114" y="36"/>
                  </a:lnTo>
                  <a:lnTo>
                    <a:pt x="120" y="42"/>
                  </a:lnTo>
                  <a:lnTo>
                    <a:pt x="120" y="48"/>
                  </a:lnTo>
                  <a:lnTo>
                    <a:pt x="120" y="54"/>
                  </a:lnTo>
                  <a:lnTo>
                    <a:pt x="126" y="60"/>
                  </a:lnTo>
                  <a:lnTo>
                    <a:pt x="126" y="66"/>
                  </a:lnTo>
                  <a:lnTo>
                    <a:pt x="126" y="72"/>
                  </a:lnTo>
                  <a:lnTo>
                    <a:pt x="126" y="78"/>
                  </a:lnTo>
                  <a:lnTo>
                    <a:pt x="132" y="84"/>
                  </a:lnTo>
                  <a:lnTo>
                    <a:pt x="132" y="90"/>
                  </a:lnTo>
                  <a:lnTo>
                    <a:pt x="132" y="96"/>
                  </a:lnTo>
                  <a:lnTo>
                    <a:pt x="138" y="102"/>
                  </a:lnTo>
                  <a:lnTo>
                    <a:pt x="138" y="108"/>
                  </a:lnTo>
                  <a:lnTo>
                    <a:pt x="138" y="114"/>
                  </a:lnTo>
                  <a:lnTo>
                    <a:pt x="138" y="120"/>
                  </a:lnTo>
                  <a:lnTo>
                    <a:pt x="138" y="126"/>
                  </a:lnTo>
                  <a:lnTo>
                    <a:pt x="144" y="132"/>
                  </a:lnTo>
                  <a:lnTo>
                    <a:pt x="144" y="138"/>
                  </a:lnTo>
                  <a:lnTo>
                    <a:pt x="144" y="144"/>
                  </a:lnTo>
                  <a:lnTo>
                    <a:pt x="144" y="150"/>
                  </a:lnTo>
                  <a:lnTo>
                    <a:pt x="144" y="156"/>
                  </a:lnTo>
                  <a:lnTo>
                    <a:pt x="150" y="168"/>
                  </a:lnTo>
                  <a:lnTo>
                    <a:pt x="150" y="174"/>
                  </a:lnTo>
                  <a:lnTo>
                    <a:pt x="150" y="180"/>
                  </a:lnTo>
                  <a:lnTo>
                    <a:pt x="150" y="186"/>
                  </a:lnTo>
                  <a:lnTo>
                    <a:pt x="156" y="192"/>
                  </a:lnTo>
                  <a:lnTo>
                    <a:pt x="156" y="198"/>
                  </a:lnTo>
                  <a:lnTo>
                    <a:pt x="156" y="210"/>
                  </a:lnTo>
                  <a:lnTo>
                    <a:pt x="156" y="216"/>
                  </a:lnTo>
                  <a:lnTo>
                    <a:pt x="156" y="222"/>
                  </a:lnTo>
                  <a:lnTo>
                    <a:pt x="162" y="234"/>
                  </a:lnTo>
                  <a:lnTo>
                    <a:pt x="162" y="240"/>
                  </a:lnTo>
                  <a:lnTo>
                    <a:pt x="162" y="246"/>
                  </a:lnTo>
                  <a:lnTo>
                    <a:pt x="162" y="258"/>
                  </a:lnTo>
                  <a:lnTo>
                    <a:pt x="168" y="264"/>
                  </a:lnTo>
                  <a:lnTo>
                    <a:pt x="168" y="270"/>
                  </a:lnTo>
                  <a:lnTo>
                    <a:pt x="168" y="282"/>
                  </a:lnTo>
                  <a:lnTo>
                    <a:pt x="168" y="288"/>
                  </a:lnTo>
                  <a:lnTo>
                    <a:pt x="168" y="294"/>
                  </a:lnTo>
                  <a:lnTo>
                    <a:pt x="174" y="306"/>
                  </a:lnTo>
                  <a:lnTo>
                    <a:pt x="174" y="312"/>
                  </a:lnTo>
                  <a:lnTo>
                    <a:pt x="174" y="324"/>
                  </a:lnTo>
                  <a:lnTo>
                    <a:pt x="174" y="330"/>
                  </a:lnTo>
                  <a:lnTo>
                    <a:pt x="174" y="342"/>
                  </a:lnTo>
                  <a:lnTo>
                    <a:pt x="180" y="348"/>
                  </a:lnTo>
                  <a:lnTo>
                    <a:pt x="180" y="354"/>
                  </a:lnTo>
                  <a:lnTo>
                    <a:pt x="180" y="366"/>
                  </a:lnTo>
                  <a:lnTo>
                    <a:pt x="180" y="372"/>
                  </a:lnTo>
                  <a:lnTo>
                    <a:pt x="186" y="384"/>
                  </a:lnTo>
                  <a:lnTo>
                    <a:pt x="186" y="390"/>
                  </a:lnTo>
                  <a:lnTo>
                    <a:pt x="186" y="402"/>
                  </a:lnTo>
                  <a:lnTo>
                    <a:pt x="186" y="408"/>
                  </a:lnTo>
                  <a:lnTo>
                    <a:pt x="186" y="420"/>
                  </a:lnTo>
                  <a:lnTo>
                    <a:pt x="192" y="426"/>
                  </a:lnTo>
                  <a:lnTo>
                    <a:pt x="192" y="438"/>
                  </a:lnTo>
                  <a:lnTo>
                    <a:pt x="192" y="444"/>
                  </a:lnTo>
                  <a:lnTo>
                    <a:pt x="192" y="456"/>
                  </a:lnTo>
                  <a:lnTo>
                    <a:pt x="198" y="462"/>
                  </a:lnTo>
                  <a:lnTo>
                    <a:pt x="198" y="474"/>
                  </a:lnTo>
                  <a:lnTo>
                    <a:pt x="198" y="480"/>
                  </a:lnTo>
                  <a:lnTo>
                    <a:pt x="198" y="492"/>
                  </a:lnTo>
                  <a:lnTo>
                    <a:pt x="198" y="498"/>
                  </a:lnTo>
                  <a:lnTo>
                    <a:pt x="204" y="510"/>
                  </a:lnTo>
                  <a:lnTo>
                    <a:pt x="204" y="516"/>
                  </a:lnTo>
                  <a:lnTo>
                    <a:pt x="204" y="528"/>
                  </a:lnTo>
                  <a:lnTo>
                    <a:pt x="204" y="534"/>
                  </a:lnTo>
                  <a:lnTo>
                    <a:pt x="210" y="546"/>
                  </a:lnTo>
                  <a:lnTo>
                    <a:pt x="210" y="552"/>
                  </a:lnTo>
                  <a:lnTo>
                    <a:pt x="210" y="564"/>
                  </a:lnTo>
                  <a:lnTo>
                    <a:pt x="210" y="570"/>
                  </a:lnTo>
                  <a:lnTo>
                    <a:pt x="210" y="582"/>
                  </a:lnTo>
                  <a:lnTo>
                    <a:pt x="216" y="588"/>
                  </a:lnTo>
                  <a:lnTo>
                    <a:pt x="216" y="600"/>
                  </a:lnTo>
                  <a:lnTo>
                    <a:pt x="216" y="606"/>
                  </a:lnTo>
                  <a:lnTo>
                    <a:pt x="216" y="618"/>
                  </a:lnTo>
                  <a:lnTo>
                    <a:pt x="216" y="624"/>
                  </a:lnTo>
                  <a:lnTo>
                    <a:pt x="222" y="630"/>
                  </a:lnTo>
                  <a:lnTo>
                    <a:pt x="222" y="642"/>
                  </a:lnTo>
                  <a:lnTo>
                    <a:pt x="222" y="648"/>
                  </a:lnTo>
                  <a:lnTo>
                    <a:pt x="222" y="654"/>
                  </a:lnTo>
                  <a:lnTo>
                    <a:pt x="228" y="666"/>
                  </a:lnTo>
                  <a:lnTo>
                    <a:pt x="228" y="672"/>
                  </a:lnTo>
                  <a:lnTo>
                    <a:pt x="228" y="678"/>
                  </a:lnTo>
                  <a:lnTo>
                    <a:pt x="228" y="690"/>
                  </a:lnTo>
                  <a:lnTo>
                    <a:pt x="228" y="696"/>
                  </a:lnTo>
                  <a:lnTo>
                    <a:pt x="234" y="702"/>
                  </a:lnTo>
                  <a:lnTo>
                    <a:pt x="234" y="714"/>
                  </a:lnTo>
                  <a:lnTo>
                    <a:pt x="234" y="720"/>
                  </a:lnTo>
                  <a:lnTo>
                    <a:pt x="234" y="726"/>
                  </a:lnTo>
                  <a:lnTo>
                    <a:pt x="240" y="732"/>
                  </a:lnTo>
                  <a:lnTo>
                    <a:pt x="240" y="738"/>
                  </a:lnTo>
                  <a:lnTo>
                    <a:pt x="240" y="744"/>
                  </a:lnTo>
                  <a:lnTo>
                    <a:pt x="240" y="756"/>
                  </a:lnTo>
                  <a:lnTo>
                    <a:pt x="240" y="762"/>
                  </a:lnTo>
                  <a:lnTo>
                    <a:pt x="246" y="768"/>
                  </a:lnTo>
                  <a:lnTo>
                    <a:pt x="246" y="774"/>
                  </a:lnTo>
                  <a:lnTo>
                    <a:pt x="246" y="780"/>
                  </a:lnTo>
                  <a:lnTo>
                    <a:pt x="246" y="786"/>
                  </a:lnTo>
                  <a:lnTo>
                    <a:pt x="252" y="792"/>
                  </a:lnTo>
                  <a:lnTo>
                    <a:pt x="252" y="798"/>
                  </a:lnTo>
                  <a:lnTo>
                    <a:pt x="252" y="804"/>
                  </a:lnTo>
                  <a:lnTo>
                    <a:pt x="252" y="810"/>
                  </a:lnTo>
                  <a:lnTo>
                    <a:pt x="252" y="816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Freeform 93">
              <a:extLst>
                <a:ext uri="{FF2B5EF4-FFF2-40B4-BE49-F238E27FC236}">
                  <a16:creationId xmlns:a16="http://schemas.microsoft.com/office/drawing/2014/main" id="{5873A625-8753-AAA3-E8EC-E57A2DBB3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2712"/>
              <a:ext cx="336" cy="294"/>
            </a:xfrm>
            <a:custGeom>
              <a:avLst/>
              <a:gdLst>
                <a:gd name="T0" fmla="*/ 330 w 336"/>
                <a:gd name="T1" fmla="*/ 192 h 294"/>
                <a:gd name="T2" fmla="*/ 324 w 336"/>
                <a:gd name="T3" fmla="*/ 198 h 294"/>
                <a:gd name="T4" fmla="*/ 318 w 336"/>
                <a:gd name="T5" fmla="*/ 204 h 294"/>
                <a:gd name="T6" fmla="*/ 312 w 336"/>
                <a:gd name="T7" fmla="*/ 204 h 294"/>
                <a:gd name="T8" fmla="*/ 306 w 336"/>
                <a:gd name="T9" fmla="*/ 210 h 294"/>
                <a:gd name="T10" fmla="*/ 300 w 336"/>
                <a:gd name="T11" fmla="*/ 216 h 294"/>
                <a:gd name="T12" fmla="*/ 294 w 336"/>
                <a:gd name="T13" fmla="*/ 216 h 294"/>
                <a:gd name="T14" fmla="*/ 282 w 336"/>
                <a:gd name="T15" fmla="*/ 216 h 294"/>
                <a:gd name="T16" fmla="*/ 276 w 336"/>
                <a:gd name="T17" fmla="*/ 216 h 294"/>
                <a:gd name="T18" fmla="*/ 270 w 336"/>
                <a:gd name="T19" fmla="*/ 216 h 294"/>
                <a:gd name="T20" fmla="*/ 264 w 336"/>
                <a:gd name="T21" fmla="*/ 216 h 294"/>
                <a:gd name="T22" fmla="*/ 258 w 336"/>
                <a:gd name="T23" fmla="*/ 210 h 294"/>
                <a:gd name="T24" fmla="*/ 252 w 336"/>
                <a:gd name="T25" fmla="*/ 204 h 294"/>
                <a:gd name="T26" fmla="*/ 246 w 336"/>
                <a:gd name="T27" fmla="*/ 198 h 294"/>
                <a:gd name="T28" fmla="*/ 240 w 336"/>
                <a:gd name="T29" fmla="*/ 192 h 294"/>
                <a:gd name="T30" fmla="*/ 234 w 336"/>
                <a:gd name="T31" fmla="*/ 186 h 294"/>
                <a:gd name="T32" fmla="*/ 228 w 336"/>
                <a:gd name="T33" fmla="*/ 174 h 294"/>
                <a:gd name="T34" fmla="*/ 222 w 336"/>
                <a:gd name="T35" fmla="*/ 168 h 294"/>
                <a:gd name="T36" fmla="*/ 210 w 336"/>
                <a:gd name="T37" fmla="*/ 156 h 294"/>
                <a:gd name="T38" fmla="*/ 204 w 336"/>
                <a:gd name="T39" fmla="*/ 144 h 294"/>
                <a:gd name="T40" fmla="*/ 198 w 336"/>
                <a:gd name="T41" fmla="*/ 132 h 294"/>
                <a:gd name="T42" fmla="*/ 192 w 336"/>
                <a:gd name="T43" fmla="*/ 114 h 294"/>
                <a:gd name="T44" fmla="*/ 186 w 336"/>
                <a:gd name="T45" fmla="*/ 102 h 294"/>
                <a:gd name="T46" fmla="*/ 180 w 336"/>
                <a:gd name="T47" fmla="*/ 90 h 294"/>
                <a:gd name="T48" fmla="*/ 174 w 336"/>
                <a:gd name="T49" fmla="*/ 78 h 294"/>
                <a:gd name="T50" fmla="*/ 168 w 336"/>
                <a:gd name="T51" fmla="*/ 66 h 294"/>
                <a:gd name="T52" fmla="*/ 162 w 336"/>
                <a:gd name="T53" fmla="*/ 54 h 294"/>
                <a:gd name="T54" fmla="*/ 156 w 336"/>
                <a:gd name="T55" fmla="*/ 42 h 294"/>
                <a:gd name="T56" fmla="*/ 150 w 336"/>
                <a:gd name="T57" fmla="*/ 30 h 294"/>
                <a:gd name="T58" fmla="*/ 138 w 336"/>
                <a:gd name="T59" fmla="*/ 24 h 294"/>
                <a:gd name="T60" fmla="*/ 132 w 336"/>
                <a:gd name="T61" fmla="*/ 12 h 294"/>
                <a:gd name="T62" fmla="*/ 126 w 336"/>
                <a:gd name="T63" fmla="*/ 6 h 294"/>
                <a:gd name="T64" fmla="*/ 120 w 336"/>
                <a:gd name="T65" fmla="*/ 6 h 294"/>
                <a:gd name="T66" fmla="*/ 114 w 336"/>
                <a:gd name="T67" fmla="*/ 0 h 294"/>
                <a:gd name="T68" fmla="*/ 108 w 336"/>
                <a:gd name="T69" fmla="*/ 0 h 294"/>
                <a:gd name="T70" fmla="*/ 102 w 336"/>
                <a:gd name="T71" fmla="*/ 6 h 294"/>
                <a:gd name="T72" fmla="*/ 96 w 336"/>
                <a:gd name="T73" fmla="*/ 12 h 294"/>
                <a:gd name="T74" fmla="*/ 90 w 336"/>
                <a:gd name="T75" fmla="*/ 18 h 294"/>
                <a:gd name="T76" fmla="*/ 84 w 336"/>
                <a:gd name="T77" fmla="*/ 24 h 294"/>
                <a:gd name="T78" fmla="*/ 72 w 336"/>
                <a:gd name="T79" fmla="*/ 36 h 294"/>
                <a:gd name="T80" fmla="*/ 66 w 336"/>
                <a:gd name="T81" fmla="*/ 48 h 294"/>
                <a:gd name="T82" fmla="*/ 60 w 336"/>
                <a:gd name="T83" fmla="*/ 66 h 294"/>
                <a:gd name="T84" fmla="*/ 54 w 336"/>
                <a:gd name="T85" fmla="*/ 84 h 294"/>
                <a:gd name="T86" fmla="*/ 48 w 336"/>
                <a:gd name="T87" fmla="*/ 108 h 294"/>
                <a:gd name="T88" fmla="*/ 42 w 336"/>
                <a:gd name="T89" fmla="*/ 126 h 294"/>
                <a:gd name="T90" fmla="*/ 36 w 336"/>
                <a:gd name="T91" fmla="*/ 150 h 294"/>
                <a:gd name="T92" fmla="*/ 30 w 336"/>
                <a:gd name="T93" fmla="*/ 180 h 294"/>
                <a:gd name="T94" fmla="*/ 24 w 336"/>
                <a:gd name="T95" fmla="*/ 204 h 294"/>
                <a:gd name="T96" fmla="*/ 18 w 336"/>
                <a:gd name="T97" fmla="*/ 234 h 294"/>
                <a:gd name="T98" fmla="*/ 12 w 336"/>
                <a:gd name="T99" fmla="*/ 258 h 294"/>
                <a:gd name="T100" fmla="*/ 0 w 336"/>
                <a:gd name="T101" fmla="*/ 288 h 29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36" h="294">
                  <a:moveTo>
                    <a:pt x="336" y="186"/>
                  </a:moveTo>
                  <a:lnTo>
                    <a:pt x="336" y="186"/>
                  </a:lnTo>
                  <a:lnTo>
                    <a:pt x="330" y="192"/>
                  </a:lnTo>
                  <a:lnTo>
                    <a:pt x="324" y="192"/>
                  </a:lnTo>
                  <a:lnTo>
                    <a:pt x="324" y="198"/>
                  </a:lnTo>
                  <a:lnTo>
                    <a:pt x="318" y="198"/>
                  </a:lnTo>
                  <a:lnTo>
                    <a:pt x="318" y="204"/>
                  </a:lnTo>
                  <a:lnTo>
                    <a:pt x="312" y="204"/>
                  </a:lnTo>
                  <a:lnTo>
                    <a:pt x="306" y="210"/>
                  </a:lnTo>
                  <a:lnTo>
                    <a:pt x="300" y="210"/>
                  </a:lnTo>
                  <a:lnTo>
                    <a:pt x="300" y="216"/>
                  </a:lnTo>
                  <a:lnTo>
                    <a:pt x="294" y="216"/>
                  </a:lnTo>
                  <a:lnTo>
                    <a:pt x="288" y="216"/>
                  </a:lnTo>
                  <a:lnTo>
                    <a:pt x="282" y="216"/>
                  </a:lnTo>
                  <a:lnTo>
                    <a:pt x="276" y="216"/>
                  </a:lnTo>
                  <a:lnTo>
                    <a:pt x="270" y="216"/>
                  </a:lnTo>
                  <a:lnTo>
                    <a:pt x="264" y="216"/>
                  </a:lnTo>
                  <a:lnTo>
                    <a:pt x="264" y="210"/>
                  </a:lnTo>
                  <a:lnTo>
                    <a:pt x="258" y="210"/>
                  </a:lnTo>
                  <a:lnTo>
                    <a:pt x="252" y="210"/>
                  </a:lnTo>
                  <a:lnTo>
                    <a:pt x="252" y="204"/>
                  </a:lnTo>
                  <a:lnTo>
                    <a:pt x="246" y="204"/>
                  </a:lnTo>
                  <a:lnTo>
                    <a:pt x="246" y="198"/>
                  </a:lnTo>
                  <a:lnTo>
                    <a:pt x="240" y="198"/>
                  </a:lnTo>
                  <a:lnTo>
                    <a:pt x="240" y="192"/>
                  </a:lnTo>
                  <a:lnTo>
                    <a:pt x="234" y="192"/>
                  </a:lnTo>
                  <a:lnTo>
                    <a:pt x="234" y="186"/>
                  </a:lnTo>
                  <a:lnTo>
                    <a:pt x="228" y="180"/>
                  </a:lnTo>
                  <a:lnTo>
                    <a:pt x="228" y="174"/>
                  </a:lnTo>
                  <a:lnTo>
                    <a:pt x="222" y="174"/>
                  </a:lnTo>
                  <a:lnTo>
                    <a:pt x="222" y="168"/>
                  </a:lnTo>
                  <a:lnTo>
                    <a:pt x="216" y="162"/>
                  </a:lnTo>
                  <a:lnTo>
                    <a:pt x="216" y="156"/>
                  </a:lnTo>
                  <a:lnTo>
                    <a:pt x="210" y="156"/>
                  </a:lnTo>
                  <a:lnTo>
                    <a:pt x="210" y="150"/>
                  </a:lnTo>
                  <a:lnTo>
                    <a:pt x="210" y="144"/>
                  </a:lnTo>
                  <a:lnTo>
                    <a:pt x="204" y="144"/>
                  </a:lnTo>
                  <a:lnTo>
                    <a:pt x="204" y="138"/>
                  </a:lnTo>
                  <a:lnTo>
                    <a:pt x="204" y="132"/>
                  </a:lnTo>
                  <a:lnTo>
                    <a:pt x="198" y="132"/>
                  </a:lnTo>
                  <a:lnTo>
                    <a:pt x="198" y="126"/>
                  </a:lnTo>
                  <a:lnTo>
                    <a:pt x="198" y="120"/>
                  </a:lnTo>
                  <a:lnTo>
                    <a:pt x="192" y="120"/>
                  </a:lnTo>
                  <a:lnTo>
                    <a:pt x="192" y="114"/>
                  </a:lnTo>
                  <a:lnTo>
                    <a:pt x="192" y="108"/>
                  </a:lnTo>
                  <a:lnTo>
                    <a:pt x="186" y="108"/>
                  </a:lnTo>
                  <a:lnTo>
                    <a:pt x="186" y="102"/>
                  </a:lnTo>
                  <a:lnTo>
                    <a:pt x="186" y="96"/>
                  </a:lnTo>
                  <a:lnTo>
                    <a:pt x="180" y="96"/>
                  </a:lnTo>
                  <a:lnTo>
                    <a:pt x="180" y="90"/>
                  </a:lnTo>
                  <a:lnTo>
                    <a:pt x="180" y="84"/>
                  </a:lnTo>
                  <a:lnTo>
                    <a:pt x="174" y="84"/>
                  </a:lnTo>
                  <a:lnTo>
                    <a:pt x="174" y="78"/>
                  </a:lnTo>
                  <a:lnTo>
                    <a:pt x="174" y="72"/>
                  </a:lnTo>
                  <a:lnTo>
                    <a:pt x="168" y="72"/>
                  </a:lnTo>
                  <a:lnTo>
                    <a:pt x="168" y="66"/>
                  </a:lnTo>
                  <a:lnTo>
                    <a:pt x="168" y="60"/>
                  </a:lnTo>
                  <a:lnTo>
                    <a:pt x="162" y="60"/>
                  </a:lnTo>
                  <a:lnTo>
                    <a:pt x="162" y="54"/>
                  </a:lnTo>
                  <a:lnTo>
                    <a:pt x="156" y="48"/>
                  </a:lnTo>
                  <a:lnTo>
                    <a:pt x="156" y="42"/>
                  </a:lnTo>
                  <a:lnTo>
                    <a:pt x="150" y="36"/>
                  </a:lnTo>
                  <a:lnTo>
                    <a:pt x="150" y="30"/>
                  </a:lnTo>
                  <a:lnTo>
                    <a:pt x="144" y="30"/>
                  </a:lnTo>
                  <a:lnTo>
                    <a:pt x="144" y="24"/>
                  </a:lnTo>
                  <a:lnTo>
                    <a:pt x="138" y="24"/>
                  </a:lnTo>
                  <a:lnTo>
                    <a:pt x="138" y="18"/>
                  </a:lnTo>
                  <a:lnTo>
                    <a:pt x="132" y="12"/>
                  </a:lnTo>
                  <a:lnTo>
                    <a:pt x="126" y="12"/>
                  </a:lnTo>
                  <a:lnTo>
                    <a:pt x="126" y="6"/>
                  </a:lnTo>
                  <a:lnTo>
                    <a:pt x="120" y="6"/>
                  </a:lnTo>
                  <a:lnTo>
                    <a:pt x="114" y="0"/>
                  </a:lnTo>
                  <a:lnTo>
                    <a:pt x="108" y="0"/>
                  </a:lnTo>
                  <a:lnTo>
                    <a:pt x="102" y="6"/>
                  </a:lnTo>
                  <a:lnTo>
                    <a:pt x="96" y="6"/>
                  </a:lnTo>
                  <a:lnTo>
                    <a:pt x="96" y="12"/>
                  </a:lnTo>
                  <a:lnTo>
                    <a:pt x="90" y="12"/>
                  </a:lnTo>
                  <a:lnTo>
                    <a:pt x="90" y="18"/>
                  </a:lnTo>
                  <a:lnTo>
                    <a:pt x="84" y="18"/>
                  </a:lnTo>
                  <a:lnTo>
                    <a:pt x="84" y="24"/>
                  </a:lnTo>
                  <a:lnTo>
                    <a:pt x="78" y="30"/>
                  </a:lnTo>
                  <a:lnTo>
                    <a:pt x="78" y="36"/>
                  </a:lnTo>
                  <a:lnTo>
                    <a:pt x="72" y="36"/>
                  </a:lnTo>
                  <a:lnTo>
                    <a:pt x="72" y="42"/>
                  </a:lnTo>
                  <a:lnTo>
                    <a:pt x="72" y="48"/>
                  </a:lnTo>
                  <a:lnTo>
                    <a:pt x="66" y="48"/>
                  </a:lnTo>
                  <a:lnTo>
                    <a:pt x="66" y="54"/>
                  </a:lnTo>
                  <a:lnTo>
                    <a:pt x="66" y="60"/>
                  </a:lnTo>
                  <a:lnTo>
                    <a:pt x="66" y="66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54" y="84"/>
                  </a:lnTo>
                  <a:lnTo>
                    <a:pt x="54" y="90"/>
                  </a:lnTo>
                  <a:lnTo>
                    <a:pt x="54" y="96"/>
                  </a:lnTo>
                  <a:lnTo>
                    <a:pt x="48" y="102"/>
                  </a:lnTo>
                  <a:lnTo>
                    <a:pt x="48" y="108"/>
                  </a:lnTo>
                  <a:lnTo>
                    <a:pt x="48" y="114"/>
                  </a:lnTo>
                  <a:lnTo>
                    <a:pt x="42" y="120"/>
                  </a:lnTo>
                  <a:lnTo>
                    <a:pt x="42" y="126"/>
                  </a:lnTo>
                  <a:lnTo>
                    <a:pt x="42" y="132"/>
                  </a:lnTo>
                  <a:lnTo>
                    <a:pt x="42" y="138"/>
                  </a:lnTo>
                  <a:lnTo>
                    <a:pt x="36" y="144"/>
                  </a:lnTo>
                  <a:lnTo>
                    <a:pt x="36" y="150"/>
                  </a:lnTo>
                  <a:lnTo>
                    <a:pt x="36" y="156"/>
                  </a:lnTo>
                  <a:lnTo>
                    <a:pt x="30" y="162"/>
                  </a:lnTo>
                  <a:lnTo>
                    <a:pt x="30" y="168"/>
                  </a:lnTo>
                  <a:lnTo>
                    <a:pt x="30" y="174"/>
                  </a:lnTo>
                  <a:lnTo>
                    <a:pt x="30" y="180"/>
                  </a:lnTo>
                  <a:lnTo>
                    <a:pt x="24" y="186"/>
                  </a:lnTo>
                  <a:lnTo>
                    <a:pt x="24" y="192"/>
                  </a:lnTo>
                  <a:lnTo>
                    <a:pt x="24" y="198"/>
                  </a:lnTo>
                  <a:lnTo>
                    <a:pt x="24" y="204"/>
                  </a:lnTo>
                  <a:lnTo>
                    <a:pt x="24" y="210"/>
                  </a:lnTo>
                  <a:lnTo>
                    <a:pt x="18" y="216"/>
                  </a:lnTo>
                  <a:lnTo>
                    <a:pt x="18" y="222"/>
                  </a:lnTo>
                  <a:lnTo>
                    <a:pt x="18" y="228"/>
                  </a:lnTo>
                  <a:lnTo>
                    <a:pt x="18" y="234"/>
                  </a:lnTo>
                  <a:lnTo>
                    <a:pt x="12" y="240"/>
                  </a:lnTo>
                  <a:lnTo>
                    <a:pt x="12" y="246"/>
                  </a:lnTo>
                  <a:lnTo>
                    <a:pt x="12" y="252"/>
                  </a:lnTo>
                  <a:lnTo>
                    <a:pt x="12" y="258"/>
                  </a:lnTo>
                  <a:lnTo>
                    <a:pt x="6" y="264"/>
                  </a:lnTo>
                  <a:lnTo>
                    <a:pt x="6" y="270"/>
                  </a:lnTo>
                  <a:lnTo>
                    <a:pt x="6" y="276"/>
                  </a:lnTo>
                  <a:lnTo>
                    <a:pt x="6" y="282"/>
                  </a:lnTo>
                  <a:lnTo>
                    <a:pt x="0" y="288"/>
                  </a:lnTo>
                  <a:lnTo>
                    <a:pt x="0" y="294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Freeform 94">
              <a:extLst>
                <a:ext uri="{FF2B5EF4-FFF2-40B4-BE49-F238E27FC236}">
                  <a16:creationId xmlns:a16="http://schemas.microsoft.com/office/drawing/2014/main" id="{F0ED7824-0EFC-4B2C-7DFD-D76EE01FF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2436"/>
              <a:ext cx="252" cy="816"/>
            </a:xfrm>
            <a:custGeom>
              <a:avLst/>
              <a:gdLst>
                <a:gd name="T0" fmla="*/ 252 w 252"/>
                <a:gd name="T1" fmla="*/ 588 h 816"/>
                <a:gd name="T2" fmla="*/ 246 w 252"/>
                <a:gd name="T3" fmla="*/ 612 h 816"/>
                <a:gd name="T4" fmla="*/ 240 w 252"/>
                <a:gd name="T5" fmla="*/ 630 h 816"/>
                <a:gd name="T6" fmla="*/ 234 w 252"/>
                <a:gd name="T7" fmla="*/ 654 h 816"/>
                <a:gd name="T8" fmla="*/ 228 w 252"/>
                <a:gd name="T9" fmla="*/ 678 h 816"/>
                <a:gd name="T10" fmla="*/ 222 w 252"/>
                <a:gd name="T11" fmla="*/ 696 h 816"/>
                <a:gd name="T12" fmla="*/ 216 w 252"/>
                <a:gd name="T13" fmla="*/ 714 h 816"/>
                <a:gd name="T14" fmla="*/ 210 w 252"/>
                <a:gd name="T15" fmla="*/ 732 h 816"/>
                <a:gd name="T16" fmla="*/ 210 w 252"/>
                <a:gd name="T17" fmla="*/ 750 h 816"/>
                <a:gd name="T18" fmla="*/ 204 w 252"/>
                <a:gd name="T19" fmla="*/ 762 h 816"/>
                <a:gd name="T20" fmla="*/ 198 w 252"/>
                <a:gd name="T21" fmla="*/ 780 h 816"/>
                <a:gd name="T22" fmla="*/ 192 w 252"/>
                <a:gd name="T23" fmla="*/ 792 h 816"/>
                <a:gd name="T24" fmla="*/ 186 w 252"/>
                <a:gd name="T25" fmla="*/ 798 h 816"/>
                <a:gd name="T26" fmla="*/ 180 w 252"/>
                <a:gd name="T27" fmla="*/ 810 h 816"/>
                <a:gd name="T28" fmla="*/ 174 w 252"/>
                <a:gd name="T29" fmla="*/ 816 h 816"/>
                <a:gd name="T30" fmla="*/ 168 w 252"/>
                <a:gd name="T31" fmla="*/ 816 h 816"/>
                <a:gd name="T32" fmla="*/ 168 w 252"/>
                <a:gd name="T33" fmla="*/ 816 h 816"/>
                <a:gd name="T34" fmla="*/ 162 w 252"/>
                <a:gd name="T35" fmla="*/ 816 h 816"/>
                <a:gd name="T36" fmla="*/ 156 w 252"/>
                <a:gd name="T37" fmla="*/ 816 h 816"/>
                <a:gd name="T38" fmla="*/ 150 w 252"/>
                <a:gd name="T39" fmla="*/ 810 h 816"/>
                <a:gd name="T40" fmla="*/ 144 w 252"/>
                <a:gd name="T41" fmla="*/ 798 h 816"/>
                <a:gd name="T42" fmla="*/ 138 w 252"/>
                <a:gd name="T43" fmla="*/ 786 h 816"/>
                <a:gd name="T44" fmla="*/ 132 w 252"/>
                <a:gd name="T45" fmla="*/ 774 h 816"/>
                <a:gd name="T46" fmla="*/ 126 w 252"/>
                <a:gd name="T47" fmla="*/ 756 h 816"/>
                <a:gd name="T48" fmla="*/ 126 w 252"/>
                <a:gd name="T49" fmla="*/ 738 h 816"/>
                <a:gd name="T50" fmla="*/ 120 w 252"/>
                <a:gd name="T51" fmla="*/ 720 h 816"/>
                <a:gd name="T52" fmla="*/ 114 w 252"/>
                <a:gd name="T53" fmla="*/ 696 h 816"/>
                <a:gd name="T54" fmla="*/ 108 w 252"/>
                <a:gd name="T55" fmla="*/ 672 h 816"/>
                <a:gd name="T56" fmla="*/ 102 w 252"/>
                <a:gd name="T57" fmla="*/ 642 h 816"/>
                <a:gd name="T58" fmla="*/ 96 w 252"/>
                <a:gd name="T59" fmla="*/ 618 h 816"/>
                <a:gd name="T60" fmla="*/ 90 w 252"/>
                <a:gd name="T61" fmla="*/ 582 h 816"/>
                <a:gd name="T62" fmla="*/ 84 w 252"/>
                <a:gd name="T63" fmla="*/ 552 h 816"/>
                <a:gd name="T64" fmla="*/ 84 w 252"/>
                <a:gd name="T65" fmla="*/ 522 h 816"/>
                <a:gd name="T66" fmla="*/ 78 w 252"/>
                <a:gd name="T67" fmla="*/ 486 h 816"/>
                <a:gd name="T68" fmla="*/ 72 w 252"/>
                <a:gd name="T69" fmla="*/ 450 h 816"/>
                <a:gd name="T70" fmla="*/ 66 w 252"/>
                <a:gd name="T71" fmla="*/ 414 h 816"/>
                <a:gd name="T72" fmla="*/ 60 w 252"/>
                <a:gd name="T73" fmla="*/ 378 h 816"/>
                <a:gd name="T74" fmla="*/ 54 w 252"/>
                <a:gd name="T75" fmla="*/ 342 h 816"/>
                <a:gd name="T76" fmla="*/ 48 w 252"/>
                <a:gd name="T77" fmla="*/ 306 h 816"/>
                <a:gd name="T78" fmla="*/ 42 w 252"/>
                <a:gd name="T79" fmla="*/ 270 h 816"/>
                <a:gd name="T80" fmla="*/ 42 w 252"/>
                <a:gd name="T81" fmla="*/ 234 h 816"/>
                <a:gd name="T82" fmla="*/ 36 w 252"/>
                <a:gd name="T83" fmla="*/ 198 h 816"/>
                <a:gd name="T84" fmla="*/ 30 w 252"/>
                <a:gd name="T85" fmla="*/ 168 h 816"/>
                <a:gd name="T86" fmla="*/ 24 w 252"/>
                <a:gd name="T87" fmla="*/ 138 h 816"/>
                <a:gd name="T88" fmla="*/ 18 w 252"/>
                <a:gd name="T89" fmla="*/ 102 h 816"/>
                <a:gd name="T90" fmla="*/ 12 w 252"/>
                <a:gd name="T91" fmla="*/ 78 h 816"/>
                <a:gd name="T92" fmla="*/ 6 w 252"/>
                <a:gd name="T93" fmla="*/ 48 h 816"/>
                <a:gd name="T94" fmla="*/ 0 w 252"/>
                <a:gd name="T95" fmla="*/ 24 h 816"/>
                <a:gd name="T96" fmla="*/ 0 w 252"/>
                <a:gd name="T97" fmla="*/ 0 h 8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52" h="816">
                  <a:moveTo>
                    <a:pt x="252" y="570"/>
                  </a:moveTo>
                  <a:lnTo>
                    <a:pt x="252" y="576"/>
                  </a:lnTo>
                  <a:lnTo>
                    <a:pt x="252" y="582"/>
                  </a:lnTo>
                  <a:lnTo>
                    <a:pt x="252" y="588"/>
                  </a:lnTo>
                  <a:lnTo>
                    <a:pt x="246" y="594"/>
                  </a:lnTo>
                  <a:lnTo>
                    <a:pt x="246" y="600"/>
                  </a:lnTo>
                  <a:lnTo>
                    <a:pt x="246" y="606"/>
                  </a:lnTo>
                  <a:lnTo>
                    <a:pt x="246" y="612"/>
                  </a:lnTo>
                  <a:lnTo>
                    <a:pt x="240" y="618"/>
                  </a:lnTo>
                  <a:lnTo>
                    <a:pt x="240" y="624"/>
                  </a:lnTo>
                  <a:lnTo>
                    <a:pt x="240" y="630"/>
                  </a:lnTo>
                  <a:lnTo>
                    <a:pt x="240" y="636"/>
                  </a:lnTo>
                  <a:lnTo>
                    <a:pt x="234" y="642"/>
                  </a:lnTo>
                  <a:lnTo>
                    <a:pt x="234" y="648"/>
                  </a:lnTo>
                  <a:lnTo>
                    <a:pt x="234" y="654"/>
                  </a:lnTo>
                  <a:lnTo>
                    <a:pt x="234" y="660"/>
                  </a:lnTo>
                  <a:lnTo>
                    <a:pt x="234" y="666"/>
                  </a:lnTo>
                  <a:lnTo>
                    <a:pt x="228" y="672"/>
                  </a:lnTo>
                  <a:lnTo>
                    <a:pt x="228" y="678"/>
                  </a:lnTo>
                  <a:lnTo>
                    <a:pt x="228" y="684"/>
                  </a:lnTo>
                  <a:lnTo>
                    <a:pt x="222" y="690"/>
                  </a:lnTo>
                  <a:lnTo>
                    <a:pt x="222" y="696"/>
                  </a:lnTo>
                  <a:lnTo>
                    <a:pt x="222" y="702"/>
                  </a:lnTo>
                  <a:lnTo>
                    <a:pt x="222" y="708"/>
                  </a:lnTo>
                  <a:lnTo>
                    <a:pt x="216" y="714"/>
                  </a:lnTo>
                  <a:lnTo>
                    <a:pt x="216" y="720"/>
                  </a:lnTo>
                  <a:lnTo>
                    <a:pt x="216" y="726"/>
                  </a:lnTo>
                  <a:lnTo>
                    <a:pt x="210" y="732"/>
                  </a:lnTo>
                  <a:lnTo>
                    <a:pt x="210" y="738"/>
                  </a:lnTo>
                  <a:lnTo>
                    <a:pt x="210" y="744"/>
                  </a:lnTo>
                  <a:lnTo>
                    <a:pt x="210" y="750"/>
                  </a:lnTo>
                  <a:lnTo>
                    <a:pt x="204" y="756"/>
                  </a:lnTo>
                  <a:lnTo>
                    <a:pt x="204" y="762"/>
                  </a:lnTo>
                  <a:lnTo>
                    <a:pt x="198" y="768"/>
                  </a:lnTo>
                  <a:lnTo>
                    <a:pt x="198" y="774"/>
                  </a:lnTo>
                  <a:lnTo>
                    <a:pt x="198" y="780"/>
                  </a:lnTo>
                  <a:lnTo>
                    <a:pt x="192" y="786"/>
                  </a:lnTo>
                  <a:lnTo>
                    <a:pt x="192" y="792"/>
                  </a:lnTo>
                  <a:lnTo>
                    <a:pt x="192" y="798"/>
                  </a:lnTo>
                  <a:lnTo>
                    <a:pt x="186" y="798"/>
                  </a:lnTo>
                  <a:lnTo>
                    <a:pt x="186" y="804"/>
                  </a:lnTo>
                  <a:lnTo>
                    <a:pt x="180" y="804"/>
                  </a:lnTo>
                  <a:lnTo>
                    <a:pt x="180" y="810"/>
                  </a:lnTo>
                  <a:lnTo>
                    <a:pt x="174" y="816"/>
                  </a:lnTo>
                  <a:lnTo>
                    <a:pt x="168" y="816"/>
                  </a:lnTo>
                  <a:lnTo>
                    <a:pt x="162" y="816"/>
                  </a:lnTo>
                  <a:lnTo>
                    <a:pt x="156" y="816"/>
                  </a:lnTo>
                  <a:lnTo>
                    <a:pt x="156" y="810"/>
                  </a:lnTo>
                  <a:lnTo>
                    <a:pt x="150" y="810"/>
                  </a:lnTo>
                  <a:lnTo>
                    <a:pt x="150" y="804"/>
                  </a:lnTo>
                  <a:lnTo>
                    <a:pt x="144" y="798"/>
                  </a:lnTo>
                  <a:lnTo>
                    <a:pt x="144" y="792"/>
                  </a:lnTo>
                  <a:lnTo>
                    <a:pt x="138" y="792"/>
                  </a:lnTo>
                  <a:lnTo>
                    <a:pt x="138" y="786"/>
                  </a:lnTo>
                  <a:lnTo>
                    <a:pt x="138" y="780"/>
                  </a:lnTo>
                  <a:lnTo>
                    <a:pt x="132" y="774"/>
                  </a:lnTo>
                  <a:lnTo>
                    <a:pt x="132" y="768"/>
                  </a:lnTo>
                  <a:lnTo>
                    <a:pt x="132" y="762"/>
                  </a:lnTo>
                  <a:lnTo>
                    <a:pt x="126" y="756"/>
                  </a:lnTo>
                  <a:lnTo>
                    <a:pt x="126" y="750"/>
                  </a:lnTo>
                  <a:lnTo>
                    <a:pt x="126" y="744"/>
                  </a:lnTo>
                  <a:lnTo>
                    <a:pt x="126" y="738"/>
                  </a:lnTo>
                  <a:lnTo>
                    <a:pt x="120" y="732"/>
                  </a:lnTo>
                  <a:lnTo>
                    <a:pt x="120" y="726"/>
                  </a:lnTo>
                  <a:lnTo>
                    <a:pt x="120" y="720"/>
                  </a:lnTo>
                  <a:lnTo>
                    <a:pt x="114" y="714"/>
                  </a:lnTo>
                  <a:lnTo>
                    <a:pt x="114" y="708"/>
                  </a:lnTo>
                  <a:lnTo>
                    <a:pt x="114" y="702"/>
                  </a:lnTo>
                  <a:lnTo>
                    <a:pt x="114" y="696"/>
                  </a:lnTo>
                  <a:lnTo>
                    <a:pt x="114" y="690"/>
                  </a:lnTo>
                  <a:lnTo>
                    <a:pt x="108" y="684"/>
                  </a:lnTo>
                  <a:lnTo>
                    <a:pt x="108" y="678"/>
                  </a:lnTo>
                  <a:lnTo>
                    <a:pt x="108" y="672"/>
                  </a:lnTo>
                  <a:lnTo>
                    <a:pt x="108" y="666"/>
                  </a:lnTo>
                  <a:lnTo>
                    <a:pt x="108" y="660"/>
                  </a:lnTo>
                  <a:lnTo>
                    <a:pt x="102" y="648"/>
                  </a:lnTo>
                  <a:lnTo>
                    <a:pt x="102" y="642"/>
                  </a:lnTo>
                  <a:lnTo>
                    <a:pt x="102" y="636"/>
                  </a:lnTo>
                  <a:lnTo>
                    <a:pt x="102" y="630"/>
                  </a:lnTo>
                  <a:lnTo>
                    <a:pt x="96" y="624"/>
                  </a:lnTo>
                  <a:lnTo>
                    <a:pt x="96" y="618"/>
                  </a:lnTo>
                  <a:lnTo>
                    <a:pt x="96" y="606"/>
                  </a:lnTo>
                  <a:lnTo>
                    <a:pt x="96" y="600"/>
                  </a:lnTo>
                  <a:lnTo>
                    <a:pt x="96" y="594"/>
                  </a:lnTo>
                  <a:lnTo>
                    <a:pt x="90" y="582"/>
                  </a:lnTo>
                  <a:lnTo>
                    <a:pt x="90" y="576"/>
                  </a:lnTo>
                  <a:lnTo>
                    <a:pt x="90" y="570"/>
                  </a:lnTo>
                  <a:lnTo>
                    <a:pt x="90" y="558"/>
                  </a:lnTo>
                  <a:lnTo>
                    <a:pt x="84" y="552"/>
                  </a:lnTo>
                  <a:lnTo>
                    <a:pt x="84" y="546"/>
                  </a:lnTo>
                  <a:lnTo>
                    <a:pt x="84" y="534"/>
                  </a:lnTo>
                  <a:lnTo>
                    <a:pt x="84" y="528"/>
                  </a:lnTo>
                  <a:lnTo>
                    <a:pt x="84" y="522"/>
                  </a:lnTo>
                  <a:lnTo>
                    <a:pt x="78" y="510"/>
                  </a:lnTo>
                  <a:lnTo>
                    <a:pt x="78" y="504"/>
                  </a:lnTo>
                  <a:lnTo>
                    <a:pt x="78" y="492"/>
                  </a:lnTo>
                  <a:lnTo>
                    <a:pt x="78" y="486"/>
                  </a:lnTo>
                  <a:lnTo>
                    <a:pt x="78" y="474"/>
                  </a:lnTo>
                  <a:lnTo>
                    <a:pt x="72" y="468"/>
                  </a:lnTo>
                  <a:lnTo>
                    <a:pt x="72" y="462"/>
                  </a:lnTo>
                  <a:lnTo>
                    <a:pt x="72" y="450"/>
                  </a:lnTo>
                  <a:lnTo>
                    <a:pt x="72" y="444"/>
                  </a:lnTo>
                  <a:lnTo>
                    <a:pt x="66" y="432"/>
                  </a:lnTo>
                  <a:lnTo>
                    <a:pt x="66" y="426"/>
                  </a:lnTo>
                  <a:lnTo>
                    <a:pt x="66" y="414"/>
                  </a:lnTo>
                  <a:lnTo>
                    <a:pt x="66" y="408"/>
                  </a:lnTo>
                  <a:lnTo>
                    <a:pt x="66" y="396"/>
                  </a:lnTo>
                  <a:lnTo>
                    <a:pt x="60" y="390"/>
                  </a:lnTo>
                  <a:lnTo>
                    <a:pt x="60" y="378"/>
                  </a:lnTo>
                  <a:lnTo>
                    <a:pt x="60" y="372"/>
                  </a:lnTo>
                  <a:lnTo>
                    <a:pt x="60" y="360"/>
                  </a:lnTo>
                  <a:lnTo>
                    <a:pt x="54" y="354"/>
                  </a:lnTo>
                  <a:lnTo>
                    <a:pt x="54" y="342"/>
                  </a:lnTo>
                  <a:lnTo>
                    <a:pt x="54" y="336"/>
                  </a:lnTo>
                  <a:lnTo>
                    <a:pt x="54" y="324"/>
                  </a:lnTo>
                  <a:lnTo>
                    <a:pt x="54" y="318"/>
                  </a:lnTo>
                  <a:lnTo>
                    <a:pt x="48" y="306"/>
                  </a:lnTo>
                  <a:lnTo>
                    <a:pt x="48" y="300"/>
                  </a:lnTo>
                  <a:lnTo>
                    <a:pt x="48" y="288"/>
                  </a:lnTo>
                  <a:lnTo>
                    <a:pt x="48" y="282"/>
                  </a:lnTo>
                  <a:lnTo>
                    <a:pt x="42" y="270"/>
                  </a:lnTo>
                  <a:lnTo>
                    <a:pt x="42" y="264"/>
                  </a:lnTo>
                  <a:lnTo>
                    <a:pt x="42" y="252"/>
                  </a:lnTo>
                  <a:lnTo>
                    <a:pt x="42" y="246"/>
                  </a:lnTo>
                  <a:lnTo>
                    <a:pt x="42" y="234"/>
                  </a:lnTo>
                  <a:lnTo>
                    <a:pt x="36" y="228"/>
                  </a:lnTo>
                  <a:lnTo>
                    <a:pt x="36" y="216"/>
                  </a:lnTo>
                  <a:lnTo>
                    <a:pt x="36" y="210"/>
                  </a:lnTo>
                  <a:lnTo>
                    <a:pt x="36" y="198"/>
                  </a:lnTo>
                  <a:lnTo>
                    <a:pt x="36" y="192"/>
                  </a:lnTo>
                  <a:lnTo>
                    <a:pt x="30" y="186"/>
                  </a:lnTo>
                  <a:lnTo>
                    <a:pt x="30" y="174"/>
                  </a:lnTo>
                  <a:lnTo>
                    <a:pt x="30" y="168"/>
                  </a:lnTo>
                  <a:lnTo>
                    <a:pt x="30" y="162"/>
                  </a:lnTo>
                  <a:lnTo>
                    <a:pt x="24" y="150"/>
                  </a:lnTo>
                  <a:lnTo>
                    <a:pt x="24" y="144"/>
                  </a:lnTo>
                  <a:lnTo>
                    <a:pt x="24" y="138"/>
                  </a:lnTo>
                  <a:lnTo>
                    <a:pt x="24" y="126"/>
                  </a:lnTo>
                  <a:lnTo>
                    <a:pt x="24" y="120"/>
                  </a:lnTo>
                  <a:lnTo>
                    <a:pt x="18" y="114"/>
                  </a:lnTo>
                  <a:lnTo>
                    <a:pt x="18" y="102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12" y="84"/>
                  </a:lnTo>
                  <a:lnTo>
                    <a:pt x="12" y="78"/>
                  </a:lnTo>
                  <a:lnTo>
                    <a:pt x="12" y="72"/>
                  </a:lnTo>
                  <a:lnTo>
                    <a:pt x="12" y="60"/>
                  </a:lnTo>
                  <a:lnTo>
                    <a:pt x="12" y="54"/>
                  </a:lnTo>
                  <a:lnTo>
                    <a:pt x="6" y="48"/>
                  </a:lnTo>
                  <a:lnTo>
                    <a:pt x="6" y="42"/>
                  </a:lnTo>
                  <a:lnTo>
                    <a:pt x="6" y="36"/>
                  </a:lnTo>
                  <a:lnTo>
                    <a:pt x="6" y="30"/>
                  </a:lnTo>
                  <a:lnTo>
                    <a:pt x="0" y="24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0" y="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" name="Group 107">
            <a:extLst>
              <a:ext uri="{FF2B5EF4-FFF2-40B4-BE49-F238E27FC236}">
                <a16:creationId xmlns:a16="http://schemas.microsoft.com/office/drawing/2014/main" id="{564BEB40-BE0D-DCB7-0273-6C1A8F61BAC3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733800"/>
            <a:ext cx="3200400" cy="2235200"/>
            <a:chOff x="3648" y="2352"/>
            <a:chExt cx="2016" cy="1408"/>
          </a:xfrm>
        </p:grpSpPr>
        <p:sp>
          <p:nvSpPr>
            <p:cNvPr id="18449" name="Line 88">
              <a:extLst>
                <a:ext uri="{FF2B5EF4-FFF2-40B4-BE49-F238E27FC236}">
                  <a16:creationId xmlns:a16="http://schemas.microsoft.com/office/drawing/2014/main" id="{19E72B8D-CF74-F07F-258D-F0E0586B6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40"/>
              <a:ext cx="1968" cy="1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89">
              <a:extLst>
                <a:ext uri="{FF2B5EF4-FFF2-40B4-BE49-F238E27FC236}">
                  <a16:creationId xmlns:a16="http://schemas.microsoft.com/office/drawing/2014/main" id="{17604CC5-8726-87C1-93BE-91AE53620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2" y="2400"/>
              <a:ext cx="1" cy="1360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1" name="Object 97">
              <a:extLst>
                <a:ext uri="{FF2B5EF4-FFF2-40B4-BE49-F238E27FC236}">
                  <a16:creationId xmlns:a16="http://schemas.microsoft.com/office/drawing/2014/main" id="{AE7897DE-5E93-AE7D-6FC3-BFC29F8144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6" y="3264"/>
            <a:ext cx="2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" y="3264"/>
                          <a:ext cx="2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98">
              <a:extLst>
                <a:ext uri="{FF2B5EF4-FFF2-40B4-BE49-F238E27FC236}">
                  <a16:creationId xmlns:a16="http://schemas.microsoft.com/office/drawing/2014/main" id="{2B0B303F-DA41-357F-E589-C451DEDAF2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64" y="3264"/>
            <a:ext cx="20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4" y="3264"/>
                          <a:ext cx="20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3" name="Object 99">
              <a:extLst>
                <a:ext uri="{FF2B5EF4-FFF2-40B4-BE49-F238E27FC236}">
                  <a16:creationId xmlns:a16="http://schemas.microsoft.com/office/drawing/2014/main" id="{5AB09A83-CD03-B592-7BE3-09988B4143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2352"/>
            <a:ext cx="22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352"/>
                          <a:ext cx="22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" name="Object 108">
            <a:extLst>
              <a:ext uri="{FF2B5EF4-FFF2-40B4-BE49-F238E27FC236}">
                <a16:creationId xmlns:a16="http://schemas.microsoft.com/office/drawing/2014/main" id="{56F772EF-AAF1-4984-A8E8-83A9445433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4343400"/>
          <a:ext cx="15398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343400"/>
                        <a:ext cx="15398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/>
      <p:bldP spid="23" grpId="0" autoUpdateAnimBg="0"/>
      <p:bldP spid="24" grpId="0" autoUpdateAnimBg="0"/>
      <p:bldP spid="31" grpId="0" autoUpdateAnimBg="0"/>
      <p:bldP spid="38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2">
            <a:extLst>
              <a:ext uri="{FF2B5EF4-FFF2-40B4-BE49-F238E27FC236}">
                <a16:creationId xmlns:a16="http://schemas.microsoft.com/office/drawing/2014/main" id="{902116CF-FFB3-F92B-5B1D-1DDD649CD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71488"/>
            <a:ext cx="2057400" cy="609600"/>
          </a:xfrm>
        </p:spPr>
        <p:txBody>
          <a:bodyPr/>
          <a:lstStyle/>
          <a:p>
            <a:pPr>
              <a:defRPr/>
            </a:pPr>
            <a:r>
              <a:rPr lang="en-US" altLang="zh-CN" sz="2800" b="1">
                <a:latin typeface="+mn-ea"/>
                <a:ea typeface="+mn-ea"/>
              </a:rPr>
              <a:t>Example . Proof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D6A1D751-3A01-F418-2E39-0AA3F974D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3613" y="277813"/>
          <a:ext cx="1866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277813"/>
                        <a:ext cx="1866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ext Box 5">
            <a:extLst>
              <a:ext uri="{FF2B5EF4-FFF2-40B4-BE49-F238E27FC236}">
                <a16:creationId xmlns:a16="http://schemas.microsoft.com/office/drawing/2014/main" id="{94F0E6E6-3D50-675C-2A8A-486501A871F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09600" y="1385888"/>
            <a:ext cx="2414588" cy="461665"/>
          </a:xfrm>
          <a:prstGeom prst="rect">
            <a:avLst/>
          </a:prstGeom>
          <a:blipFill>
            <a:blip r:embed="rId4"/>
            <a:stretch>
              <a:fillRect l="-4188" t="-7895" r="-3141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25" name="Text Box 6">
            <a:extLst>
              <a:ext uri="{FF2B5EF4-FFF2-40B4-BE49-F238E27FC236}">
                <a16:creationId xmlns:a16="http://schemas.microsoft.com/office/drawing/2014/main" id="{CF75F67F-4200-62CE-33E3-56D4A4F24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388" y="1384300"/>
            <a:ext cx="1371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need</a:t>
            </a:r>
            <a:r>
              <a:rPr lang="zh-CN" altLang="en-US" sz="2400"/>
              <a:t>使</a:t>
            </a:r>
          </a:p>
        </p:txBody>
      </p:sp>
      <p:graphicFrame>
        <p:nvGraphicFramePr>
          <p:cNvPr id="126" name="Object 7">
            <a:extLst>
              <a:ext uri="{FF2B5EF4-FFF2-40B4-BE49-F238E27FC236}">
                <a16:creationId xmlns:a16="http://schemas.microsoft.com/office/drawing/2014/main" id="{AA7FE274-8D8A-55BF-B5EF-E06D01FE33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0163" y="1200150"/>
          <a:ext cx="177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163" y="1200150"/>
                        <a:ext cx="1778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" name="Text Box 8">
            <a:extLst>
              <a:ext uri="{FF2B5EF4-FFF2-40B4-BE49-F238E27FC236}">
                <a16:creationId xmlns:a16="http://schemas.microsoft.com/office/drawing/2014/main" id="{A3258E05-A9F1-57EE-CEC4-B16AC707D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13954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128" name="Object 9">
            <a:extLst>
              <a:ext uri="{FF2B5EF4-FFF2-40B4-BE49-F238E27FC236}">
                <a16:creationId xmlns:a16="http://schemas.microsoft.com/office/drawing/2014/main" id="{4387D10B-DAA4-CE7E-2D6B-4AA72D2F02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4913" y="1162050"/>
          <a:ext cx="1765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1162050"/>
                        <a:ext cx="1765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Text Box 10">
            <a:extLst>
              <a:ext uri="{FF2B5EF4-FFF2-40B4-BE49-F238E27FC236}">
                <a16:creationId xmlns:a16="http://schemas.microsoft.com/office/drawing/2014/main" id="{C355D007-4C4D-E3CA-3909-0029A6C54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2227263"/>
            <a:ext cx="152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as long as take</a:t>
            </a:r>
            <a:endParaRPr lang="zh-CN" altLang="en-US" sz="2400"/>
          </a:p>
        </p:txBody>
      </p:sp>
      <p:graphicFrame>
        <p:nvGraphicFramePr>
          <p:cNvPr id="130" name="Object 11">
            <a:extLst>
              <a:ext uri="{FF2B5EF4-FFF2-40B4-BE49-F238E27FC236}">
                <a16:creationId xmlns:a16="http://schemas.microsoft.com/office/drawing/2014/main" id="{7C1EF903-885A-6851-34D4-0756782C78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6875" y="2051050"/>
          <a:ext cx="1155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2051050"/>
                        <a:ext cx="1155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Text Box 12">
            <a:extLst>
              <a:ext uri="{FF2B5EF4-FFF2-40B4-BE49-F238E27FC236}">
                <a16:creationId xmlns:a16="http://schemas.microsoft.com/office/drawing/2014/main" id="{CFD7092B-5A55-2A2E-579F-6439970FB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2239963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 for those satisfying</a:t>
            </a:r>
            <a:endParaRPr lang="zh-CN" altLang="en-US" sz="2400"/>
          </a:p>
        </p:txBody>
      </p:sp>
      <p:graphicFrame>
        <p:nvGraphicFramePr>
          <p:cNvPr id="132" name="Object 13">
            <a:extLst>
              <a:ext uri="{FF2B5EF4-FFF2-40B4-BE49-F238E27FC236}">
                <a16:creationId xmlns:a16="http://schemas.microsoft.com/office/drawing/2014/main" id="{F96F185E-77F8-EF2F-B458-5F3AFA0B56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9100" y="2300288"/>
          <a:ext cx="201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0" y="2300288"/>
                        <a:ext cx="2019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Text Box 14">
            <a:extLst>
              <a:ext uri="{FF2B5EF4-FFF2-40B4-BE49-F238E27FC236}">
                <a16:creationId xmlns:a16="http://schemas.microsoft.com/office/drawing/2014/main" id="{12BF5531-9DBF-6CA2-8916-6E68D7CC590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248400" y="2238375"/>
            <a:ext cx="2438400" cy="461665"/>
          </a:xfrm>
          <a:prstGeom prst="rect">
            <a:avLst/>
          </a:prstGeom>
          <a:blipFill>
            <a:blip r:embed="rId13"/>
            <a:stretch>
              <a:fillRect l="-4167" t="-10811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134" name="Object 15">
            <a:extLst>
              <a:ext uri="{FF2B5EF4-FFF2-40B4-BE49-F238E27FC236}">
                <a16:creationId xmlns:a16="http://schemas.microsoft.com/office/drawing/2014/main" id="{4D5A98E8-5A99-810B-E459-302989B520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7200" y="2833688"/>
          <a:ext cx="1651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833688"/>
                        <a:ext cx="1651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Text Box 16">
            <a:extLst>
              <a:ext uri="{FF2B5EF4-FFF2-40B4-BE49-F238E27FC236}">
                <a16:creationId xmlns:a16="http://schemas.microsoft.com/office/drawing/2014/main" id="{965F0508-AD89-D74F-5A90-5275457FF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4065588"/>
            <a:ext cx="1371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136" name="Object 17">
            <a:extLst>
              <a:ext uri="{FF2B5EF4-FFF2-40B4-BE49-F238E27FC236}">
                <a16:creationId xmlns:a16="http://schemas.microsoft.com/office/drawing/2014/main" id="{3FF07FFA-1C0C-9ECA-9CFA-FF5049ACE1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0450" y="3787775"/>
          <a:ext cx="1955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3787775"/>
                        <a:ext cx="1955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20">
            <a:extLst>
              <a:ext uri="{FF2B5EF4-FFF2-40B4-BE49-F238E27FC236}">
                <a16:creationId xmlns:a16="http://schemas.microsoft.com/office/drawing/2014/main" id="{F6C45FD1-133D-A2D1-1CF2-B5836C716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9975" y="3032125"/>
          <a:ext cx="12588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9975" y="3032125"/>
                        <a:ext cx="1258888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Text Box 21">
            <a:extLst>
              <a:ext uri="{FF2B5EF4-FFF2-40B4-BE49-F238E27FC236}">
                <a16:creationId xmlns:a16="http://schemas.microsoft.com/office/drawing/2014/main" id="{23AD5900-91C7-1803-1F0C-E0E0BAD90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4829175"/>
            <a:ext cx="6302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139" name="Object 22">
            <a:extLst>
              <a:ext uri="{FF2B5EF4-FFF2-40B4-BE49-F238E27FC236}">
                <a16:creationId xmlns:a16="http://schemas.microsoft.com/office/drawing/2014/main" id="{DE0B84A1-6F9D-69E7-2A38-C07687980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824413"/>
          <a:ext cx="2209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24413"/>
                        <a:ext cx="2209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Text Box 23">
            <a:extLst>
              <a:ext uri="{FF2B5EF4-FFF2-40B4-BE49-F238E27FC236}">
                <a16:creationId xmlns:a16="http://schemas.microsoft.com/office/drawing/2014/main" id="{AC6F2723-CBEF-F91E-B258-29FFDB17F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14888"/>
            <a:ext cx="1524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thenline</a:t>
            </a:r>
            <a:endParaRPr lang="zh-CN" altLang="en-US" sz="2400"/>
          </a:p>
        </p:txBody>
      </p:sp>
      <p:graphicFrame>
        <p:nvGraphicFramePr>
          <p:cNvPr id="141" name="Object 24">
            <a:extLst>
              <a:ext uri="{FF2B5EF4-FFF2-40B4-BE49-F238E27FC236}">
                <a16:creationId xmlns:a16="http://schemas.microsoft.com/office/drawing/2014/main" id="{31870F15-2DBA-2916-67F9-3C12EDAA50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9888" y="4818063"/>
          <a:ext cx="85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4818063"/>
                        <a:ext cx="850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Text Box 25">
            <a:extLst>
              <a:ext uri="{FF2B5EF4-FFF2-40B4-BE49-F238E27FC236}">
                <a16:creationId xmlns:a16="http://schemas.microsoft.com/office/drawing/2014/main" id="{3AEB78F7-8C11-F83C-9913-61CD9FF40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800" y="5724525"/>
            <a:ext cx="1600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 curve</a:t>
            </a:r>
            <a:endParaRPr lang="zh-CN" altLang="en-US" sz="2400"/>
          </a:p>
        </p:txBody>
      </p:sp>
      <p:graphicFrame>
        <p:nvGraphicFramePr>
          <p:cNvPr id="143" name="Object 26">
            <a:extLst>
              <a:ext uri="{FF2B5EF4-FFF2-40B4-BE49-F238E27FC236}">
                <a16:creationId xmlns:a16="http://schemas.microsoft.com/office/drawing/2014/main" id="{67FE008A-BD9B-339C-A6DC-5AB0B45AB2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9388" y="5734050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8" y="5734050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27">
            <a:extLst>
              <a:ext uri="{FF2B5EF4-FFF2-40B4-BE49-F238E27FC236}">
                <a16:creationId xmlns:a16="http://schemas.microsoft.com/office/drawing/2014/main" id="{6E534F68-0EA2-42E1-016E-9CD618F97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988" y="5673725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's verticalasymptote .</a:t>
            </a:r>
          </a:p>
        </p:txBody>
      </p:sp>
      <p:sp>
        <p:nvSpPr>
          <p:cNvPr id="145" name="Text Box 28">
            <a:extLst>
              <a:ext uri="{FF2B5EF4-FFF2-40B4-BE49-F238E27FC236}">
                <a16:creationId xmlns:a16="http://schemas.microsoft.com/office/drawing/2014/main" id="{170AFF4A-3498-5A3A-251E-9966364AB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575" y="5576888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asymptote</a:t>
            </a:r>
            <a:endParaRPr lang="zh-CN" altLang="en-US" sz="2400"/>
          </a:p>
        </p:txBody>
      </p:sp>
      <p:sp>
        <p:nvSpPr>
          <p:cNvPr id="146" name="Line 29">
            <a:extLst>
              <a:ext uri="{FF2B5EF4-FFF2-40B4-BE49-F238E27FC236}">
                <a16:creationId xmlns:a16="http://schemas.microsoft.com/office/drawing/2014/main" id="{3960C0AF-9399-F51B-7BC5-94CEC4BDE5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67575" y="4891088"/>
            <a:ext cx="381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" name="Line 31">
            <a:extLst>
              <a:ext uri="{FF2B5EF4-FFF2-40B4-BE49-F238E27FC236}">
                <a16:creationId xmlns:a16="http://schemas.microsoft.com/office/drawing/2014/main" id="{950EC752-ACAC-0F4B-D4F7-52D614F06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9313" y="3117850"/>
            <a:ext cx="0" cy="230663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8" name="Object 41">
            <a:extLst>
              <a:ext uri="{FF2B5EF4-FFF2-40B4-BE49-F238E27FC236}">
                <a16:creationId xmlns:a16="http://schemas.microsoft.com/office/drawing/2014/main" id="{1B728D01-DE6C-C0C1-CBF4-67E0FE26D1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4281488"/>
          <a:ext cx="19843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281488"/>
                        <a:ext cx="19843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" name="Rectangle 50">
            <a:extLst>
              <a:ext uri="{FF2B5EF4-FFF2-40B4-BE49-F238E27FC236}">
                <a16:creationId xmlns:a16="http://schemas.microsoft.com/office/drawing/2014/main" id="{BDE6B23F-E0FC-366B-2381-0E4559A8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8" y="4829175"/>
            <a:ext cx="1020762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</a:rPr>
              <a:t>Note: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150" name="Group 93">
            <a:extLst>
              <a:ext uri="{FF2B5EF4-FFF2-40B4-BE49-F238E27FC236}">
                <a16:creationId xmlns:a16="http://schemas.microsoft.com/office/drawing/2014/main" id="{D7D27212-F35E-6BD3-929A-EAD3D06F0FA1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367213"/>
            <a:ext cx="1171575" cy="1028700"/>
            <a:chOff x="2238" y="2199"/>
            <a:chExt cx="738" cy="648"/>
          </a:xfrm>
        </p:grpSpPr>
        <p:sp>
          <p:nvSpPr>
            <p:cNvPr id="19495" name="Freeform 83">
              <a:extLst>
                <a:ext uri="{FF2B5EF4-FFF2-40B4-BE49-F238E27FC236}">
                  <a16:creationId xmlns:a16="http://schemas.microsoft.com/office/drawing/2014/main" id="{7904C2A5-B37C-07A5-DD90-F98A31775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199"/>
              <a:ext cx="360" cy="42"/>
            </a:xfrm>
            <a:custGeom>
              <a:avLst/>
              <a:gdLst>
                <a:gd name="T0" fmla="*/ 6 w 360"/>
                <a:gd name="T1" fmla="*/ 0 h 42"/>
                <a:gd name="T2" fmla="*/ 12 w 360"/>
                <a:gd name="T3" fmla="*/ 0 h 42"/>
                <a:gd name="T4" fmla="*/ 18 w 360"/>
                <a:gd name="T5" fmla="*/ 0 h 42"/>
                <a:gd name="T6" fmla="*/ 24 w 360"/>
                <a:gd name="T7" fmla="*/ 0 h 42"/>
                <a:gd name="T8" fmla="*/ 36 w 360"/>
                <a:gd name="T9" fmla="*/ 0 h 42"/>
                <a:gd name="T10" fmla="*/ 42 w 360"/>
                <a:gd name="T11" fmla="*/ 0 h 42"/>
                <a:gd name="T12" fmla="*/ 48 w 360"/>
                <a:gd name="T13" fmla="*/ 0 h 42"/>
                <a:gd name="T14" fmla="*/ 54 w 360"/>
                <a:gd name="T15" fmla="*/ 0 h 42"/>
                <a:gd name="T16" fmla="*/ 60 w 360"/>
                <a:gd name="T17" fmla="*/ 0 h 42"/>
                <a:gd name="T18" fmla="*/ 72 w 360"/>
                <a:gd name="T19" fmla="*/ 6 h 42"/>
                <a:gd name="T20" fmla="*/ 78 w 360"/>
                <a:gd name="T21" fmla="*/ 6 h 42"/>
                <a:gd name="T22" fmla="*/ 84 w 360"/>
                <a:gd name="T23" fmla="*/ 6 h 42"/>
                <a:gd name="T24" fmla="*/ 90 w 360"/>
                <a:gd name="T25" fmla="*/ 6 h 42"/>
                <a:gd name="T26" fmla="*/ 96 w 360"/>
                <a:gd name="T27" fmla="*/ 6 h 42"/>
                <a:gd name="T28" fmla="*/ 102 w 360"/>
                <a:gd name="T29" fmla="*/ 6 h 42"/>
                <a:gd name="T30" fmla="*/ 114 w 360"/>
                <a:gd name="T31" fmla="*/ 6 h 42"/>
                <a:gd name="T32" fmla="*/ 120 w 360"/>
                <a:gd name="T33" fmla="*/ 6 h 42"/>
                <a:gd name="T34" fmla="*/ 126 w 360"/>
                <a:gd name="T35" fmla="*/ 6 h 42"/>
                <a:gd name="T36" fmla="*/ 132 w 360"/>
                <a:gd name="T37" fmla="*/ 12 h 42"/>
                <a:gd name="T38" fmla="*/ 138 w 360"/>
                <a:gd name="T39" fmla="*/ 12 h 42"/>
                <a:gd name="T40" fmla="*/ 144 w 360"/>
                <a:gd name="T41" fmla="*/ 12 h 42"/>
                <a:gd name="T42" fmla="*/ 156 w 360"/>
                <a:gd name="T43" fmla="*/ 12 h 42"/>
                <a:gd name="T44" fmla="*/ 162 w 360"/>
                <a:gd name="T45" fmla="*/ 12 h 42"/>
                <a:gd name="T46" fmla="*/ 168 w 360"/>
                <a:gd name="T47" fmla="*/ 12 h 42"/>
                <a:gd name="T48" fmla="*/ 174 w 360"/>
                <a:gd name="T49" fmla="*/ 12 h 42"/>
                <a:gd name="T50" fmla="*/ 180 w 360"/>
                <a:gd name="T51" fmla="*/ 12 h 42"/>
                <a:gd name="T52" fmla="*/ 186 w 360"/>
                <a:gd name="T53" fmla="*/ 18 h 42"/>
                <a:gd name="T54" fmla="*/ 198 w 360"/>
                <a:gd name="T55" fmla="*/ 18 h 42"/>
                <a:gd name="T56" fmla="*/ 204 w 360"/>
                <a:gd name="T57" fmla="*/ 18 h 42"/>
                <a:gd name="T58" fmla="*/ 210 w 360"/>
                <a:gd name="T59" fmla="*/ 18 h 42"/>
                <a:gd name="T60" fmla="*/ 216 w 360"/>
                <a:gd name="T61" fmla="*/ 18 h 42"/>
                <a:gd name="T62" fmla="*/ 222 w 360"/>
                <a:gd name="T63" fmla="*/ 18 h 42"/>
                <a:gd name="T64" fmla="*/ 234 w 360"/>
                <a:gd name="T65" fmla="*/ 24 h 42"/>
                <a:gd name="T66" fmla="*/ 240 w 360"/>
                <a:gd name="T67" fmla="*/ 24 h 42"/>
                <a:gd name="T68" fmla="*/ 246 w 360"/>
                <a:gd name="T69" fmla="*/ 24 h 42"/>
                <a:gd name="T70" fmla="*/ 252 w 360"/>
                <a:gd name="T71" fmla="*/ 24 h 42"/>
                <a:gd name="T72" fmla="*/ 258 w 360"/>
                <a:gd name="T73" fmla="*/ 24 h 42"/>
                <a:gd name="T74" fmla="*/ 264 w 360"/>
                <a:gd name="T75" fmla="*/ 24 h 42"/>
                <a:gd name="T76" fmla="*/ 276 w 360"/>
                <a:gd name="T77" fmla="*/ 30 h 42"/>
                <a:gd name="T78" fmla="*/ 282 w 360"/>
                <a:gd name="T79" fmla="*/ 30 h 42"/>
                <a:gd name="T80" fmla="*/ 288 w 360"/>
                <a:gd name="T81" fmla="*/ 30 h 42"/>
                <a:gd name="T82" fmla="*/ 294 w 360"/>
                <a:gd name="T83" fmla="*/ 30 h 42"/>
                <a:gd name="T84" fmla="*/ 300 w 360"/>
                <a:gd name="T85" fmla="*/ 30 h 42"/>
                <a:gd name="T86" fmla="*/ 306 w 360"/>
                <a:gd name="T87" fmla="*/ 36 h 42"/>
                <a:gd name="T88" fmla="*/ 318 w 360"/>
                <a:gd name="T89" fmla="*/ 36 h 42"/>
                <a:gd name="T90" fmla="*/ 324 w 360"/>
                <a:gd name="T91" fmla="*/ 36 h 42"/>
                <a:gd name="T92" fmla="*/ 330 w 360"/>
                <a:gd name="T93" fmla="*/ 36 h 42"/>
                <a:gd name="T94" fmla="*/ 336 w 360"/>
                <a:gd name="T95" fmla="*/ 42 h 42"/>
                <a:gd name="T96" fmla="*/ 342 w 360"/>
                <a:gd name="T97" fmla="*/ 42 h 42"/>
                <a:gd name="T98" fmla="*/ 354 w 360"/>
                <a:gd name="T99" fmla="*/ 42 h 42"/>
                <a:gd name="T100" fmla="*/ 360 w 360"/>
                <a:gd name="T101" fmla="*/ 42 h 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60" h="42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60" y="0"/>
                  </a:lnTo>
                  <a:lnTo>
                    <a:pt x="66" y="0"/>
                  </a:lnTo>
                  <a:lnTo>
                    <a:pt x="66" y="6"/>
                  </a:lnTo>
                  <a:lnTo>
                    <a:pt x="72" y="6"/>
                  </a:lnTo>
                  <a:lnTo>
                    <a:pt x="78" y="6"/>
                  </a:lnTo>
                  <a:lnTo>
                    <a:pt x="84" y="6"/>
                  </a:lnTo>
                  <a:lnTo>
                    <a:pt x="90" y="6"/>
                  </a:lnTo>
                  <a:lnTo>
                    <a:pt x="96" y="6"/>
                  </a:lnTo>
                  <a:lnTo>
                    <a:pt x="102" y="6"/>
                  </a:lnTo>
                  <a:lnTo>
                    <a:pt x="108" y="6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6" y="6"/>
                  </a:lnTo>
                  <a:lnTo>
                    <a:pt x="132" y="12"/>
                  </a:lnTo>
                  <a:lnTo>
                    <a:pt x="138" y="12"/>
                  </a:lnTo>
                  <a:lnTo>
                    <a:pt x="144" y="12"/>
                  </a:lnTo>
                  <a:lnTo>
                    <a:pt x="150" y="12"/>
                  </a:lnTo>
                  <a:lnTo>
                    <a:pt x="156" y="12"/>
                  </a:lnTo>
                  <a:lnTo>
                    <a:pt x="162" y="12"/>
                  </a:lnTo>
                  <a:lnTo>
                    <a:pt x="168" y="12"/>
                  </a:lnTo>
                  <a:lnTo>
                    <a:pt x="174" y="12"/>
                  </a:lnTo>
                  <a:lnTo>
                    <a:pt x="180" y="12"/>
                  </a:lnTo>
                  <a:lnTo>
                    <a:pt x="186" y="18"/>
                  </a:lnTo>
                  <a:lnTo>
                    <a:pt x="192" y="18"/>
                  </a:lnTo>
                  <a:lnTo>
                    <a:pt x="198" y="18"/>
                  </a:lnTo>
                  <a:lnTo>
                    <a:pt x="204" y="18"/>
                  </a:lnTo>
                  <a:lnTo>
                    <a:pt x="210" y="18"/>
                  </a:lnTo>
                  <a:lnTo>
                    <a:pt x="216" y="18"/>
                  </a:lnTo>
                  <a:lnTo>
                    <a:pt x="222" y="18"/>
                  </a:lnTo>
                  <a:lnTo>
                    <a:pt x="228" y="18"/>
                  </a:lnTo>
                  <a:lnTo>
                    <a:pt x="228" y="24"/>
                  </a:lnTo>
                  <a:lnTo>
                    <a:pt x="234" y="24"/>
                  </a:lnTo>
                  <a:lnTo>
                    <a:pt x="240" y="24"/>
                  </a:lnTo>
                  <a:lnTo>
                    <a:pt x="246" y="24"/>
                  </a:lnTo>
                  <a:lnTo>
                    <a:pt x="252" y="24"/>
                  </a:lnTo>
                  <a:lnTo>
                    <a:pt x="258" y="24"/>
                  </a:lnTo>
                  <a:lnTo>
                    <a:pt x="264" y="24"/>
                  </a:lnTo>
                  <a:lnTo>
                    <a:pt x="270" y="24"/>
                  </a:lnTo>
                  <a:lnTo>
                    <a:pt x="270" y="30"/>
                  </a:lnTo>
                  <a:lnTo>
                    <a:pt x="276" y="30"/>
                  </a:lnTo>
                  <a:lnTo>
                    <a:pt x="282" y="30"/>
                  </a:lnTo>
                  <a:lnTo>
                    <a:pt x="288" y="30"/>
                  </a:lnTo>
                  <a:lnTo>
                    <a:pt x="294" y="30"/>
                  </a:lnTo>
                  <a:lnTo>
                    <a:pt x="300" y="30"/>
                  </a:lnTo>
                  <a:lnTo>
                    <a:pt x="306" y="30"/>
                  </a:lnTo>
                  <a:lnTo>
                    <a:pt x="306" y="36"/>
                  </a:lnTo>
                  <a:lnTo>
                    <a:pt x="312" y="36"/>
                  </a:lnTo>
                  <a:lnTo>
                    <a:pt x="318" y="36"/>
                  </a:lnTo>
                  <a:lnTo>
                    <a:pt x="324" y="36"/>
                  </a:lnTo>
                  <a:lnTo>
                    <a:pt x="330" y="36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8" y="42"/>
                  </a:lnTo>
                  <a:lnTo>
                    <a:pt x="354" y="42"/>
                  </a:lnTo>
                  <a:lnTo>
                    <a:pt x="360" y="42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Freeform 84">
              <a:extLst>
                <a:ext uri="{FF2B5EF4-FFF2-40B4-BE49-F238E27FC236}">
                  <a16:creationId xmlns:a16="http://schemas.microsoft.com/office/drawing/2014/main" id="{967B07DB-9038-29B0-E921-CA4E0049B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2241"/>
              <a:ext cx="360" cy="438"/>
            </a:xfrm>
            <a:custGeom>
              <a:avLst/>
              <a:gdLst>
                <a:gd name="T0" fmla="*/ 6 w 360"/>
                <a:gd name="T1" fmla="*/ 6 h 438"/>
                <a:gd name="T2" fmla="*/ 12 w 360"/>
                <a:gd name="T3" fmla="*/ 6 h 438"/>
                <a:gd name="T4" fmla="*/ 18 w 360"/>
                <a:gd name="T5" fmla="*/ 6 h 438"/>
                <a:gd name="T6" fmla="*/ 24 w 360"/>
                <a:gd name="T7" fmla="*/ 12 h 438"/>
                <a:gd name="T8" fmla="*/ 36 w 360"/>
                <a:gd name="T9" fmla="*/ 12 h 438"/>
                <a:gd name="T10" fmla="*/ 42 w 360"/>
                <a:gd name="T11" fmla="*/ 12 h 438"/>
                <a:gd name="T12" fmla="*/ 48 w 360"/>
                <a:gd name="T13" fmla="*/ 18 h 438"/>
                <a:gd name="T14" fmla="*/ 54 w 360"/>
                <a:gd name="T15" fmla="*/ 18 h 438"/>
                <a:gd name="T16" fmla="*/ 60 w 360"/>
                <a:gd name="T17" fmla="*/ 18 h 438"/>
                <a:gd name="T18" fmla="*/ 66 w 360"/>
                <a:gd name="T19" fmla="*/ 24 h 438"/>
                <a:gd name="T20" fmla="*/ 78 w 360"/>
                <a:gd name="T21" fmla="*/ 24 h 438"/>
                <a:gd name="T22" fmla="*/ 84 w 360"/>
                <a:gd name="T23" fmla="*/ 24 h 438"/>
                <a:gd name="T24" fmla="*/ 90 w 360"/>
                <a:gd name="T25" fmla="*/ 30 h 438"/>
                <a:gd name="T26" fmla="*/ 96 w 360"/>
                <a:gd name="T27" fmla="*/ 30 h 438"/>
                <a:gd name="T28" fmla="*/ 102 w 360"/>
                <a:gd name="T29" fmla="*/ 36 h 438"/>
                <a:gd name="T30" fmla="*/ 108 w 360"/>
                <a:gd name="T31" fmla="*/ 36 h 438"/>
                <a:gd name="T32" fmla="*/ 120 w 360"/>
                <a:gd name="T33" fmla="*/ 42 h 438"/>
                <a:gd name="T34" fmla="*/ 126 w 360"/>
                <a:gd name="T35" fmla="*/ 42 h 438"/>
                <a:gd name="T36" fmla="*/ 132 w 360"/>
                <a:gd name="T37" fmla="*/ 48 h 438"/>
                <a:gd name="T38" fmla="*/ 138 w 360"/>
                <a:gd name="T39" fmla="*/ 48 h 438"/>
                <a:gd name="T40" fmla="*/ 144 w 360"/>
                <a:gd name="T41" fmla="*/ 54 h 438"/>
                <a:gd name="T42" fmla="*/ 156 w 360"/>
                <a:gd name="T43" fmla="*/ 60 h 438"/>
                <a:gd name="T44" fmla="*/ 162 w 360"/>
                <a:gd name="T45" fmla="*/ 60 h 438"/>
                <a:gd name="T46" fmla="*/ 168 w 360"/>
                <a:gd name="T47" fmla="*/ 66 h 438"/>
                <a:gd name="T48" fmla="*/ 174 w 360"/>
                <a:gd name="T49" fmla="*/ 72 h 438"/>
                <a:gd name="T50" fmla="*/ 180 w 360"/>
                <a:gd name="T51" fmla="*/ 72 h 438"/>
                <a:gd name="T52" fmla="*/ 186 w 360"/>
                <a:gd name="T53" fmla="*/ 78 h 438"/>
                <a:gd name="T54" fmla="*/ 198 w 360"/>
                <a:gd name="T55" fmla="*/ 84 h 438"/>
                <a:gd name="T56" fmla="*/ 204 w 360"/>
                <a:gd name="T57" fmla="*/ 90 h 438"/>
                <a:gd name="T58" fmla="*/ 210 w 360"/>
                <a:gd name="T59" fmla="*/ 96 h 438"/>
                <a:gd name="T60" fmla="*/ 216 w 360"/>
                <a:gd name="T61" fmla="*/ 102 h 438"/>
                <a:gd name="T62" fmla="*/ 222 w 360"/>
                <a:gd name="T63" fmla="*/ 108 h 438"/>
                <a:gd name="T64" fmla="*/ 228 w 360"/>
                <a:gd name="T65" fmla="*/ 114 h 438"/>
                <a:gd name="T66" fmla="*/ 240 w 360"/>
                <a:gd name="T67" fmla="*/ 120 h 438"/>
                <a:gd name="T68" fmla="*/ 246 w 360"/>
                <a:gd name="T69" fmla="*/ 132 h 438"/>
                <a:gd name="T70" fmla="*/ 252 w 360"/>
                <a:gd name="T71" fmla="*/ 138 h 438"/>
                <a:gd name="T72" fmla="*/ 258 w 360"/>
                <a:gd name="T73" fmla="*/ 150 h 438"/>
                <a:gd name="T74" fmla="*/ 264 w 360"/>
                <a:gd name="T75" fmla="*/ 156 h 438"/>
                <a:gd name="T76" fmla="*/ 276 w 360"/>
                <a:gd name="T77" fmla="*/ 168 h 438"/>
                <a:gd name="T78" fmla="*/ 282 w 360"/>
                <a:gd name="T79" fmla="*/ 180 h 438"/>
                <a:gd name="T80" fmla="*/ 288 w 360"/>
                <a:gd name="T81" fmla="*/ 192 h 438"/>
                <a:gd name="T82" fmla="*/ 294 w 360"/>
                <a:gd name="T83" fmla="*/ 204 h 438"/>
                <a:gd name="T84" fmla="*/ 300 w 360"/>
                <a:gd name="T85" fmla="*/ 222 h 438"/>
                <a:gd name="T86" fmla="*/ 306 w 360"/>
                <a:gd name="T87" fmla="*/ 240 h 438"/>
                <a:gd name="T88" fmla="*/ 318 w 360"/>
                <a:gd name="T89" fmla="*/ 258 h 438"/>
                <a:gd name="T90" fmla="*/ 324 w 360"/>
                <a:gd name="T91" fmla="*/ 276 h 438"/>
                <a:gd name="T92" fmla="*/ 330 w 360"/>
                <a:gd name="T93" fmla="*/ 300 h 438"/>
                <a:gd name="T94" fmla="*/ 336 w 360"/>
                <a:gd name="T95" fmla="*/ 324 h 438"/>
                <a:gd name="T96" fmla="*/ 342 w 360"/>
                <a:gd name="T97" fmla="*/ 354 h 438"/>
                <a:gd name="T98" fmla="*/ 348 w 360"/>
                <a:gd name="T99" fmla="*/ 390 h 438"/>
                <a:gd name="T100" fmla="*/ 360 w 360"/>
                <a:gd name="T101" fmla="*/ 426 h 4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60" h="438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12"/>
                  </a:lnTo>
                  <a:lnTo>
                    <a:pt x="30" y="12"/>
                  </a:lnTo>
                  <a:lnTo>
                    <a:pt x="36" y="12"/>
                  </a:lnTo>
                  <a:lnTo>
                    <a:pt x="42" y="12"/>
                  </a:lnTo>
                  <a:lnTo>
                    <a:pt x="48" y="12"/>
                  </a:lnTo>
                  <a:lnTo>
                    <a:pt x="48" y="18"/>
                  </a:lnTo>
                  <a:lnTo>
                    <a:pt x="54" y="18"/>
                  </a:lnTo>
                  <a:lnTo>
                    <a:pt x="60" y="18"/>
                  </a:lnTo>
                  <a:lnTo>
                    <a:pt x="66" y="18"/>
                  </a:lnTo>
                  <a:lnTo>
                    <a:pt x="66" y="24"/>
                  </a:lnTo>
                  <a:lnTo>
                    <a:pt x="72" y="24"/>
                  </a:lnTo>
                  <a:lnTo>
                    <a:pt x="78" y="24"/>
                  </a:lnTo>
                  <a:lnTo>
                    <a:pt x="84" y="24"/>
                  </a:lnTo>
                  <a:lnTo>
                    <a:pt x="84" y="30"/>
                  </a:lnTo>
                  <a:lnTo>
                    <a:pt x="90" y="30"/>
                  </a:lnTo>
                  <a:lnTo>
                    <a:pt x="96" y="30"/>
                  </a:lnTo>
                  <a:lnTo>
                    <a:pt x="102" y="36"/>
                  </a:lnTo>
                  <a:lnTo>
                    <a:pt x="108" y="36"/>
                  </a:lnTo>
                  <a:lnTo>
                    <a:pt x="114" y="36"/>
                  </a:lnTo>
                  <a:lnTo>
                    <a:pt x="114" y="42"/>
                  </a:lnTo>
                  <a:lnTo>
                    <a:pt x="120" y="42"/>
                  </a:lnTo>
                  <a:lnTo>
                    <a:pt x="126" y="42"/>
                  </a:lnTo>
                  <a:lnTo>
                    <a:pt x="126" y="48"/>
                  </a:lnTo>
                  <a:lnTo>
                    <a:pt x="132" y="48"/>
                  </a:lnTo>
                  <a:lnTo>
                    <a:pt x="138" y="48"/>
                  </a:lnTo>
                  <a:lnTo>
                    <a:pt x="138" y="54"/>
                  </a:lnTo>
                  <a:lnTo>
                    <a:pt x="144" y="54"/>
                  </a:lnTo>
                  <a:lnTo>
                    <a:pt x="150" y="54"/>
                  </a:lnTo>
                  <a:lnTo>
                    <a:pt x="150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2" y="66"/>
                  </a:lnTo>
                  <a:lnTo>
                    <a:pt x="168" y="66"/>
                  </a:lnTo>
                  <a:lnTo>
                    <a:pt x="174" y="66"/>
                  </a:lnTo>
                  <a:lnTo>
                    <a:pt x="174" y="72"/>
                  </a:lnTo>
                  <a:lnTo>
                    <a:pt x="180" y="72"/>
                  </a:lnTo>
                  <a:lnTo>
                    <a:pt x="180" y="78"/>
                  </a:lnTo>
                  <a:lnTo>
                    <a:pt x="186" y="78"/>
                  </a:lnTo>
                  <a:lnTo>
                    <a:pt x="192" y="78"/>
                  </a:lnTo>
                  <a:lnTo>
                    <a:pt x="192" y="84"/>
                  </a:lnTo>
                  <a:lnTo>
                    <a:pt x="198" y="84"/>
                  </a:lnTo>
                  <a:lnTo>
                    <a:pt x="198" y="90"/>
                  </a:lnTo>
                  <a:lnTo>
                    <a:pt x="204" y="90"/>
                  </a:lnTo>
                  <a:lnTo>
                    <a:pt x="204" y="96"/>
                  </a:lnTo>
                  <a:lnTo>
                    <a:pt x="210" y="96"/>
                  </a:lnTo>
                  <a:lnTo>
                    <a:pt x="216" y="102"/>
                  </a:lnTo>
                  <a:lnTo>
                    <a:pt x="222" y="102"/>
                  </a:lnTo>
                  <a:lnTo>
                    <a:pt x="222" y="108"/>
                  </a:lnTo>
                  <a:lnTo>
                    <a:pt x="228" y="108"/>
                  </a:lnTo>
                  <a:lnTo>
                    <a:pt x="228" y="114"/>
                  </a:lnTo>
                  <a:lnTo>
                    <a:pt x="234" y="114"/>
                  </a:lnTo>
                  <a:lnTo>
                    <a:pt x="234" y="120"/>
                  </a:lnTo>
                  <a:lnTo>
                    <a:pt x="240" y="120"/>
                  </a:lnTo>
                  <a:lnTo>
                    <a:pt x="240" y="126"/>
                  </a:lnTo>
                  <a:lnTo>
                    <a:pt x="246" y="132"/>
                  </a:lnTo>
                  <a:lnTo>
                    <a:pt x="252" y="138"/>
                  </a:lnTo>
                  <a:lnTo>
                    <a:pt x="252" y="144"/>
                  </a:lnTo>
                  <a:lnTo>
                    <a:pt x="258" y="144"/>
                  </a:lnTo>
                  <a:lnTo>
                    <a:pt x="258" y="150"/>
                  </a:lnTo>
                  <a:lnTo>
                    <a:pt x="264" y="150"/>
                  </a:lnTo>
                  <a:lnTo>
                    <a:pt x="264" y="156"/>
                  </a:lnTo>
                  <a:lnTo>
                    <a:pt x="270" y="162"/>
                  </a:lnTo>
                  <a:lnTo>
                    <a:pt x="270" y="168"/>
                  </a:lnTo>
                  <a:lnTo>
                    <a:pt x="276" y="168"/>
                  </a:lnTo>
                  <a:lnTo>
                    <a:pt x="276" y="174"/>
                  </a:lnTo>
                  <a:lnTo>
                    <a:pt x="276" y="180"/>
                  </a:lnTo>
                  <a:lnTo>
                    <a:pt x="282" y="180"/>
                  </a:lnTo>
                  <a:lnTo>
                    <a:pt x="282" y="186"/>
                  </a:lnTo>
                  <a:lnTo>
                    <a:pt x="288" y="192"/>
                  </a:lnTo>
                  <a:lnTo>
                    <a:pt x="288" y="198"/>
                  </a:lnTo>
                  <a:lnTo>
                    <a:pt x="294" y="198"/>
                  </a:lnTo>
                  <a:lnTo>
                    <a:pt x="294" y="204"/>
                  </a:lnTo>
                  <a:lnTo>
                    <a:pt x="294" y="210"/>
                  </a:lnTo>
                  <a:lnTo>
                    <a:pt x="300" y="210"/>
                  </a:lnTo>
                  <a:lnTo>
                    <a:pt x="300" y="216"/>
                  </a:lnTo>
                  <a:lnTo>
                    <a:pt x="300" y="222"/>
                  </a:lnTo>
                  <a:lnTo>
                    <a:pt x="306" y="228"/>
                  </a:lnTo>
                  <a:lnTo>
                    <a:pt x="306" y="234"/>
                  </a:lnTo>
                  <a:lnTo>
                    <a:pt x="306" y="240"/>
                  </a:lnTo>
                  <a:lnTo>
                    <a:pt x="312" y="240"/>
                  </a:lnTo>
                  <a:lnTo>
                    <a:pt x="312" y="246"/>
                  </a:lnTo>
                  <a:lnTo>
                    <a:pt x="312" y="252"/>
                  </a:lnTo>
                  <a:lnTo>
                    <a:pt x="318" y="258"/>
                  </a:lnTo>
                  <a:lnTo>
                    <a:pt x="318" y="264"/>
                  </a:lnTo>
                  <a:lnTo>
                    <a:pt x="318" y="270"/>
                  </a:lnTo>
                  <a:lnTo>
                    <a:pt x="324" y="270"/>
                  </a:lnTo>
                  <a:lnTo>
                    <a:pt x="324" y="276"/>
                  </a:lnTo>
                  <a:lnTo>
                    <a:pt x="324" y="282"/>
                  </a:lnTo>
                  <a:lnTo>
                    <a:pt x="324" y="288"/>
                  </a:lnTo>
                  <a:lnTo>
                    <a:pt x="330" y="294"/>
                  </a:lnTo>
                  <a:lnTo>
                    <a:pt x="330" y="300"/>
                  </a:lnTo>
                  <a:lnTo>
                    <a:pt x="330" y="306"/>
                  </a:lnTo>
                  <a:lnTo>
                    <a:pt x="330" y="312"/>
                  </a:lnTo>
                  <a:lnTo>
                    <a:pt x="336" y="318"/>
                  </a:lnTo>
                  <a:lnTo>
                    <a:pt x="336" y="324"/>
                  </a:lnTo>
                  <a:lnTo>
                    <a:pt x="336" y="330"/>
                  </a:lnTo>
                  <a:lnTo>
                    <a:pt x="342" y="336"/>
                  </a:lnTo>
                  <a:lnTo>
                    <a:pt x="342" y="342"/>
                  </a:lnTo>
                  <a:lnTo>
                    <a:pt x="342" y="348"/>
                  </a:lnTo>
                  <a:lnTo>
                    <a:pt x="342" y="354"/>
                  </a:lnTo>
                  <a:lnTo>
                    <a:pt x="348" y="360"/>
                  </a:lnTo>
                  <a:lnTo>
                    <a:pt x="348" y="366"/>
                  </a:lnTo>
                  <a:lnTo>
                    <a:pt x="348" y="378"/>
                  </a:lnTo>
                  <a:lnTo>
                    <a:pt x="348" y="384"/>
                  </a:lnTo>
                  <a:lnTo>
                    <a:pt x="348" y="390"/>
                  </a:lnTo>
                  <a:lnTo>
                    <a:pt x="354" y="396"/>
                  </a:lnTo>
                  <a:lnTo>
                    <a:pt x="354" y="402"/>
                  </a:lnTo>
                  <a:lnTo>
                    <a:pt x="354" y="414"/>
                  </a:lnTo>
                  <a:lnTo>
                    <a:pt x="354" y="420"/>
                  </a:lnTo>
                  <a:lnTo>
                    <a:pt x="360" y="426"/>
                  </a:lnTo>
                  <a:lnTo>
                    <a:pt x="360" y="438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Freeform 85">
              <a:extLst>
                <a:ext uri="{FF2B5EF4-FFF2-40B4-BE49-F238E27FC236}">
                  <a16:creationId xmlns:a16="http://schemas.microsoft.com/office/drawing/2014/main" id="{F68BCE22-6B7B-BE91-407E-47DB4934B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679"/>
              <a:ext cx="18" cy="168"/>
            </a:xfrm>
            <a:custGeom>
              <a:avLst/>
              <a:gdLst>
                <a:gd name="T0" fmla="*/ 0 w 18"/>
                <a:gd name="T1" fmla="*/ 0 h 168"/>
                <a:gd name="T2" fmla="*/ 0 w 18"/>
                <a:gd name="T3" fmla="*/ 6 h 168"/>
                <a:gd name="T4" fmla="*/ 0 w 18"/>
                <a:gd name="T5" fmla="*/ 18 h 168"/>
                <a:gd name="T6" fmla="*/ 6 w 18"/>
                <a:gd name="T7" fmla="*/ 30 h 168"/>
                <a:gd name="T8" fmla="*/ 6 w 18"/>
                <a:gd name="T9" fmla="*/ 36 h 168"/>
                <a:gd name="T10" fmla="*/ 6 w 18"/>
                <a:gd name="T11" fmla="*/ 48 h 168"/>
                <a:gd name="T12" fmla="*/ 6 w 18"/>
                <a:gd name="T13" fmla="*/ 60 h 168"/>
                <a:gd name="T14" fmla="*/ 6 w 18"/>
                <a:gd name="T15" fmla="*/ 66 h 168"/>
                <a:gd name="T16" fmla="*/ 12 w 18"/>
                <a:gd name="T17" fmla="*/ 78 h 168"/>
                <a:gd name="T18" fmla="*/ 12 w 18"/>
                <a:gd name="T19" fmla="*/ 90 h 168"/>
                <a:gd name="T20" fmla="*/ 12 w 18"/>
                <a:gd name="T21" fmla="*/ 102 h 168"/>
                <a:gd name="T22" fmla="*/ 12 w 18"/>
                <a:gd name="T23" fmla="*/ 120 h 168"/>
                <a:gd name="T24" fmla="*/ 18 w 18"/>
                <a:gd name="T25" fmla="*/ 132 h 168"/>
                <a:gd name="T26" fmla="*/ 18 w 18"/>
                <a:gd name="T27" fmla="*/ 144 h 168"/>
                <a:gd name="T28" fmla="*/ 18 w 18"/>
                <a:gd name="T29" fmla="*/ 156 h 168"/>
                <a:gd name="T30" fmla="*/ 18 w 18"/>
                <a:gd name="T31" fmla="*/ 168 h 1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" h="168">
                  <a:moveTo>
                    <a:pt x="0" y="0"/>
                  </a:moveTo>
                  <a:lnTo>
                    <a:pt x="0" y="6"/>
                  </a:lnTo>
                  <a:lnTo>
                    <a:pt x="0" y="18"/>
                  </a:lnTo>
                  <a:lnTo>
                    <a:pt x="6" y="30"/>
                  </a:lnTo>
                  <a:lnTo>
                    <a:pt x="6" y="36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12" y="78"/>
                  </a:lnTo>
                  <a:lnTo>
                    <a:pt x="12" y="90"/>
                  </a:lnTo>
                  <a:lnTo>
                    <a:pt x="12" y="102"/>
                  </a:lnTo>
                  <a:lnTo>
                    <a:pt x="12" y="120"/>
                  </a:lnTo>
                  <a:lnTo>
                    <a:pt x="18" y="132"/>
                  </a:lnTo>
                  <a:lnTo>
                    <a:pt x="18" y="144"/>
                  </a:lnTo>
                  <a:lnTo>
                    <a:pt x="18" y="156"/>
                  </a:lnTo>
                  <a:lnTo>
                    <a:pt x="18" y="168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" name="Group 94">
            <a:extLst>
              <a:ext uri="{FF2B5EF4-FFF2-40B4-BE49-F238E27FC236}">
                <a16:creationId xmlns:a16="http://schemas.microsoft.com/office/drawing/2014/main" id="{FD5EF5E7-B7CD-88BD-9DDB-ED4120A99F0F}"/>
              </a:ext>
            </a:extLst>
          </p:cNvPr>
          <p:cNvGrpSpPr>
            <a:grpSpLocks/>
          </p:cNvGrpSpPr>
          <p:nvPr/>
        </p:nvGrpSpPr>
        <p:grpSpPr bwMode="auto">
          <a:xfrm>
            <a:off x="7324725" y="3138488"/>
            <a:ext cx="857250" cy="1009650"/>
            <a:chOff x="3108" y="1425"/>
            <a:chExt cx="540" cy="636"/>
          </a:xfrm>
        </p:grpSpPr>
        <p:sp>
          <p:nvSpPr>
            <p:cNvPr id="19493" name="Freeform 86">
              <a:extLst>
                <a:ext uri="{FF2B5EF4-FFF2-40B4-BE49-F238E27FC236}">
                  <a16:creationId xmlns:a16="http://schemas.microsoft.com/office/drawing/2014/main" id="{286AB317-F3C2-06E7-995C-227FB829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425"/>
              <a:ext cx="360" cy="606"/>
            </a:xfrm>
            <a:custGeom>
              <a:avLst/>
              <a:gdLst>
                <a:gd name="T0" fmla="*/ 6 w 360"/>
                <a:gd name="T1" fmla="*/ 60 h 606"/>
                <a:gd name="T2" fmla="*/ 12 w 360"/>
                <a:gd name="T3" fmla="*/ 120 h 606"/>
                <a:gd name="T4" fmla="*/ 24 w 360"/>
                <a:gd name="T5" fmla="*/ 168 h 606"/>
                <a:gd name="T6" fmla="*/ 30 w 360"/>
                <a:gd name="T7" fmla="*/ 210 h 606"/>
                <a:gd name="T8" fmla="*/ 36 w 360"/>
                <a:gd name="T9" fmla="*/ 246 h 606"/>
                <a:gd name="T10" fmla="*/ 42 w 360"/>
                <a:gd name="T11" fmla="*/ 276 h 606"/>
                <a:gd name="T12" fmla="*/ 48 w 360"/>
                <a:gd name="T13" fmla="*/ 300 h 606"/>
                <a:gd name="T14" fmla="*/ 54 w 360"/>
                <a:gd name="T15" fmla="*/ 324 h 606"/>
                <a:gd name="T16" fmla="*/ 66 w 360"/>
                <a:gd name="T17" fmla="*/ 348 h 606"/>
                <a:gd name="T18" fmla="*/ 72 w 360"/>
                <a:gd name="T19" fmla="*/ 366 h 606"/>
                <a:gd name="T20" fmla="*/ 78 w 360"/>
                <a:gd name="T21" fmla="*/ 384 h 606"/>
                <a:gd name="T22" fmla="*/ 84 w 360"/>
                <a:gd name="T23" fmla="*/ 402 h 606"/>
                <a:gd name="T24" fmla="*/ 90 w 360"/>
                <a:gd name="T25" fmla="*/ 414 h 606"/>
                <a:gd name="T26" fmla="*/ 96 w 360"/>
                <a:gd name="T27" fmla="*/ 426 h 606"/>
                <a:gd name="T28" fmla="*/ 108 w 360"/>
                <a:gd name="T29" fmla="*/ 438 h 606"/>
                <a:gd name="T30" fmla="*/ 114 w 360"/>
                <a:gd name="T31" fmla="*/ 450 h 606"/>
                <a:gd name="T32" fmla="*/ 120 w 360"/>
                <a:gd name="T33" fmla="*/ 462 h 606"/>
                <a:gd name="T34" fmla="*/ 126 w 360"/>
                <a:gd name="T35" fmla="*/ 468 h 606"/>
                <a:gd name="T36" fmla="*/ 132 w 360"/>
                <a:gd name="T37" fmla="*/ 480 h 606"/>
                <a:gd name="T38" fmla="*/ 138 w 360"/>
                <a:gd name="T39" fmla="*/ 486 h 606"/>
                <a:gd name="T40" fmla="*/ 150 w 360"/>
                <a:gd name="T41" fmla="*/ 492 h 606"/>
                <a:gd name="T42" fmla="*/ 156 w 360"/>
                <a:gd name="T43" fmla="*/ 498 h 606"/>
                <a:gd name="T44" fmla="*/ 162 w 360"/>
                <a:gd name="T45" fmla="*/ 510 h 606"/>
                <a:gd name="T46" fmla="*/ 168 w 360"/>
                <a:gd name="T47" fmla="*/ 516 h 606"/>
                <a:gd name="T48" fmla="*/ 174 w 360"/>
                <a:gd name="T49" fmla="*/ 522 h 606"/>
                <a:gd name="T50" fmla="*/ 186 w 360"/>
                <a:gd name="T51" fmla="*/ 528 h 606"/>
                <a:gd name="T52" fmla="*/ 192 w 360"/>
                <a:gd name="T53" fmla="*/ 528 h 606"/>
                <a:gd name="T54" fmla="*/ 198 w 360"/>
                <a:gd name="T55" fmla="*/ 534 h 606"/>
                <a:gd name="T56" fmla="*/ 204 w 360"/>
                <a:gd name="T57" fmla="*/ 540 h 606"/>
                <a:gd name="T58" fmla="*/ 210 w 360"/>
                <a:gd name="T59" fmla="*/ 546 h 606"/>
                <a:gd name="T60" fmla="*/ 216 w 360"/>
                <a:gd name="T61" fmla="*/ 546 h 606"/>
                <a:gd name="T62" fmla="*/ 228 w 360"/>
                <a:gd name="T63" fmla="*/ 552 h 606"/>
                <a:gd name="T64" fmla="*/ 234 w 360"/>
                <a:gd name="T65" fmla="*/ 558 h 606"/>
                <a:gd name="T66" fmla="*/ 240 w 360"/>
                <a:gd name="T67" fmla="*/ 558 h 606"/>
                <a:gd name="T68" fmla="*/ 246 w 360"/>
                <a:gd name="T69" fmla="*/ 564 h 606"/>
                <a:gd name="T70" fmla="*/ 252 w 360"/>
                <a:gd name="T71" fmla="*/ 570 h 606"/>
                <a:gd name="T72" fmla="*/ 258 w 360"/>
                <a:gd name="T73" fmla="*/ 570 h 606"/>
                <a:gd name="T74" fmla="*/ 270 w 360"/>
                <a:gd name="T75" fmla="*/ 576 h 606"/>
                <a:gd name="T76" fmla="*/ 276 w 360"/>
                <a:gd name="T77" fmla="*/ 576 h 606"/>
                <a:gd name="T78" fmla="*/ 282 w 360"/>
                <a:gd name="T79" fmla="*/ 582 h 606"/>
                <a:gd name="T80" fmla="*/ 288 w 360"/>
                <a:gd name="T81" fmla="*/ 582 h 606"/>
                <a:gd name="T82" fmla="*/ 294 w 360"/>
                <a:gd name="T83" fmla="*/ 582 h 606"/>
                <a:gd name="T84" fmla="*/ 306 w 360"/>
                <a:gd name="T85" fmla="*/ 588 h 606"/>
                <a:gd name="T86" fmla="*/ 312 w 360"/>
                <a:gd name="T87" fmla="*/ 588 h 606"/>
                <a:gd name="T88" fmla="*/ 318 w 360"/>
                <a:gd name="T89" fmla="*/ 594 h 606"/>
                <a:gd name="T90" fmla="*/ 324 w 360"/>
                <a:gd name="T91" fmla="*/ 594 h 606"/>
                <a:gd name="T92" fmla="*/ 330 w 360"/>
                <a:gd name="T93" fmla="*/ 594 h 606"/>
                <a:gd name="T94" fmla="*/ 336 w 360"/>
                <a:gd name="T95" fmla="*/ 600 h 606"/>
                <a:gd name="T96" fmla="*/ 348 w 360"/>
                <a:gd name="T97" fmla="*/ 600 h 606"/>
                <a:gd name="T98" fmla="*/ 354 w 360"/>
                <a:gd name="T99" fmla="*/ 600 h 606"/>
                <a:gd name="T100" fmla="*/ 360 w 360"/>
                <a:gd name="T101" fmla="*/ 606 h 60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60" h="606">
                  <a:moveTo>
                    <a:pt x="0" y="0"/>
                  </a:moveTo>
                  <a:lnTo>
                    <a:pt x="0" y="18"/>
                  </a:lnTo>
                  <a:lnTo>
                    <a:pt x="6" y="30"/>
                  </a:lnTo>
                  <a:lnTo>
                    <a:pt x="6" y="48"/>
                  </a:lnTo>
                  <a:lnTo>
                    <a:pt x="6" y="60"/>
                  </a:lnTo>
                  <a:lnTo>
                    <a:pt x="6" y="72"/>
                  </a:lnTo>
                  <a:lnTo>
                    <a:pt x="12" y="84"/>
                  </a:lnTo>
                  <a:lnTo>
                    <a:pt x="12" y="96"/>
                  </a:lnTo>
                  <a:lnTo>
                    <a:pt x="12" y="108"/>
                  </a:lnTo>
                  <a:lnTo>
                    <a:pt x="12" y="120"/>
                  </a:lnTo>
                  <a:lnTo>
                    <a:pt x="18" y="126"/>
                  </a:lnTo>
                  <a:lnTo>
                    <a:pt x="18" y="138"/>
                  </a:lnTo>
                  <a:lnTo>
                    <a:pt x="18" y="150"/>
                  </a:lnTo>
                  <a:lnTo>
                    <a:pt x="18" y="156"/>
                  </a:lnTo>
                  <a:lnTo>
                    <a:pt x="24" y="168"/>
                  </a:lnTo>
                  <a:lnTo>
                    <a:pt x="24" y="174"/>
                  </a:lnTo>
                  <a:lnTo>
                    <a:pt x="24" y="186"/>
                  </a:lnTo>
                  <a:lnTo>
                    <a:pt x="24" y="192"/>
                  </a:lnTo>
                  <a:lnTo>
                    <a:pt x="24" y="198"/>
                  </a:lnTo>
                  <a:lnTo>
                    <a:pt x="30" y="210"/>
                  </a:lnTo>
                  <a:lnTo>
                    <a:pt x="30" y="216"/>
                  </a:lnTo>
                  <a:lnTo>
                    <a:pt x="30" y="222"/>
                  </a:lnTo>
                  <a:lnTo>
                    <a:pt x="30" y="228"/>
                  </a:lnTo>
                  <a:lnTo>
                    <a:pt x="36" y="240"/>
                  </a:lnTo>
                  <a:lnTo>
                    <a:pt x="36" y="246"/>
                  </a:lnTo>
                  <a:lnTo>
                    <a:pt x="36" y="252"/>
                  </a:lnTo>
                  <a:lnTo>
                    <a:pt x="36" y="258"/>
                  </a:lnTo>
                  <a:lnTo>
                    <a:pt x="42" y="264"/>
                  </a:lnTo>
                  <a:lnTo>
                    <a:pt x="42" y="270"/>
                  </a:lnTo>
                  <a:lnTo>
                    <a:pt x="42" y="276"/>
                  </a:lnTo>
                  <a:lnTo>
                    <a:pt x="42" y="282"/>
                  </a:lnTo>
                  <a:lnTo>
                    <a:pt x="48" y="288"/>
                  </a:lnTo>
                  <a:lnTo>
                    <a:pt x="48" y="294"/>
                  </a:lnTo>
                  <a:lnTo>
                    <a:pt x="48" y="300"/>
                  </a:lnTo>
                  <a:lnTo>
                    <a:pt x="48" y="306"/>
                  </a:lnTo>
                  <a:lnTo>
                    <a:pt x="54" y="312"/>
                  </a:lnTo>
                  <a:lnTo>
                    <a:pt x="54" y="318"/>
                  </a:lnTo>
                  <a:lnTo>
                    <a:pt x="54" y="324"/>
                  </a:lnTo>
                  <a:lnTo>
                    <a:pt x="60" y="330"/>
                  </a:lnTo>
                  <a:lnTo>
                    <a:pt x="60" y="336"/>
                  </a:lnTo>
                  <a:lnTo>
                    <a:pt x="60" y="342"/>
                  </a:lnTo>
                  <a:lnTo>
                    <a:pt x="66" y="348"/>
                  </a:lnTo>
                  <a:lnTo>
                    <a:pt x="66" y="354"/>
                  </a:lnTo>
                  <a:lnTo>
                    <a:pt x="66" y="360"/>
                  </a:lnTo>
                  <a:lnTo>
                    <a:pt x="72" y="366"/>
                  </a:lnTo>
                  <a:lnTo>
                    <a:pt x="72" y="372"/>
                  </a:lnTo>
                  <a:lnTo>
                    <a:pt x="72" y="378"/>
                  </a:lnTo>
                  <a:lnTo>
                    <a:pt x="78" y="384"/>
                  </a:lnTo>
                  <a:lnTo>
                    <a:pt x="78" y="390"/>
                  </a:lnTo>
                  <a:lnTo>
                    <a:pt x="84" y="396"/>
                  </a:lnTo>
                  <a:lnTo>
                    <a:pt x="84" y="402"/>
                  </a:lnTo>
                  <a:lnTo>
                    <a:pt x="90" y="408"/>
                  </a:lnTo>
                  <a:lnTo>
                    <a:pt x="90" y="414"/>
                  </a:lnTo>
                  <a:lnTo>
                    <a:pt x="96" y="414"/>
                  </a:lnTo>
                  <a:lnTo>
                    <a:pt x="96" y="420"/>
                  </a:lnTo>
                  <a:lnTo>
                    <a:pt x="96" y="426"/>
                  </a:lnTo>
                  <a:lnTo>
                    <a:pt x="102" y="432"/>
                  </a:lnTo>
                  <a:lnTo>
                    <a:pt x="102" y="438"/>
                  </a:lnTo>
                  <a:lnTo>
                    <a:pt x="108" y="438"/>
                  </a:lnTo>
                  <a:lnTo>
                    <a:pt x="108" y="444"/>
                  </a:lnTo>
                  <a:lnTo>
                    <a:pt x="114" y="450"/>
                  </a:lnTo>
                  <a:lnTo>
                    <a:pt x="114" y="456"/>
                  </a:lnTo>
                  <a:lnTo>
                    <a:pt x="120" y="456"/>
                  </a:lnTo>
                  <a:lnTo>
                    <a:pt x="120" y="462"/>
                  </a:lnTo>
                  <a:lnTo>
                    <a:pt x="126" y="468"/>
                  </a:lnTo>
                  <a:lnTo>
                    <a:pt x="126" y="474"/>
                  </a:lnTo>
                  <a:lnTo>
                    <a:pt x="132" y="474"/>
                  </a:lnTo>
                  <a:lnTo>
                    <a:pt x="132" y="480"/>
                  </a:lnTo>
                  <a:lnTo>
                    <a:pt x="138" y="480"/>
                  </a:lnTo>
                  <a:lnTo>
                    <a:pt x="138" y="486"/>
                  </a:lnTo>
                  <a:lnTo>
                    <a:pt x="144" y="486"/>
                  </a:lnTo>
                  <a:lnTo>
                    <a:pt x="144" y="492"/>
                  </a:lnTo>
                  <a:lnTo>
                    <a:pt x="150" y="492"/>
                  </a:lnTo>
                  <a:lnTo>
                    <a:pt x="150" y="498"/>
                  </a:lnTo>
                  <a:lnTo>
                    <a:pt x="156" y="498"/>
                  </a:lnTo>
                  <a:lnTo>
                    <a:pt x="156" y="504"/>
                  </a:lnTo>
                  <a:lnTo>
                    <a:pt x="162" y="504"/>
                  </a:lnTo>
                  <a:lnTo>
                    <a:pt x="162" y="510"/>
                  </a:lnTo>
                  <a:lnTo>
                    <a:pt x="168" y="510"/>
                  </a:lnTo>
                  <a:lnTo>
                    <a:pt x="168" y="516"/>
                  </a:lnTo>
                  <a:lnTo>
                    <a:pt x="174" y="516"/>
                  </a:lnTo>
                  <a:lnTo>
                    <a:pt x="174" y="522"/>
                  </a:lnTo>
                  <a:lnTo>
                    <a:pt x="180" y="522"/>
                  </a:lnTo>
                  <a:lnTo>
                    <a:pt x="186" y="528"/>
                  </a:lnTo>
                  <a:lnTo>
                    <a:pt x="192" y="528"/>
                  </a:lnTo>
                  <a:lnTo>
                    <a:pt x="192" y="534"/>
                  </a:lnTo>
                  <a:lnTo>
                    <a:pt x="198" y="534"/>
                  </a:lnTo>
                  <a:lnTo>
                    <a:pt x="198" y="540"/>
                  </a:lnTo>
                  <a:lnTo>
                    <a:pt x="204" y="540"/>
                  </a:lnTo>
                  <a:lnTo>
                    <a:pt x="210" y="540"/>
                  </a:lnTo>
                  <a:lnTo>
                    <a:pt x="210" y="546"/>
                  </a:lnTo>
                  <a:lnTo>
                    <a:pt x="216" y="546"/>
                  </a:lnTo>
                  <a:lnTo>
                    <a:pt x="222" y="552"/>
                  </a:lnTo>
                  <a:lnTo>
                    <a:pt x="228" y="552"/>
                  </a:lnTo>
                  <a:lnTo>
                    <a:pt x="228" y="558"/>
                  </a:lnTo>
                  <a:lnTo>
                    <a:pt x="234" y="558"/>
                  </a:lnTo>
                  <a:lnTo>
                    <a:pt x="240" y="558"/>
                  </a:lnTo>
                  <a:lnTo>
                    <a:pt x="240" y="564"/>
                  </a:lnTo>
                  <a:lnTo>
                    <a:pt x="246" y="564"/>
                  </a:lnTo>
                  <a:lnTo>
                    <a:pt x="252" y="564"/>
                  </a:lnTo>
                  <a:lnTo>
                    <a:pt x="252" y="570"/>
                  </a:lnTo>
                  <a:lnTo>
                    <a:pt x="258" y="570"/>
                  </a:lnTo>
                  <a:lnTo>
                    <a:pt x="264" y="570"/>
                  </a:lnTo>
                  <a:lnTo>
                    <a:pt x="270" y="576"/>
                  </a:lnTo>
                  <a:lnTo>
                    <a:pt x="276" y="576"/>
                  </a:lnTo>
                  <a:lnTo>
                    <a:pt x="282" y="576"/>
                  </a:lnTo>
                  <a:lnTo>
                    <a:pt x="282" y="582"/>
                  </a:lnTo>
                  <a:lnTo>
                    <a:pt x="288" y="582"/>
                  </a:lnTo>
                  <a:lnTo>
                    <a:pt x="294" y="582"/>
                  </a:lnTo>
                  <a:lnTo>
                    <a:pt x="300" y="582"/>
                  </a:lnTo>
                  <a:lnTo>
                    <a:pt x="300" y="588"/>
                  </a:lnTo>
                  <a:lnTo>
                    <a:pt x="306" y="588"/>
                  </a:lnTo>
                  <a:lnTo>
                    <a:pt x="312" y="588"/>
                  </a:lnTo>
                  <a:lnTo>
                    <a:pt x="318" y="594"/>
                  </a:lnTo>
                  <a:lnTo>
                    <a:pt x="324" y="594"/>
                  </a:lnTo>
                  <a:lnTo>
                    <a:pt x="330" y="594"/>
                  </a:lnTo>
                  <a:lnTo>
                    <a:pt x="336" y="594"/>
                  </a:lnTo>
                  <a:lnTo>
                    <a:pt x="336" y="600"/>
                  </a:lnTo>
                  <a:lnTo>
                    <a:pt x="342" y="600"/>
                  </a:lnTo>
                  <a:lnTo>
                    <a:pt x="348" y="600"/>
                  </a:lnTo>
                  <a:lnTo>
                    <a:pt x="354" y="600"/>
                  </a:lnTo>
                  <a:lnTo>
                    <a:pt x="360" y="606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Freeform 87">
              <a:extLst>
                <a:ext uri="{FF2B5EF4-FFF2-40B4-BE49-F238E27FC236}">
                  <a16:creationId xmlns:a16="http://schemas.microsoft.com/office/drawing/2014/main" id="{911538C3-9588-46A3-9E4A-575DF5681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031"/>
              <a:ext cx="180" cy="30"/>
            </a:xfrm>
            <a:custGeom>
              <a:avLst/>
              <a:gdLst>
                <a:gd name="T0" fmla="*/ 6 w 180"/>
                <a:gd name="T1" fmla="*/ 0 h 30"/>
                <a:gd name="T2" fmla="*/ 6 w 180"/>
                <a:gd name="T3" fmla="*/ 0 h 30"/>
                <a:gd name="T4" fmla="*/ 12 w 180"/>
                <a:gd name="T5" fmla="*/ 0 h 30"/>
                <a:gd name="T6" fmla="*/ 18 w 180"/>
                <a:gd name="T7" fmla="*/ 0 h 30"/>
                <a:gd name="T8" fmla="*/ 18 w 180"/>
                <a:gd name="T9" fmla="*/ 0 h 30"/>
                <a:gd name="T10" fmla="*/ 24 w 180"/>
                <a:gd name="T11" fmla="*/ 6 h 30"/>
                <a:gd name="T12" fmla="*/ 30 w 180"/>
                <a:gd name="T13" fmla="*/ 6 h 30"/>
                <a:gd name="T14" fmla="*/ 36 w 180"/>
                <a:gd name="T15" fmla="*/ 6 h 30"/>
                <a:gd name="T16" fmla="*/ 36 w 180"/>
                <a:gd name="T17" fmla="*/ 6 h 30"/>
                <a:gd name="T18" fmla="*/ 42 w 180"/>
                <a:gd name="T19" fmla="*/ 6 h 30"/>
                <a:gd name="T20" fmla="*/ 48 w 180"/>
                <a:gd name="T21" fmla="*/ 6 h 30"/>
                <a:gd name="T22" fmla="*/ 48 w 180"/>
                <a:gd name="T23" fmla="*/ 12 h 30"/>
                <a:gd name="T24" fmla="*/ 54 w 180"/>
                <a:gd name="T25" fmla="*/ 12 h 30"/>
                <a:gd name="T26" fmla="*/ 60 w 180"/>
                <a:gd name="T27" fmla="*/ 12 h 30"/>
                <a:gd name="T28" fmla="*/ 60 w 180"/>
                <a:gd name="T29" fmla="*/ 12 h 30"/>
                <a:gd name="T30" fmla="*/ 66 w 180"/>
                <a:gd name="T31" fmla="*/ 12 h 30"/>
                <a:gd name="T32" fmla="*/ 72 w 180"/>
                <a:gd name="T33" fmla="*/ 12 h 30"/>
                <a:gd name="T34" fmla="*/ 78 w 180"/>
                <a:gd name="T35" fmla="*/ 12 h 30"/>
                <a:gd name="T36" fmla="*/ 78 w 180"/>
                <a:gd name="T37" fmla="*/ 18 h 30"/>
                <a:gd name="T38" fmla="*/ 84 w 180"/>
                <a:gd name="T39" fmla="*/ 18 h 30"/>
                <a:gd name="T40" fmla="*/ 90 w 180"/>
                <a:gd name="T41" fmla="*/ 18 h 30"/>
                <a:gd name="T42" fmla="*/ 90 w 180"/>
                <a:gd name="T43" fmla="*/ 18 h 30"/>
                <a:gd name="T44" fmla="*/ 96 w 180"/>
                <a:gd name="T45" fmla="*/ 18 h 30"/>
                <a:gd name="T46" fmla="*/ 102 w 180"/>
                <a:gd name="T47" fmla="*/ 18 h 30"/>
                <a:gd name="T48" fmla="*/ 108 w 180"/>
                <a:gd name="T49" fmla="*/ 18 h 30"/>
                <a:gd name="T50" fmla="*/ 108 w 180"/>
                <a:gd name="T51" fmla="*/ 18 h 30"/>
                <a:gd name="T52" fmla="*/ 114 w 180"/>
                <a:gd name="T53" fmla="*/ 24 h 30"/>
                <a:gd name="T54" fmla="*/ 120 w 180"/>
                <a:gd name="T55" fmla="*/ 24 h 30"/>
                <a:gd name="T56" fmla="*/ 120 w 180"/>
                <a:gd name="T57" fmla="*/ 24 h 30"/>
                <a:gd name="T58" fmla="*/ 126 w 180"/>
                <a:gd name="T59" fmla="*/ 24 h 30"/>
                <a:gd name="T60" fmla="*/ 132 w 180"/>
                <a:gd name="T61" fmla="*/ 24 h 30"/>
                <a:gd name="T62" fmla="*/ 132 w 180"/>
                <a:gd name="T63" fmla="*/ 24 h 30"/>
                <a:gd name="T64" fmla="*/ 138 w 180"/>
                <a:gd name="T65" fmla="*/ 24 h 30"/>
                <a:gd name="T66" fmla="*/ 144 w 180"/>
                <a:gd name="T67" fmla="*/ 24 h 30"/>
                <a:gd name="T68" fmla="*/ 150 w 180"/>
                <a:gd name="T69" fmla="*/ 24 h 30"/>
                <a:gd name="T70" fmla="*/ 150 w 180"/>
                <a:gd name="T71" fmla="*/ 24 h 30"/>
                <a:gd name="T72" fmla="*/ 156 w 180"/>
                <a:gd name="T73" fmla="*/ 30 h 30"/>
                <a:gd name="T74" fmla="*/ 162 w 180"/>
                <a:gd name="T75" fmla="*/ 30 h 30"/>
                <a:gd name="T76" fmla="*/ 162 w 180"/>
                <a:gd name="T77" fmla="*/ 30 h 30"/>
                <a:gd name="T78" fmla="*/ 168 w 180"/>
                <a:gd name="T79" fmla="*/ 30 h 30"/>
                <a:gd name="T80" fmla="*/ 174 w 180"/>
                <a:gd name="T81" fmla="*/ 30 h 30"/>
                <a:gd name="T82" fmla="*/ 180 w 18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80" h="3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48" y="12"/>
                  </a:lnTo>
                  <a:lnTo>
                    <a:pt x="54" y="12"/>
                  </a:lnTo>
                  <a:lnTo>
                    <a:pt x="60" y="12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8"/>
                  </a:lnTo>
                  <a:lnTo>
                    <a:pt x="84" y="18"/>
                  </a:lnTo>
                  <a:lnTo>
                    <a:pt x="90" y="18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8" y="18"/>
                  </a:lnTo>
                  <a:lnTo>
                    <a:pt x="114" y="18"/>
                  </a:lnTo>
                  <a:lnTo>
                    <a:pt x="114" y="24"/>
                  </a:lnTo>
                  <a:lnTo>
                    <a:pt x="120" y="24"/>
                  </a:lnTo>
                  <a:lnTo>
                    <a:pt x="126" y="24"/>
                  </a:lnTo>
                  <a:lnTo>
                    <a:pt x="132" y="24"/>
                  </a:lnTo>
                  <a:lnTo>
                    <a:pt x="138" y="24"/>
                  </a:lnTo>
                  <a:lnTo>
                    <a:pt x="144" y="24"/>
                  </a:lnTo>
                  <a:lnTo>
                    <a:pt x="150" y="24"/>
                  </a:lnTo>
                  <a:lnTo>
                    <a:pt x="156" y="30"/>
                  </a:lnTo>
                  <a:lnTo>
                    <a:pt x="162" y="30"/>
                  </a:lnTo>
                  <a:lnTo>
                    <a:pt x="168" y="30"/>
                  </a:lnTo>
                  <a:lnTo>
                    <a:pt x="174" y="30"/>
                  </a:lnTo>
                  <a:lnTo>
                    <a:pt x="180" y="30"/>
                  </a:lnTo>
                </a:path>
              </a:pathLst>
            </a:custGeom>
            <a:noFill/>
            <a:ln w="9525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7" name="Group 96">
            <a:extLst>
              <a:ext uri="{FF2B5EF4-FFF2-40B4-BE49-F238E27FC236}">
                <a16:creationId xmlns:a16="http://schemas.microsoft.com/office/drawing/2014/main" id="{891D5386-F3D1-CC2C-5AE0-C627B739D897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986088"/>
            <a:ext cx="2295525" cy="2519362"/>
            <a:chOff x="3822" y="1968"/>
            <a:chExt cx="1446" cy="1587"/>
          </a:xfrm>
        </p:grpSpPr>
        <p:graphicFrame>
          <p:nvGraphicFramePr>
            <p:cNvPr id="19488" name="Object 37">
              <a:extLst>
                <a:ext uri="{FF2B5EF4-FFF2-40B4-BE49-F238E27FC236}">
                  <a16:creationId xmlns:a16="http://schemas.microsoft.com/office/drawing/2014/main" id="{BFBBEDCA-A61D-F556-8C2F-4C2EEC2078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2784"/>
            <a:ext cx="18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0" imgH="0" progId="Equation.3">
                    <p:embed/>
                  </p:oleObj>
                </mc:Choice>
                <mc:Fallback>
                  <p:oleObj name="Equation" r:id="rId28" imgW="0" imgH="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2784"/>
                          <a:ext cx="18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9" name="Object 38">
              <a:extLst>
                <a:ext uri="{FF2B5EF4-FFF2-40B4-BE49-F238E27FC236}">
                  <a16:creationId xmlns:a16="http://schemas.microsoft.com/office/drawing/2014/main" id="{3063A25E-F45D-67F6-690A-B9628F7DF6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968"/>
            <a:ext cx="19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0" imgH="0" progId="Equation.3">
                    <p:embed/>
                  </p:oleObj>
                </mc:Choice>
                <mc:Fallback>
                  <p:oleObj name="Equation" r:id="rId30" imgW="0" imgH="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968"/>
                          <a:ext cx="19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0" name="Object 39">
              <a:extLst>
                <a:ext uri="{FF2B5EF4-FFF2-40B4-BE49-F238E27FC236}">
                  <a16:creationId xmlns:a16="http://schemas.microsoft.com/office/drawing/2014/main" id="{01B38556-841E-2422-3282-9661E26371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2765"/>
            <a:ext cx="179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0" imgH="0" progId="Equation.3">
                    <p:embed/>
                  </p:oleObj>
                </mc:Choice>
                <mc:Fallback>
                  <p:oleObj name="Equation" r:id="rId32" imgW="0" imgH="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765"/>
                          <a:ext cx="179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1" name="Line 89">
              <a:extLst>
                <a:ext uri="{FF2B5EF4-FFF2-40B4-BE49-F238E27FC236}">
                  <a16:creationId xmlns:a16="http://schemas.microsoft.com/office/drawing/2014/main" id="{E563C990-5C16-B01F-E609-C49484FAD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" y="2778"/>
              <a:ext cx="1410" cy="1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Line 91">
              <a:extLst>
                <a:ext uri="{FF2B5EF4-FFF2-40B4-BE49-F238E27FC236}">
                  <a16:creationId xmlns:a16="http://schemas.microsoft.com/office/drawing/2014/main" id="{26F54014-119E-D0B3-50A4-95D26C29F2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8" y="1968"/>
              <a:ext cx="1" cy="1587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utoUpdateAnimBg="0"/>
      <p:bldP spid="127" grpId="0" autoUpdateAnimBg="0"/>
      <p:bldP spid="129" grpId="0" autoUpdateAnimBg="0"/>
      <p:bldP spid="131" grpId="0" autoUpdateAnimBg="0"/>
      <p:bldP spid="135" grpId="0" autoUpdateAnimBg="0"/>
      <p:bldP spid="138" grpId="0" autoUpdateAnimBg="0"/>
      <p:bldP spid="140" grpId="0" autoUpdateAnimBg="0"/>
      <p:bldP spid="142" grpId="0" autoUpdateAnimBg="0"/>
      <p:bldP spid="144" grpId="0" autoUpdateAnimBg="0"/>
      <p:bldP spid="145" grpId="0" autoUpdateAnimBg="0"/>
      <p:bldP spid="14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6C7B309-73C2-610D-627F-A7B83EEA9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5334000" cy="685800"/>
          </a:xfrm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III. Infinitesimals and Infinities's relation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59" name="Text Box 3">
            <a:extLst>
              <a:ext uri="{FF2B5EF4-FFF2-40B4-BE49-F238E27FC236}">
                <a16:creationId xmlns:a16="http://schemas.microsoft.com/office/drawing/2014/main" id="{BBD4D419-647A-8415-DFE7-47967B3B1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217646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62" name="Object 4">
            <a:extLst>
              <a:ext uri="{FF2B5EF4-FFF2-40B4-BE49-F238E27FC236}">
                <a16:creationId xmlns:a16="http://schemas.microsoft.com/office/drawing/2014/main" id="{BC68D272-257C-3179-4868-4190B385D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6525" y="2205038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2205038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5">
            <a:extLst>
              <a:ext uri="{FF2B5EF4-FFF2-40B4-BE49-F238E27FC236}">
                <a16:creationId xmlns:a16="http://schemas.microsoft.com/office/drawing/2014/main" id="{F4CBB3F5-A15D-A0B0-94EB-7E7A40249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170113"/>
            <a:ext cx="19050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is infinity,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66" name="Object 6">
            <a:extLst>
              <a:ext uri="{FF2B5EF4-FFF2-40B4-BE49-F238E27FC236}">
                <a16:creationId xmlns:a16="http://schemas.microsoft.com/office/drawing/2014/main" id="{7E1F4EE2-1404-19B6-DE73-3B7844CCB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2738" y="1892300"/>
          <a:ext cx="762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1892300"/>
                        <a:ext cx="762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Text Box 7">
            <a:extLst>
              <a:ext uri="{FF2B5EF4-FFF2-40B4-BE49-F238E27FC236}">
                <a16:creationId xmlns:a16="http://schemas.microsoft.com/office/drawing/2014/main" id="{E8C88A8F-86DA-CD98-693E-7D1B392CC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151063"/>
            <a:ext cx="2133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>
                <a:latin typeface="+mn-ea"/>
              </a:rPr>
              <a:t>is infinitesimal ;</a:t>
            </a:r>
            <a:endParaRPr lang="en-US" altLang="zh-CN" sz="2400" dirty="0">
              <a:latin typeface="+mn-ea"/>
            </a:endParaRPr>
          </a:p>
        </p:txBody>
      </p:sp>
      <p:sp>
        <p:nvSpPr>
          <p:cNvPr id="68" name="Text Box 8">
            <a:extLst>
              <a:ext uri="{FF2B5EF4-FFF2-40B4-BE49-F238E27FC236}">
                <a16:creationId xmlns:a16="http://schemas.microsoft.com/office/drawing/2014/main" id="{D66E54B1-7BA2-C64F-6410-F06763556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008313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69" name="Object 9">
            <a:extLst>
              <a:ext uri="{FF2B5EF4-FFF2-40B4-BE49-F238E27FC236}">
                <a16:creationId xmlns:a16="http://schemas.microsoft.com/office/drawing/2014/main" id="{18B8B902-6112-068B-171C-8407C357F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3043238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043238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10">
            <a:extLst>
              <a:ext uri="{FF2B5EF4-FFF2-40B4-BE49-F238E27FC236}">
                <a16:creationId xmlns:a16="http://schemas.microsoft.com/office/drawing/2014/main" id="{EDEB6BF0-EE5A-72D5-EF9B-54E7A2BA3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008313"/>
            <a:ext cx="25908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 infinitesimal, and</a:t>
            </a:r>
            <a:endParaRPr lang="zh-CN" altLang="en-US" sz="2400"/>
          </a:p>
        </p:txBody>
      </p:sp>
      <p:graphicFrame>
        <p:nvGraphicFramePr>
          <p:cNvPr id="71" name="Object 11">
            <a:extLst>
              <a:ext uri="{FF2B5EF4-FFF2-40B4-BE49-F238E27FC236}">
                <a16:creationId xmlns:a16="http://schemas.microsoft.com/office/drawing/2014/main" id="{A8F60CBA-194D-1609-612F-6240B669A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7800" y="3090863"/>
          <a:ext cx="142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3090863"/>
                        <a:ext cx="1422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12">
            <a:extLst>
              <a:ext uri="{FF2B5EF4-FFF2-40B4-BE49-F238E27FC236}">
                <a16:creationId xmlns:a16="http://schemas.microsoft.com/office/drawing/2014/main" id="{20BC4F6C-BECB-1504-15FB-41BC291D8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8138" y="30083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74" name="Object 13">
            <a:extLst>
              <a:ext uri="{FF2B5EF4-FFF2-40B4-BE49-F238E27FC236}">
                <a16:creationId xmlns:a16="http://schemas.microsoft.com/office/drawing/2014/main" id="{F856D6EC-3159-8C4C-429D-E365C58756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5338" y="2746375"/>
          <a:ext cx="762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2746375"/>
                        <a:ext cx="762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14">
            <a:extLst>
              <a:ext uri="{FF2B5EF4-FFF2-40B4-BE49-F238E27FC236}">
                <a16:creationId xmlns:a16="http://schemas.microsoft.com/office/drawing/2014/main" id="{F78EC84E-15DE-7E40-0C26-3A99E8E3A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600" y="2978150"/>
            <a:ext cx="1905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is infinity.</a:t>
            </a:r>
          </a:p>
        </p:txBody>
      </p:sp>
      <p:sp>
        <p:nvSpPr>
          <p:cNvPr id="77" name="Text Box 32">
            <a:extLst>
              <a:ext uri="{FF2B5EF4-FFF2-40B4-BE49-F238E27FC236}">
                <a16:creationId xmlns:a16="http://schemas.microsoft.com/office/drawing/2014/main" id="{57A66B4B-3F8B-6FEA-D0AB-A7194E419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21701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then</a:t>
            </a:r>
            <a:endParaRPr lang="zh-CN" altLang="en-US" sz="2400"/>
          </a:p>
        </p:txBody>
      </p:sp>
      <p:sp>
        <p:nvSpPr>
          <p:cNvPr id="78" name="Text Box 34">
            <a:extLst>
              <a:ext uri="{FF2B5EF4-FFF2-40B4-BE49-F238E27FC236}">
                <a16:creationId xmlns:a16="http://schemas.microsoft.com/office/drawing/2014/main" id="{06CF5D53-D8B6-E86E-D8A7-3F841C0F2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3625850"/>
            <a:ext cx="179889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>
                <a:solidFill>
                  <a:schemeClr val="accent2"/>
                </a:solidFill>
                <a:latin typeface="+mn-ea"/>
              </a:rPr>
              <a:t>( fromProof)</a:t>
            </a:r>
            <a:endParaRPr lang="en-US" altLang="zh-CN" sz="24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79" name="Text Box 36">
            <a:extLst>
              <a:ext uri="{FF2B5EF4-FFF2-40B4-BE49-F238E27FC236}">
                <a16:creationId xmlns:a16="http://schemas.microsoft.com/office/drawing/2014/main" id="{639C2066-6975-C174-A8D1-9DFAFD509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675" y="4086225"/>
            <a:ext cx="92732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according to thisTheorem , </a:t>
            </a:r>
            <a:r>
              <a:rPr lang="zh-CN" altLang="en-US" sz="2400"/>
              <a:t>关于</a:t>
            </a:r>
            <a:r>
              <a:rPr lang="en-US" altLang="zh-CN" sz="2400"/>
              <a:t>infinity's Question</a:t>
            </a:r>
            <a:r>
              <a:rPr lang="zh-CN" altLang="en-US" sz="2400"/>
              <a:t>题 </a:t>
            </a:r>
            <a:r>
              <a:rPr lang="en-US" altLang="zh-CN" sz="2400"/>
              <a:t>all can transform is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/>
              <a:t>infinitesimal discuss.</a:t>
            </a:r>
          </a:p>
        </p:txBody>
      </p:sp>
      <p:sp>
        <p:nvSpPr>
          <p:cNvPr id="103" name="Text Box 37">
            <a:extLst>
              <a:ext uri="{FF2B5EF4-FFF2-40B4-BE49-F238E27FC236}">
                <a16:creationId xmlns:a16="http://schemas.microsoft.com/office/drawing/2014/main" id="{D5CC1CA7-3EDB-3290-280E-4E16044D5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62075"/>
            <a:ext cx="881202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altLang="zh-CN" sz="2400" b="1">
                <a:solidFill>
                  <a:schemeClr val="tx2"/>
                </a:solidFill>
                <a:latin typeface="+mn-ea"/>
              </a:rPr>
              <a:t>Theorem2. inindependent variable's same limiting process in ,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04" name="Rectangle 45">
            <a:extLst>
              <a:ext uri="{FF2B5EF4-FFF2-40B4-BE49-F238E27FC236}">
                <a16:creationId xmlns:a16="http://schemas.microsoft.com/office/drawing/2014/main" id="{40E2E917-EB93-D89D-F5B9-A75BF1273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4132263"/>
            <a:ext cx="895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</a:rPr>
              <a:t>Note: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utoUpdateAnimBg="0"/>
      <p:bldP spid="65" grpId="0" autoUpdateAnimBg="0"/>
      <p:bldP spid="67" grpId="0" autoUpdateAnimBg="0"/>
      <p:bldP spid="68" grpId="0" autoUpdateAnimBg="0"/>
      <p:bldP spid="70" grpId="0" autoUpdateAnimBg="0"/>
      <p:bldP spid="72" grpId="0" autoUpdateAnimBg="0"/>
      <p:bldP spid="76" grpId="0" autoUpdateAnimBg="0"/>
      <p:bldP spid="77" grpId="0" autoUpdateAnimBg="0"/>
      <p:bldP spid="78" grpId="0" build="p" autoUpdateAnimBg="0"/>
      <p:bldP spid="79" grpId="0" build="p" autoUpdateAnimBg="0"/>
      <p:bldP spid="103" grpId="0" build="p" autoUpdateAnimBg="0"/>
      <p:bldP spid="104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901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A17C5D9-66BD-7112-1BC8-3E199F29B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1981200" cy="6096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zh-CN" sz="3200" b="1">
                <a:ea typeface="楷体_GB2312" pitchFamily="49" charset="-122"/>
              </a:rPr>
              <a:t>Summary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67" name="Text Box 3">
            <a:extLst>
              <a:ext uri="{FF2B5EF4-FFF2-40B4-BE49-F238E27FC236}">
                <a16:creationId xmlns:a16="http://schemas.microsoft.com/office/drawing/2014/main" id="{F22E326E-5B23-AE6E-0EC2-E10E77641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8" y="1066800"/>
            <a:ext cx="4087812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>
                <a:latin typeface="+mn-ea"/>
              </a:rPr>
              <a:t>1. Infinitesimals and Infinities's Definition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8" name="Text Box 4">
            <a:extLst>
              <a:ext uri="{FF2B5EF4-FFF2-40B4-BE49-F238E27FC236}">
                <a16:creationId xmlns:a16="http://schemas.microsoft.com/office/drawing/2014/main" id="{64FA2499-DEA5-95C1-70F4-6E9286D7B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14488"/>
            <a:ext cx="5665333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altLang="zh-CN" sz="2400">
                <a:latin typeface="+mn-ea"/>
              </a:rPr>
              <a:t>2. infinitesimal and functionlimit's relation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9" name="AutoShape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DA038AE-E55A-CFC4-BF83-B5CC6330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22425"/>
            <a:ext cx="762000" cy="381000"/>
          </a:xfrm>
          <a:prstGeom prst="actionButtonBlank">
            <a:avLst/>
          </a:prstGeom>
          <a:solidFill>
            <a:srgbClr val="0066CC"/>
          </a:solidFill>
          <a:ln w="9525">
            <a:solidFill>
              <a:srgbClr val="00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Th1</a:t>
            </a:r>
          </a:p>
        </p:txBody>
      </p:sp>
      <p:sp>
        <p:nvSpPr>
          <p:cNvPr id="70" name="Text Box 6">
            <a:extLst>
              <a:ext uri="{FF2B5EF4-FFF2-40B4-BE49-F238E27FC236}">
                <a16:creationId xmlns:a16="http://schemas.microsoft.com/office/drawing/2014/main" id="{48FCFECC-EAD8-3F1A-0862-8BDAD8B0D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24088"/>
            <a:ext cx="5243743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>
                <a:latin typeface="+mn-ea"/>
              </a:rPr>
              <a:t>3. Infinitesimals and Infinities's relation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1" name="AutoShap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7B11AD7-A023-97EF-F82F-468854B30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286000"/>
            <a:ext cx="762000" cy="381000"/>
          </a:xfrm>
          <a:prstGeom prst="actionButtonBlank">
            <a:avLst/>
          </a:prstGeom>
          <a:solidFill>
            <a:srgbClr val="0066CC"/>
          </a:solidFill>
          <a:ln w="9525">
            <a:solidFill>
              <a:srgbClr val="0066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</a:rPr>
              <a:t>Th2</a:t>
            </a:r>
          </a:p>
        </p:txBody>
      </p:sp>
      <p:sp>
        <p:nvSpPr>
          <p:cNvPr id="78" name="Text Box 14">
            <a:extLst>
              <a:ext uri="{FF2B5EF4-FFF2-40B4-BE49-F238E27FC236}">
                <a16:creationId xmlns:a16="http://schemas.microsoft.com/office/drawing/2014/main" id="{E437B774-D712-0309-45CD-6433E89E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860800"/>
            <a:ext cx="5119688" cy="11763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GB" altLang="zh-CN" sz="3200" b="1">
                <a:solidFill>
                  <a:schemeClr val="tx2"/>
                </a:solidFill>
                <a:latin typeface="+mn-ea"/>
              </a:rPr>
              <a:t>Homework:</a:t>
            </a:r>
          </a:p>
          <a:p>
            <a:pPr>
              <a:spcBef>
                <a:spcPct val="20000"/>
              </a:spcBef>
              <a:defRPr/>
            </a:pPr>
            <a:r>
              <a:rPr lang="en-GB" altLang="zh-CN" sz="3200" b="1">
                <a:solidFill>
                  <a:schemeClr val="tx2"/>
                </a:solidFill>
                <a:latin typeface="+mn-ea"/>
              </a:rPr>
              <a:t>P37-38 2 (1) ; 3; 6</a:t>
            </a:r>
            <a:endParaRPr lang="en-US" altLang="zh-CN" sz="32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uild="p" autoUpdateAnimBg="0"/>
      <p:bldP spid="68" grpId="0" build="p" autoUpdateAnimBg="0"/>
      <p:bldP spid="69" grpId="0" animBg="1" autoUpdateAnimBg="0"/>
      <p:bldP spid="70" grpId="0" build="p" autoUpdateAnimBg="0"/>
      <p:bldP spid="71" grpId="0" animBg="1" autoUpdateAnimBg="0"/>
      <p:bldP spid="78" grpId="0" animBg="1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1141</TotalTime>
  <Words>351</Words>
  <Application>Microsoft Office PowerPoint</Application>
  <PresentationFormat>全屏显示(4:3)</PresentationFormat>
  <Paragraphs>108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Calibri</vt:lpstr>
      <vt:lpstr>Arial</vt:lpstr>
      <vt:lpstr>Calibri Light</vt:lpstr>
      <vt:lpstr>等线</vt:lpstr>
      <vt:lpstr>华文行楷</vt:lpstr>
      <vt:lpstr>楷体_GB2312</vt:lpstr>
      <vt:lpstr>Symbol</vt:lpstr>
      <vt:lpstr>仿宋_GB2312</vt:lpstr>
      <vt:lpstr>Office 主题​​</vt:lpstr>
      <vt:lpstr>Microsoft 公式 3.0</vt:lpstr>
      <vt:lpstr>Microsoft Equation 3.0</vt:lpstr>
      <vt:lpstr>PowerPoint 演示文稿</vt:lpstr>
      <vt:lpstr>I. infinitesimal</vt:lpstr>
      <vt:lpstr>Definition1. if</vt:lpstr>
      <vt:lpstr>Theorem 1 . ( infinitesimal and functionlimit's relation )</vt:lpstr>
      <vt:lpstr>II. infinity</vt:lpstr>
      <vt:lpstr>Note:</vt:lpstr>
      <vt:lpstr>Example . Proof</vt:lpstr>
      <vt:lpstr>III. Infinitesimals and Infinities's relation</vt:lpstr>
      <vt:lpstr>Summary</vt:lpstr>
    </vt:vector>
  </TitlesOfParts>
  <Company>xjmc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多元线性回归</dc:title>
  <dc:creator>stat</dc:creator>
  <cp:lastModifiedBy>Rui Li</cp:lastModifiedBy>
  <cp:revision>136</cp:revision>
  <dcterms:created xsi:type="dcterms:W3CDTF">2001-11-27T05:00:25Z</dcterms:created>
  <dcterms:modified xsi:type="dcterms:W3CDTF">2026-09-02T05:31:52Z</dcterms:modified>
</cp:coreProperties>
</file>